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9097D-FD44-E242-A68C-2137823CC664}" v="36" dt="2026-03-13T00:23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9"/>
    <p:restoredTop sz="96240"/>
  </p:normalViewPr>
  <p:slideViewPr>
    <p:cSldViewPr snapToGrid="0">
      <p:cViewPr>
        <p:scale>
          <a:sx n="105" d="100"/>
          <a:sy n="105" d="100"/>
        </p:scale>
        <p:origin x="10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3T00:33:15.150" v="341" actId="20577"/>
      <pc:docMkLst>
        <pc:docMk/>
      </pc:docMkLst>
      <pc:sldChg chg="addSp delSp modSp mod">
        <pc:chgData name="福元 允亮" userId="12e1d508-426e-4c6a-b43b-7681266f9ca9" providerId="ADAL" clId="{4FB9097D-FD44-E242-A68C-2137823CC664}" dt="2026-03-13T00:33:15.150" v="341" actId="20577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spChg chg="add mod topLvl">
          <ac:chgData name="福元 允亮" userId="12e1d508-426e-4c6a-b43b-7681266f9ca9" providerId="ADAL" clId="{4FB9097D-FD44-E242-A68C-2137823CC664}" dt="2026-03-13T00:23:18.438" v="300" actId="465"/>
          <ac:spMkLst>
            <pc:docMk/>
            <pc:sldMk cId="3001053428" sldId="2147480764"/>
            <ac:spMk id="4" creationId="{ED855630-7FA9-D611-027B-9EF6C22D0D51}"/>
          </ac:spMkLst>
        </pc:spChg>
        <pc:spChg chg="mod topLvl">
          <ac:chgData name="福元 允亮" userId="12e1d508-426e-4c6a-b43b-7681266f9ca9" providerId="ADAL" clId="{4FB9097D-FD44-E242-A68C-2137823CC664}" dt="2026-03-13T00:23:18.438" v="300" actId="465"/>
          <ac:spMkLst>
            <pc:docMk/>
            <pc:sldMk cId="3001053428" sldId="2147480764"/>
            <ac:spMk id="5" creationId="{4A7177CA-161C-EF85-103E-002BC2F1B127}"/>
          </ac:spMkLst>
        </pc:spChg>
        <pc:spChg chg="add mod topLvl">
          <ac:chgData name="福元 允亮" userId="12e1d508-426e-4c6a-b43b-7681266f9ca9" providerId="ADAL" clId="{4FB9097D-FD44-E242-A68C-2137823CC664}" dt="2026-03-13T00:23:03.680" v="295" actId="165"/>
          <ac:spMkLst>
            <pc:docMk/>
            <pc:sldMk cId="3001053428" sldId="2147480764"/>
            <ac:spMk id="6" creationId="{B7AA08F5-F384-40E3-948F-1F0090C78239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7" creationId="{3F365AD3-3289-7FCC-02A4-BF0A822B1698}"/>
          </ac:spMkLst>
        </pc:spChg>
        <pc:spChg chg="add del mod modVis">
          <ac:chgData name="福元 允亮" userId="12e1d508-426e-4c6a-b43b-7681266f9ca9" providerId="ADAL" clId="{4FB9097D-FD44-E242-A68C-2137823CC664}" dt="2026-03-12T01:15:21.204" v="149"/>
          <ac:spMkLst>
            <pc:docMk/>
            <pc:sldMk cId="3001053428" sldId="2147480764"/>
            <ac:spMk id="7" creationId="{AB328A99-3B33-27E8-4E34-2472A92F4BAC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8" creationId="{98565ABF-27AA-F09E-54D9-C647162C847B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0" creationId="{C52A216C-B922-516A-BC38-48BE96CA454D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2" creationId="{BC62F346-55B2-65CF-6F70-96C04770D255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3" creationId="{1F9D2BEE-10F8-EB1A-AEE2-76A3E0267C38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5" creationId="{86E660AE-C710-D174-7680-634FE8C4E70B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7" creationId="{C2448350-D863-7725-AB5E-417FF1711A17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8" creationId="{149BA5AE-3E3B-69C2-46FA-92B09F97239F}"/>
          </ac:spMkLst>
        </pc:spChg>
        <pc:spChg chg="add mod topLvl">
          <ac:chgData name="福元 允亮" userId="12e1d508-426e-4c6a-b43b-7681266f9ca9" providerId="ADAL" clId="{4FB9097D-FD44-E242-A68C-2137823CC664}" dt="2026-03-13T00:22:57.025" v="294" actId="165"/>
          <ac:spMkLst>
            <pc:docMk/>
            <pc:sldMk cId="3001053428" sldId="2147480764"/>
            <ac:spMk id="19" creationId="{15C312C3-B792-0E1E-37D3-C0AFBDAB9876}"/>
          </ac:spMkLst>
        </pc:spChg>
        <pc:spChg chg="add del">
          <ac:chgData name="福元 允亮" userId="12e1d508-426e-4c6a-b43b-7681266f9ca9" providerId="ADAL" clId="{4FB9097D-FD44-E242-A68C-2137823CC664}" dt="2026-03-12T00:09:33.575" v="86" actId="22"/>
          <ac:spMkLst>
            <pc:docMk/>
            <pc:sldMk cId="3001053428" sldId="2147480764"/>
            <ac:spMk id="23" creationId="{108767E5-78CD-135D-0209-47FA47D62CD3}"/>
          </ac:spMkLst>
        </pc:spChg>
        <pc:spChg chg="add mod">
          <ac:chgData name="福元 允亮" userId="12e1d508-426e-4c6a-b43b-7681266f9ca9" providerId="ADAL" clId="{4FB9097D-FD44-E242-A68C-2137823CC664}" dt="2026-03-13T00:33:15.150" v="341" actId="20577"/>
          <ac:spMkLst>
            <pc:docMk/>
            <pc:sldMk cId="3001053428" sldId="2147480764"/>
            <ac:spMk id="24" creationId="{02A5F4DA-87DB-392D-EBD3-E36D401BB200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55" creationId="{ED6C6249-F2DD-1D32-FEC2-BCA507AB235B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56" creationId="{ED2C186C-29AB-7819-027A-D2935C73D69B}"/>
          </ac:spMkLst>
        </pc:spChg>
        <pc:grpChg chg="add del mod">
          <ac:chgData name="福元 允亮" userId="12e1d508-426e-4c6a-b43b-7681266f9ca9" providerId="ADAL" clId="{4FB9097D-FD44-E242-A68C-2137823CC664}" dt="2026-03-13T00:13:46.324" v="217" actId="165"/>
          <ac:grpSpMkLst>
            <pc:docMk/>
            <pc:sldMk cId="3001053428" sldId="2147480764"/>
            <ac:grpSpMk id="7" creationId="{68724740-A683-DF16-E087-D12B5A5F546F}"/>
          </ac:grpSpMkLst>
        </pc:grpChg>
        <pc:grpChg chg="add del mod">
          <ac:chgData name="福元 允亮" userId="12e1d508-426e-4c6a-b43b-7681266f9ca9" providerId="ADAL" clId="{4FB9097D-FD44-E242-A68C-2137823CC664}" dt="2026-03-13T00:15:15.871" v="243" actId="165"/>
          <ac:grpSpMkLst>
            <pc:docMk/>
            <pc:sldMk cId="3001053428" sldId="2147480764"/>
            <ac:grpSpMk id="9" creationId="{6BC8ACD0-D300-F602-B197-78E4FDFF2104}"/>
          </ac:grpSpMkLst>
        </pc:grpChg>
        <pc:grpChg chg="add del mod">
          <ac:chgData name="福元 允亮" userId="12e1d508-426e-4c6a-b43b-7681266f9ca9" providerId="ADAL" clId="{4FB9097D-FD44-E242-A68C-2137823CC664}" dt="2026-03-13T00:13:59.973" v="222" actId="165"/>
          <ac:grpSpMkLst>
            <pc:docMk/>
            <pc:sldMk cId="3001053428" sldId="2147480764"/>
            <ac:grpSpMk id="10" creationId="{15E26B4B-5A95-6EB3-8A91-3225795EF0B4}"/>
          </ac:grpSpMkLst>
        </pc:grpChg>
        <pc:grpChg chg="add del mod topLvl">
          <ac:chgData name="福元 允亮" userId="12e1d508-426e-4c6a-b43b-7681266f9ca9" providerId="ADAL" clId="{4FB9097D-FD44-E242-A68C-2137823CC664}" dt="2026-03-13T00:23:03.680" v="295" actId="165"/>
          <ac:grpSpMkLst>
            <pc:docMk/>
            <pc:sldMk cId="3001053428" sldId="2147480764"/>
            <ac:grpSpMk id="14" creationId="{A0453DED-DE21-631A-1723-12CF72E3683E}"/>
          </ac:grpSpMkLst>
        </pc:grpChg>
        <pc:grpChg chg="add del mod">
          <ac:chgData name="福元 允亮" userId="12e1d508-426e-4c6a-b43b-7681266f9ca9" providerId="ADAL" clId="{4FB9097D-FD44-E242-A68C-2137823CC664}" dt="2026-03-13T00:22:57.025" v="294" actId="165"/>
          <ac:grpSpMkLst>
            <pc:docMk/>
            <pc:sldMk cId="3001053428" sldId="2147480764"/>
            <ac:grpSpMk id="15" creationId="{CFD47A0E-71EF-46CA-A309-3E9D3F19EB87}"/>
          </ac:grpSpMkLst>
        </pc:gr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  <pc:cxnChg chg="add del mod">
          <ac:chgData name="福元 允亮" userId="12e1d508-426e-4c6a-b43b-7681266f9ca9" providerId="ADAL" clId="{4FB9097D-FD44-E242-A68C-2137823CC664}" dt="2026-03-13T00:21:30.873" v="273" actId="478"/>
          <ac:cxnSpMkLst>
            <pc:docMk/>
            <pc:sldMk cId="3001053428" sldId="2147480764"/>
            <ac:cxnSpMk id="12" creationId="{33A5A6C7-5943-043A-B7D1-6EDE3151B186}"/>
          </ac:cxnSpMkLst>
        </pc:cxnChg>
        <pc:cxnChg chg="add del mod topLvl">
          <ac:chgData name="福元 允亮" userId="12e1d508-426e-4c6a-b43b-7681266f9ca9" providerId="ADAL" clId="{4FB9097D-FD44-E242-A68C-2137823CC664}" dt="2026-03-13T00:23:35.948" v="303" actId="478"/>
          <ac:cxnSpMkLst>
            <pc:docMk/>
            <pc:sldMk cId="3001053428" sldId="2147480764"/>
            <ac:cxnSpMk id="13" creationId="{B12AED3E-1CC4-1B40-EB52-0E69262F632B}"/>
          </ac:cxnSpMkLst>
        </pc:cxnChg>
        <pc:cxnChg chg="add mod">
          <ac:chgData name="福元 允亮" userId="12e1d508-426e-4c6a-b43b-7681266f9ca9" providerId="ADAL" clId="{4FB9097D-FD44-E242-A68C-2137823CC664}" dt="2026-03-13T00:23:43.933" v="304" actId="14100"/>
          <ac:cxnSpMkLst>
            <pc:docMk/>
            <pc:sldMk cId="3001053428" sldId="2147480764"/>
            <ac:cxnSpMk id="16" creationId="{4B6E725A-9CDA-C1CB-013B-9D9FEA7C76E8}"/>
          </ac:cxnSpMkLst>
        </pc:cxnChg>
        <pc:cxnChg chg="add mod">
          <ac:chgData name="福元 允亮" userId="12e1d508-426e-4c6a-b43b-7681266f9ca9" providerId="ADAL" clId="{4FB9097D-FD44-E242-A68C-2137823CC664}" dt="2026-03-13T00:24:03.409" v="333" actId="1038"/>
          <ac:cxnSpMkLst>
            <pc:docMk/>
            <pc:sldMk cId="3001053428" sldId="2147480764"/>
            <ac:cxnSpMk id="18" creationId="{FEC1A3FA-6B72-0102-C30B-45B84F6C7B17}"/>
          </ac:cxnSpMkLst>
        </pc:cxnChg>
        <pc:cxnChg chg="add del mod">
          <ac:chgData name="福元 允亮" userId="12e1d508-426e-4c6a-b43b-7681266f9ca9" providerId="ADAL" clId="{4FB9097D-FD44-E242-A68C-2137823CC664}" dt="2026-03-12T00:10:25.122" v="100" actId="478"/>
          <ac:cxnSpMkLst>
            <pc:docMk/>
            <pc:sldMk cId="3001053428" sldId="2147480764"/>
            <ac:cxnSpMk id="27" creationId="{4D6B78DD-B7F3-E20D-A1FD-1481D5507F19}"/>
          </ac:cxnSpMkLst>
        </pc:cxnChg>
        <pc:cxnChg chg="add del mod">
          <ac:chgData name="福元 允亮" userId="12e1d508-426e-4c6a-b43b-7681266f9ca9" providerId="ADAL" clId="{4FB9097D-FD44-E242-A68C-2137823CC664}" dt="2026-03-12T00:10:25.122" v="100" actId="478"/>
          <ac:cxnSpMkLst>
            <pc:docMk/>
            <pc:sldMk cId="3001053428" sldId="2147480764"/>
            <ac:cxnSpMk id="29" creationId="{2AC1004F-5C57-C955-3240-06FA2B0B6792}"/>
          </ac:cxnSpMkLst>
        </pc:cxnChg>
        <pc:cxnChg chg="add del mod">
          <ac:chgData name="福元 允亮" userId="12e1d508-426e-4c6a-b43b-7681266f9ca9" providerId="ADAL" clId="{4FB9097D-FD44-E242-A68C-2137823CC664}" dt="2026-03-12T00:10:25.122" v="100" actId="478"/>
          <ac:cxnSpMkLst>
            <pc:docMk/>
            <pc:sldMk cId="3001053428" sldId="2147480764"/>
            <ac:cxnSpMk id="33" creationId="{FB15D824-C8EB-835E-255A-375434A8AFC3}"/>
          </ac:cxnSpMkLst>
        </pc:cxnChg>
        <pc:cxnChg chg="add del mod topLvl">
          <ac:chgData name="福元 允亮" userId="12e1d508-426e-4c6a-b43b-7681266f9ca9" providerId="ADAL" clId="{4FB9097D-FD44-E242-A68C-2137823CC664}" dt="2026-03-13T00:23:15.302" v="298" actId="21"/>
          <ac:cxnSpMkLst>
            <pc:docMk/>
            <pc:sldMk cId="3001053428" sldId="2147480764"/>
            <ac:cxnSpMk id="39" creationId="{2CF57C89-C1DA-9B4A-FC69-7ADC5E29ED42}"/>
          </ac:cxnSpMkLst>
        </pc:cxnChg>
        <pc:cxnChg chg="add del mod topLvl">
          <ac:chgData name="福元 允亮" userId="12e1d508-426e-4c6a-b43b-7681266f9ca9" providerId="ADAL" clId="{4FB9097D-FD44-E242-A68C-2137823CC664}" dt="2026-03-13T00:14:08.475" v="224" actId="478"/>
          <ac:cxnSpMkLst>
            <pc:docMk/>
            <pc:sldMk cId="3001053428" sldId="2147480764"/>
            <ac:cxnSpMk id="41" creationId="{CE764E05-5CB7-0C63-675E-35B8AF2C70BD}"/>
          </ac:cxnSpMkLst>
        </pc:cxnChg>
        <pc:cxnChg chg="add del mod">
          <ac:chgData name="福元 允亮" userId="12e1d508-426e-4c6a-b43b-7681266f9ca9" providerId="ADAL" clId="{4FB9097D-FD44-E242-A68C-2137823CC664}" dt="2026-03-12T00:10:49.715" v="109" actId="21"/>
          <ac:cxnSpMkLst>
            <pc:docMk/>
            <pc:sldMk cId="3001053428" sldId="2147480764"/>
            <ac:cxnSpMk id="42" creationId="{CDF74761-22B8-3458-4595-A6EF69A136FE}"/>
          </ac:cxnSpMkLst>
        </pc:cxnChg>
        <pc:cxnChg chg="add mod topLvl">
          <ac:chgData name="福元 允亮" userId="12e1d508-426e-4c6a-b43b-7681266f9ca9" providerId="ADAL" clId="{4FB9097D-FD44-E242-A68C-2137823CC664}" dt="2026-03-13T00:23:03.680" v="295" actId="165"/>
          <ac:cxnSpMkLst>
            <pc:docMk/>
            <pc:sldMk cId="3001053428" sldId="2147480764"/>
            <ac:cxnSpMk id="47" creationId="{DFD73CAC-FA12-AEA1-7C55-AD3C346A454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2026/3/13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A5F4DA-87DB-392D-EBD3-E36D401BB200}"/>
              </a:ext>
            </a:extLst>
          </p:cNvPr>
          <p:cNvSpPr txBox="1"/>
          <p:nvPr/>
        </p:nvSpPr>
        <p:spPr>
          <a:xfrm>
            <a:off x="7886709" y="1659114"/>
            <a:ext cx="3932092" cy="46439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kumimoji="1" lang="en-JP" sz="2000" b="1">
                <a:latin typeface="+mn-ea"/>
              </a:rPr>
              <a:t>意味合い</a:t>
            </a: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55630-7FA9-D611-027B-9EF6C22D0D51}"/>
              </a:ext>
            </a:extLst>
          </p:cNvPr>
          <p:cNvSpPr/>
          <p:nvPr/>
        </p:nvSpPr>
        <p:spPr>
          <a:xfrm>
            <a:off x="484482" y="3638617"/>
            <a:ext cx="2326446" cy="2664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 sz="1600" b="1" dirty="0" err="1">
                <a:solidFill>
                  <a:schemeClr val="tx1"/>
                </a:solidFill>
              </a:rPr>
              <a:t>Sub Logic1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SubLogic1-1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SubLogic1-2</a:t>
            </a:r>
            <a:endParaRPr lang="en-JP" sz="12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SubLogic1-3</a:t>
            </a:r>
            <a:endParaRPr lang="en-JP" sz="1200" dirty="0" err="1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C312C3-B792-0E1E-37D3-C0AFBDAB9876}"/>
              </a:ext>
            </a:extLst>
          </p:cNvPr>
          <p:cNvSpPr/>
          <p:nvPr/>
        </p:nvSpPr>
        <p:spPr>
          <a:xfrm>
            <a:off x="5430036" y="3638617"/>
            <a:ext cx="2326446" cy="2664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 sz="1600" b="1" dirty="0" err="1">
                <a:solidFill>
                  <a:schemeClr val="tx1"/>
                </a:solidFill>
              </a:rPr>
              <a:t>Sub Logic3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SubLogic3-1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SubLogic3-2</a:t>
            </a:r>
            <a:endParaRPr lang="en-JP" sz="12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SubLogic3-3</a:t>
            </a:r>
            <a:endParaRPr lang="en-JP" sz="1200" dirty="0" err="1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177CA-161C-EF85-103E-002BC2F1B127}"/>
              </a:ext>
            </a:extLst>
          </p:cNvPr>
          <p:cNvSpPr/>
          <p:nvPr/>
        </p:nvSpPr>
        <p:spPr>
          <a:xfrm>
            <a:off x="2062974" y="1574224"/>
            <a:ext cx="4115016" cy="16451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 sz="1600" b="1" dirty="0" err="1">
                <a:solidFill>
                  <a:schemeClr val="tx1"/>
                </a:solidFill>
              </a:rPr>
              <a:t>Main Logic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MainLogic1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MainLogic2</a:t>
            </a:r>
            <a:endParaRPr lang="en-JP" sz="12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MainLogic3</a:t>
            </a:r>
            <a:endParaRPr lang="en-JP" sz="1200" dirty="0" err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AA08F5-F384-40E3-948F-1F0090C78239}"/>
              </a:ext>
            </a:extLst>
          </p:cNvPr>
          <p:cNvSpPr/>
          <p:nvPr/>
        </p:nvSpPr>
        <p:spPr>
          <a:xfrm>
            <a:off x="2957259" y="3638617"/>
            <a:ext cx="2326446" cy="2664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 sz="1600" b="1" dirty="0" err="1">
                <a:solidFill>
                  <a:schemeClr val="tx1"/>
                </a:solidFill>
              </a:rPr>
              <a:t>Sub Logic2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SubLogic2-1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SubLogic2-2</a:t>
            </a:r>
            <a:endParaRPr lang="en-JP" sz="12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SubLogic2-3</a:t>
            </a:r>
            <a:endParaRPr lang="en-JP" sz="1200" dirty="0" err="1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D73CAC-FA12-AEA1-7C55-AD3C346A4540}"/>
              </a:ext>
            </a:extLst>
          </p:cNvPr>
          <p:cNvCxnSpPr>
            <a:cxnSpLocks/>
          </p:cNvCxnSpPr>
          <p:nvPr/>
        </p:nvCxnSpPr>
        <p:spPr>
          <a:xfrm flipV="1">
            <a:off x="4120482" y="3291560"/>
            <a:ext cx="0" cy="298165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6E725A-9CDA-C1CB-013B-9D9FEA7C76E8}"/>
              </a:ext>
            </a:extLst>
          </p:cNvPr>
          <p:cNvCxnSpPr>
            <a:cxnSpLocks/>
          </p:cNvCxnSpPr>
          <p:nvPr/>
        </p:nvCxnSpPr>
        <p:spPr>
          <a:xfrm flipV="1">
            <a:off x="1647706" y="3291560"/>
            <a:ext cx="1722027" cy="323912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C1A3FA-6B72-0102-C30B-45B84F6C7B17}"/>
              </a:ext>
            </a:extLst>
          </p:cNvPr>
          <p:cNvCxnSpPr>
            <a:cxnSpLocks/>
          </p:cNvCxnSpPr>
          <p:nvPr/>
        </p:nvCxnSpPr>
        <p:spPr>
          <a:xfrm flipH="1" flipV="1">
            <a:off x="4837561" y="3291560"/>
            <a:ext cx="1722027" cy="323912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0ae734c6-b731-48fe-9f9a-77498299e3e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56</TotalTime>
  <Words>28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2026-03-13T00:33:17Z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