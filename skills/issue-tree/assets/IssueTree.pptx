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588B71-8A63-AE44-991A-D134873EC35A}" v="21" dt="2026-03-12T01:52:07.6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80"/>
    <p:restoredTop sz="94700"/>
  </p:normalViewPr>
  <p:slideViewPr>
    <p:cSldViewPr snapToGrid="0">
      <p:cViewPr varScale="1">
        <p:scale>
          <a:sx n="79" d="100"/>
          <a:sy n="79" d="100"/>
        </p:scale>
        <p:origin x="240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AC588B71-8A63-AE44-991A-D134873EC35A}"/>
    <pc:docChg chg="custSel modSld">
      <pc:chgData name="福元 允亮" userId="12e1d508-426e-4c6a-b43b-7681266f9ca9" providerId="ADAL" clId="{AC588B71-8A63-AE44-991A-D134873EC35A}" dt="2026-03-12T01:53:03.195" v="89" actId="14100"/>
      <pc:docMkLst>
        <pc:docMk/>
      </pc:docMkLst>
      <pc:sldChg chg="addSp delSp modSp mod">
        <pc:chgData name="福元 允亮" userId="12e1d508-426e-4c6a-b43b-7681266f9ca9" providerId="ADAL" clId="{AC588B71-8A63-AE44-991A-D134873EC35A}" dt="2026-03-12T01:53:03.195" v="89" actId="14100"/>
        <pc:sldMkLst>
          <pc:docMk/>
          <pc:sldMk cId="3001053428" sldId="2147480764"/>
        </pc:sldMkLst>
        <pc:spChg chg="mod">
          <ac:chgData name="福元 允亮" userId="12e1d508-426e-4c6a-b43b-7681266f9ca9" providerId="ADAL" clId="{AC588B71-8A63-AE44-991A-D134873EC35A}" dt="2026-03-12T01:15:37.723" v="48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AC588B71-8A63-AE44-991A-D134873EC35A}" dt="2026-03-12T01:15:40.567" v="83" actId="20577"/>
          <ac:spMkLst>
            <pc:docMk/>
            <pc:sldMk cId="3001053428" sldId="2147480764"/>
            <ac:spMk id="3" creationId="{12D73F1F-49C9-5A45-B9E8-D6F68FC949FD}"/>
          </ac:spMkLst>
        </pc:spChg>
        <pc:spChg chg="add del mod modVis">
          <ac:chgData name="福元 允亮" userId="12e1d508-426e-4c6a-b43b-7681266f9ca9" providerId="ADAL" clId="{AC588B71-8A63-AE44-991A-D134873EC35A}" dt="2026-03-12T01:15:36.482" v="29"/>
          <ac:spMkLst>
            <pc:docMk/>
            <pc:sldMk cId="3001053428" sldId="2147480764"/>
            <ac:spMk id="4" creationId="{9CDE8412-4D64-B0BE-EA6F-947477FC48ED}"/>
          </ac:spMkLst>
        </pc:spChg>
        <pc:spChg chg="mod">
          <ac:chgData name="福元 允亮" userId="12e1d508-426e-4c6a-b43b-7681266f9ca9" providerId="ADAL" clId="{AC588B71-8A63-AE44-991A-D134873EC35A}" dt="2026-03-12T01:52:22.774" v="84" actId="14100"/>
          <ac:spMkLst>
            <pc:docMk/>
            <pc:sldMk cId="3001053428" sldId="2147480764"/>
            <ac:spMk id="5" creationId="{4A7177CA-161C-EF85-103E-002BC2F1B127}"/>
          </ac:spMkLst>
        </pc:spChg>
        <pc:spChg chg="mod">
          <ac:chgData name="福元 允亮" userId="12e1d508-426e-4c6a-b43b-7681266f9ca9" providerId="ADAL" clId="{AC588B71-8A63-AE44-991A-D134873EC35A}" dt="2026-03-12T01:52:35.147" v="87" actId="14100"/>
          <ac:spMkLst>
            <pc:docMk/>
            <pc:sldMk cId="3001053428" sldId="2147480764"/>
            <ac:spMk id="7" creationId="{3F365AD3-3289-7FCC-02A4-BF0A822B1698}"/>
          </ac:spMkLst>
        </pc:spChg>
        <pc:spChg chg="mod">
          <ac:chgData name="福元 允亮" userId="12e1d508-426e-4c6a-b43b-7681266f9ca9" providerId="ADAL" clId="{AC588B71-8A63-AE44-991A-D134873EC35A}" dt="2026-03-12T01:52:35.147" v="87" actId="14100"/>
          <ac:spMkLst>
            <pc:docMk/>
            <pc:sldMk cId="3001053428" sldId="2147480764"/>
            <ac:spMk id="8" creationId="{98565ABF-27AA-F09E-54D9-C647162C847B}"/>
          </ac:spMkLst>
        </pc:spChg>
        <pc:spChg chg="mod">
          <ac:chgData name="福元 允亮" userId="12e1d508-426e-4c6a-b43b-7681266f9ca9" providerId="ADAL" clId="{AC588B71-8A63-AE44-991A-D134873EC35A}" dt="2026-03-12T01:52:57.420" v="88" actId="552"/>
          <ac:spMkLst>
            <pc:docMk/>
            <pc:sldMk cId="3001053428" sldId="2147480764"/>
            <ac:spMk id="9" creationId="{D808B6FB-920A-72E3-D944-16E4A6D79FA1}"/>
          </ac:spMkLst>
        </pc:spChg>
        <pc:spChg chg="add del mod modVis">
          <ac:chgData name="福元 允亮" userId="12e1d508-426e-4c6a-b43b-7681266f9ca9" providerId="ADAL" clId="{AC588B71-8A63-AE44-991A-D134873EC35A}" dt="2026-03-12T01:15:37.744" v="70"/>
          <ac:spMkLst>
            <pc:docMk/>
            <pc:sldMk cId="3001053428" sldId="2147480764"/>
            <ac:spMk id="19" creationId="{C93DC1DA-480F-6500-B913-857F2C61FB58}"/>
          </ac:spMkLst>
        </pc:spChg>
        <pc:spChg chg="mod">
          <ac:chgData name="福元 允亮" userId="12e1d508-426e-4c6a-b43b-7681266f9ca9" providerId="ADAL" clId="{AC588B71-8A63-AE44-991A-D134873EC35A}" dt="2026-03-12T01:53:03.195" v="89" actId="14100"/>
          <ac:spMkLst>
            <pc:docMk/>
            <pc:sldMk cId="3001053428" sldId="2147480764"/>
            <ac:spMk id="55" creationId="{ED6C6249-F2DD-1D32-FEC2-BCA507AB235B}"/>
          </ac:spMkLst>
        </pc:spChg>
        <pc:spChg chg="mod">
          <ac:chgData name="福元 允亮" userId="12e1d508-426e-4c6a-b43b-7681266f9ca9" providerId="ADAL" clId="{AC588B71-8A63-AE44-991A-D134873EC35A}" dt="2026-03-12T01:53:03.195" v="89" actId="14100"/>
          <ac:spMkLst>
            <pc:docMk/>
            <pc:sldMk cId="3001053428" sldId="2147480764"/>
            <ac:spMk id="56" creationId="{ED2C186C-29AB-7819-027A-D2935C73D69B}"/>
          </ac:spMkLst>
        </pc:spChg>
        <pc:spChg chg="mod">
          <ac:chgData name="福元 允亮" userId="12e1d508-426e-4c6a-b43b-7681266f9ca9" providerId="ADAL" clId="{AC588B71-8A63-AE44-991A-D134873EC35A}" dt="2026-03-12T01:53:03.195" v="89" actId="14100"/>
          <ac:spMkLst>
            <pc:docMk/>
            <pc:sldMk cId="3001053428" sldId="2147480764"/>
            <ac:spMk id="57" creationId="{318AA689-5C77-F624-D2CA-32C4DBE817BA}"/>
          </ac:spMkLst>
        </pc:spChg>
        <pc:graphicFrameChg chg="add mod modVis">
          <ac:chgData name="福元 允亮" userId="12e1d508-426e-4c6a-b43b-7681266f9ca9" providerId="ADAL" clId="{AC588B71-8A63-AE44-991A-D134873EC35A}" dt="2026-03-12T01:15:37.745" v="72"/>
          <ac:graphicFrameMkLst>
            <pc:docMk/>
            <pc:sldMk cId="3001053428" sldId="2147480764"/>
            <ac:graphicFrameMk id="6" creationId="{4770B8E6-FBD8-928C-6CDA-4B12815D762F}"/>
          </ac:graphicFrameMkLst>
        </pc:graphicFrameChg>
        <pc:cxnChg chg="mod">
          <ac:chgData name="福元 允亮" userId="12e1d508-426e-4c6a-b43b-7681266f9ca9" providerId="ADAL" clId="{AC588B71-8A63-AE44-991A-D134873EC35A}" dt="2026-03-12T01:52:35.147" v="87" actId="14100"/>
          <ac:cxnSpMkLst>
            <pc:docMk/>
            <pc:sldMk cId="3001053428" sldId="2147480764"/>
            <ac:cxnSpMk id="21" creationId="{240300F2-5AA5-CEF3-2323-E3012D5F84F9}"/>
          </ac:cxnSpMkLst>
        </pc:cxnChg>
        <pc:cxnChg chg="mod">
          <ac:chgData name="福元 允亮" userId="12e1d508-426e-4c6a-b43b-7681266f9ca9" providerId="ADAL" clId="{AC588B71-8A63-AE44-991A-D134873EC35A}" dt="2026-03-12T01:52:35.147" v="87" actId="14100"/>
          <ac:cxnSpMkLst>
            <pc:docMk/>
            <pc:sldMk cId="3001053428" sldId="2147480764"/>
            <ac:cxnSpMk id="22" creationId="{AD17CCA6-F131-1FCC-E5F4-EA206EC66A32}"/>
          </ac:cxnSpMkLst>
        </pc:cxnChg>
        <pc:cxnChg chg="mod">
          <ac:chgData name="福元 允亮" userId="12e1d508-426e-4c6a-b43b-7681266f9ca9" providerId="ADAL" clId="{AC588B71-8A63-AE44-991A-D134873EC35A}" dt="2026-03-12T01:52:57.420" v="88" actId="552"/>
          <ac:cxnSpMkLst>
            <pc:docMk/>
            <pc:sldMk cId="3001053428" sldId="2147480764"/>
            <ac:cxnSpMk id="25" creationId="{20E8ED62-E953-E00D-7164-35737DB0D234}"/>
          </ac:cxnSpMkLst>
        </pc:cxnChg>
        <pc:cxnChg chg="mod">
          <ac:chgData name="福元 允亮" userId="12e1d508-426e-4c6a-b43b-7681266f9ca9" providerId="ADAL" clId="{AC588B71-8A63-AE44-991A-D134873EC35A}" dt="2026-03-12T01:52:35.147" v="87" actId="14100"/>
          <ac:cxnSpMkLst>
            <pc:docMk/>
            <pc:sldMk cId="3001053428" sldId="2147480764"/>
            <ac:cxnSpMk id="31" creationId="{41EB75E7-F55B-86BA-398E-E93D7F5C2140}"/>
          </ac:cxnSpMkLst>
        </pc:cxnChg>
        <pc:cxnChg chg="mod">
          <ac:chgData name="福元 允亮" userId="12e1d508-426e-4c6a-b43b-7681266f9ca9" providerId="ADAL" clId="{AC588B71-8A63-AE44-991A-D134873EC35A}" dt="2026-03-12T01:52:35.147" v="87" actId="14100"/>
          <ac:cxnSpMkLst>
            <pc:docMk/>
            <pc:sldMk cId="3001053428" sldId="2147480764"/>
            <ac:cxnSpMk id="34" creationId="{18895A28-9102-F88C-4999-A4E1AAFFC5B2}"/>
          </ac:cxnSpMkLst>
        </pc:cxnChg>
        <pc:cxnChg chg="mod">
          <ac:chgData name="福元 允亮" userId="12e1d508-426e-4c6a-b43b-7681266f9ca9" providerId="ADAL" clId="{AC588B71-8A63-AE44-991A-D134873EC35A}" dt="2026-03-12T01:52:35.147" v="87" actId="14100"/>
          <ac:cxnSpMkLst>
            <pc:docMk/>
            <pc:sldMk cId="3001053428" sldId="2147480764"/>
            <ac:cxnSpMk id="43" creationId="{C4E66899-7D77-566A-3C7D-0F9543F9BB68}"/>
          </ac:cxnSpMkLst>
        </pc:cxnChg>
        <pc:cxnChg chg="mod">
          <ac:chgData name="福元 允亮" userId="12e1d508-426e-4c6a-b43b-7681266f9ca9" providerId="ADAL" clId="{AC588B71-8A63-AE44-991A-D134873EC35A}" dt="2026-03-12T01:52:57.420" v="88" actId="552"/>
          <ac:cxnSpMkLst>
            <pc:docMk/>
            <pc:sldMk cId="3001053428" sldId="2147480764"/>
            <ac:cxnSpMk id="46" creationId="{6F4646C5-F47F-EC4F-6F80-691D1B64854E}"/>
          </ac:cxnSpMkLst>
        </pc:cxnChg>
        <pc:cxnChg chg="mod">
          <ac:chgData name="福元 允亮" userId="12e1d508-426e-4c6a-b43b-7681266f9ca9" providerId="ADAL" clId="{AC588B71-8A63-AE44-991A-D134873EC35A}" dt="2026-03-12T01:52:57.420" v="88" actId="552"/>
          <ac:cxnSpMkLst>
            <pc:docMk/>
            <pc:sldMk cId="3001053428" sldId="2147480764"/>
            <ac:cxnSpMk id="49" creationId="{AD008BCA-008D-E1F3-E3F7-7720A6488973}"/>
          </ac:cxnSpMkLst>
        </pc:cxnChg>
        <pc:cxnChg chg="mod">
          <ac:chgData name="福元 允亮" userId="12e1d508-426e-4c6a-b43b-7681266f9ca9" providerId="ADAL" clId="{AC588B71-8A63-AE44-991A-D134873EC35A}" dt="2026-03-12T01:52:57.420" v="88" actId="552"/>
          <ac:cxnSpMkLst>
            <pc:docMk/>
            <pc:sldMk cId="3001053428" sldId="2147480764"/>
            <ac:cxnSpMk id="52" creationId="{C89C449E-52BB-826D-B518-892AA7C40605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2026/3/12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770B8E6-FBD8-928C-6CDA-4B12815D762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992261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70B8E6-FBD8-928C-6CDA-4B12815D76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Chart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7177CA-161C-EF85-103E-002BC2F1B127}"/>
              </a:ext>
            </a:extLst>
          </p:cNvPr>
          <p:cNvSpPr/>
          <p:nvPr/>
        </p:nvSpPr>
        <p:spPr>
          <a:xfrm>
            <a:off x="370800" y="1574224"/>
            <a:ext cx="2500988" cy="150007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ja-JP" altLang="en-US" sz="1400" dirty="0" err="1">
                <a:solidFill>
                  <a:schemeClr val="tx1"/>
                </a:solidFill>
              </a:rPr>
              <a:t>ルートイシュー</a:t>
            </a:r>
            <a:endParaRPr kumimoji="1" lang="en-JP" sz="1400" dirty="0" err="1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365AD3-3289-7FCC-02A4-BF0A822B1698}"/>
              </a:ext>
            </a:extLst>
          </p:cNvPr>
          <p:cNvSpPr/>
          <p:nvPr/>
        </p:nvSpPr>
        <p:spPr>
          <a:xfrm>
            <a:off x="3230352" y="1574224"/>
            <a:ext cx="3026196" cy="8429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ja-JP" altLang="en-US" sz="1400" dirty="0" err="1">
                <a:solidFill>
                  <a:schemeClr val="tx1"/>
                </a:solidFill>
              </a:rPr>
              <a:t>サブイシュー</a:t>
            </a:r>
            <a:r>
              <a:rPr kumimoji="1" lang="en-US" altLang="ja-JP" sz="1400" dirty="0" err="1">
                <a:solidFill>
                  <a:schemeClr val="tx1"/>
                </a:solidFill>
              </a:rPr>
              <a:t>1</a:t>
            </a:r>
            <a:endParaRPr kumimoji="1" lang="en-JP" sz="1400" dirty="0" err="1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565ABF-27AA-F09E-54D9-C647162C847B}"/>
              </a:ext>
            </a:extLst>
          </p:cNvPr>
          <p:cNvSpPr/>
          <p:nvPr/>
        </p:nvSpPr>
        <p:spPr>
          <a:xfrm>
            <a:off x="3230352" y="3197386"/>
            <a:ext cx="3026196" cy="8429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ja-JP" altLang="en-US" sz="1400" dirty="0" err="1">
                <a:solidFill>
                  <a:schemeClr val="tx1"/>
                </a:solidFill>
              </a:rPr>
              <a:t>サブイシュー</a:t>
            </a:r>
            <a:r>
              <a:rPr lang="en-US" altLang="ja-JP" sz="1400" dirty="0" err="1">
                <a:solidFill>
                  <a:schemeClr val="tx1"/>
                </a:solidFill>
              </a:rPr>
              <a:t>2</a:t>
            </a:r>
            <a:endParaRPr lang="en-JP" sz="1400" dirty="0" err="1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08B6FB-920A-72E3-D944-16E4A6D79FA1}"/>
              </a:ext>
            </a:extLst>
          </p:cNvPr>
          <p:cNvSpPr/>
          <p:nvPr/>
        </p:nvSpPr>
        <p:spPr>
          <a:xfrm>
            <a:off x="3230352" y="4802963"/>
            <a:ext cx="3026196" cy="8429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ja-JP" altLang="en-US" sz="1400" dirty="0" err="1">
                <a:solidFill>
                  <a:schemeClr val="tx1"/>
                </a:solidFill>
              </a:rPr>
              <a:t>サブイシュー</a:t>
            </a:r>
            <a:r>
              <a:rPr lang="en-US" altLang="ja-JP" sz="1400" dirty="0" err="1">
                <a:solidFill>
                  <a:schemeClr val="tx1"/>
                </a:solidFill>
              </a:rPr>
              <a:t>3</a:t>
            </a:r>
            <a:endParaRPr lang="en-JP" sz="1400" dirty="0" err="1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2A216C-B922-516A-BC38-48BE96CA454D}"/>
              </a:ext>
            </a:extLst>
          </p:cNvPr>
          <p:cNvSpPr/>
          <p:nvPr/>
        </p:nvSpPr>
        <p:spPr>
          <a:xfrm>
            <a:off x="6615113" y="1574224"/>
            <a:ext cx="5203687" cy="4531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ja-JP" altLang="en-US" sz="1400" dirty="0" err="1">
                <a:solidFill>
                  <a:schemeClr val="tx1"/>
                </a:solidFill>
              </a:rPr>
              <a:t>サブイシュー</a:t>
            </a:r>
            <a:r>
              <a:rPr lang="en-US" altLang="ja-JP" sz="1400" dirty="0" err="1">
                <a:solidFill>
                  <a:schemeClr val="tx1"/>
                </a:solidFill>
              </a:rPr>
              <a:t>1-1</a:t>
            </a:r>
            <a:endParaRPr lang="en-JP" sz="1400" dirty="0" err="1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FE2257-884C-D1DE-733F-E7784E049A56}"/>
              </a:ext>
            </a:extLst>
          </p:cNvPr>
          <p:cNvSpPr/>
          <p:nvPr/>
        </p:nvSpPr>
        <p:spPr>
          <a:xfrm>
            <a:off x="6615113" y="2097693"/>
            <a:ext cx="5203687" cy="4531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ja-JP" altLang="en-US" sz="1400" dirty="0" err="1">
                <a:solidFill>
                  <a:schemeClr val="tx1"/>
                </a:solidFill>
              </a:rPr>
              <a:t>サブイシュー</a:t>
            </a:r>
            <a:r>
              <a:rPr lang="en-US" altLang="ja-JP" sz="1400" dirty="0" err="1">
                <a:solidFill>
                  <a:schemeClr val="tx1"/>
                </a:solidFill>
              </a:rPr>
              <a:t>1-2</a:t>
            </a:r>
            <a:endParaRPr lang="en-JP" sz="1400" dirty="0" err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62F346-55B2-65CF-6F70-96C04770D255}"/>
              </a:ext>
            </a:extLst>
          </p:cNvPr>
          <p:cNvSpPr/>
          <p:nvPr/>
        </p:nvSpPr>
        <p:spPr>
          <a:xfrm>
            <a:off x="6615113" y="2621162"/>
            <a:ext cx="5203687" cy="4531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ja-JP" altLang="en-US" sz="1400" dirty="0" err="1">
                <a:solidFill>
                  <a:schemeClr val="tx1"/>
                </a:solidFill>
              </a:rPr>
              <a:t>サブイシュー</a:t>
            </a:r>
            <a:r>
              <a:rPr lang="en-US" altLang="ja-JP" sz="1400" dirty="0" err="1">
                <a:solidFill>
                  <a:schemeClr val="tx1"/>
                </a:solidFill>
              </a:rPr>
              <a:t>1-3</a:t>
            </a:r>
            <a:endParaRPr lang="en-JP" sz="1400" dirty="0" err="1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9D2BEE-10F8-EB1A-AEE2-76A3E0267C38}"/>
              </a:ext>
            </a:extLst>
          </p:cNvPr>
          <p:cNvSpPr/>
          <p:nvPr/>
        </p:nvSpPr>
        <p:spPr>
          <a:xfrm>
            <a:off x="6615113" y="3197386"/>
            <a:ext cx="5203687" cy="4531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ja-JP" altLang="en-US" sz="1400" dirty="0" err="1">
                <a:solidFill>
                  <a:schemeClr val="tx1"/>
                </a:solidFill>
              </a:rPr>
              <a:t>サブイシュー</a:t>
            </a:r>
            <a:r>
              <a:rPr lang="en-US" altLang="ja-JP" sz="1400" dirty="0" err="1">
                <a:solidFill>
                  <a:schemeClr val="tx1"/>
                </a:solidFill>
              </a:rPr>
              <a:t>2-1</a:t>
            </a:r>
            <a:endParaRPr lang="en-JP" sz="1400" dirty="0" err="1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67527B-49FF-DC9B-84FE-F3739DD0CEFD}"/>
              </a:ext>
            </a:extLst>
          </p:cNvPr>
          <p:cNvSpPr/>
          <p:nvPr/>
        </p:nvSpPr>
        <p:spPr>
          <a:xfrm>
            <a:off x="6615113" y="3720855"/>
            <a:ext cx="5203687" cy="4531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ja-JP" altLang="en-US" sz="1400" dirty="0" err="1">
                <a:solidFill>
                  <a:schemeClr val="tx1"/>
                </a:solidFill>
              </a:rPr>
              <a:t>サブイシュー</a:t>
            </a:r>
            <a:r>
              <a:rPr lang="en-US" altLang="ja-JP" sz="1400" dirty="0" err="1">
                <a:solidFill>
                  <a:schemeClr val="tx1"/>
                </a:solidFill>
              </a:rPr>
              <a:t>2-2</a:t>
            </a:r>
            <a:endParaRPr lang="en-JP" sz="1400" dirty="0" err="1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E660AE-C710-D174-7680-634FE8C4E70B}"/>
              </a:ext>
            </a:extLst>
          </p:cNvPr>
          <p:cNvSpPr/>
          <p:nvPr/>
        </p:nvSpPr>
        <p:spPr>
          <a:xfrm>
            <a:off x="6615113" y="4244324"/>
            <a:ext cx="5203687" cy="4531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ja-JP" altLang="en-US" sz="1400" dirty="0" err="1">
                <a:solidFill>
                  <a:schemeClr val="tx1"/>
                </a:solidFill>
              </a:rPr>
              <a:t>サブイシュー</a:t>
            </a:r>
            <a:r>
              <a:rPr lang="en-US" altLang="ja-JP" sz="1400" dirty="0" err="1">
                <a:solidFill>
                  <a:schemeClr val="tx1"/>
                </a:solidFill>
              </a:rPr>
              <a:t>2-3</a:t>
            </a:r>
            <a:endParaRPr lang="en-JP" sz="1400" dirty="0" err="1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736F15-70C7-3D0F-4DBA-C7587223FD40}"/>
              </a:ext>
            </a:extLst>
          </p:cNvPr>
          <p:cNvSpPr/>
          <p:nvPr/>
        </p:nvSpPr>
        <p:spPr>
          <a:xfrm>
            <a:off x="6615113" y="4802963"/>
            <a:ext cx="5203687" cy="4531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ja-JP" altLang="en-US" sz="1400" dirty="0" err="1">
                <a:solidFill>
                  <a:schemeClr val="tx1"/>
                </a:solidFill>
              </a:rPr>
              <a:t>サブイシュー</a:t>
            </a:r>
            <a:r>
              <a:rPr lang="en-US" altLang="ja-JP" sz="1400" dirty="0" err="1">
                <a:solidFill>
                  <a:schemeClr val="tx1"/>
                </a:solidFill>
              </a:rPr>
              <a:t>3-1</a:t>
            </a:r>
            <a:endParaRPr lang="en-JP" sz="1400" dirty="0" err="1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448350-D863-7725-AB5E-417FF1711A17}"/>
              </a:ext>
            </a:extLst>
          </p:cNvPr>
          <p:cNvSpPr/>
          <p:nvPr/>
        </p:nvSpPr>
        <p:spPr>
          <a:xfrm>
            <a:off x="6615113" y="5326432"/>
            <a:ext cx="5203687" cy="4531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ja-JP" altLang="en-US" sz="1400" dirty="0" err="1">
                <a:solidFill>
                  <a:schemeClr val="tx1"/>
                </a:solidFill>
              </a:rPr>
              <a:t>サブイシュー</a:t>
            </a:r>
            <a:r>
              <a:rPr lang="en-US" altLang="ja-JP" sz="1400" dirty="0" err="1">
                <a:solidFill>
                  <a:schemeClr val="tx1"/>
                </a:solidFill>
              </a:rPr>
              <a:t>3-2</a:t>
            </a:r>
            <a:endParaRPr lang="en-JP" sz="1400" dirty="0" err="1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9BA5AE-3E3B-69C2-46FA-92B09F97239F}"/>
              </a:ext>
            </a:extLst>
          </p:cNvPr>
          <p:cNvSpPr/>
          <p:nvPr/>
        </p:nvSpPr>
        <p:spPr>
          <a:xfrm>
            <a:off x="6615113" y="5849899"/>
            <a:ext cx="5203687" cy="4531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ja-JP" altLang="en-US" sz="1400" dirty="0" err="1">
                <a:solidFill>
                  <a:schemeClr val="tx1"/>
                </a:solidFill>
              </a:rPr>
              <a:t>サブイシュー</a:t>
            </a:r>
            <a:r>
              <a:rPr lang="en-US" altLang="ja-JP" sz="1400" dirty="0" err="1">
                <a:solidFill>
                  <a:schemeClr val="tx1"/>
                </a:solidFill>
              </a:rPr>
              <a:t>3-3</a:t>
            </a:r>
            <a:endParaRPr lang="en-JP" sz="14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40300F2-5AA5-CEF3-2323-E3012D5F84F9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2871788" y="1995706"/>
            <a:ext cx="358564" cy="328555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D17CCA6-F131-1FCC-E5F4-EA206EC66A32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2871788" y="2324261"/>
            <a:ext cx="358564" cy="1294607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1">
            <a:extLst>
              <a:ext uri="{FF2B5EF4-FFF2-40B4-BE49-F238E27FC236}">
                <a16:creationId xmlns:a16="http://schemas.microsoft.com/office/drawing/2014/main" id="{20E8ED62-E953-E00D-7164-35737DB0D234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2871788" y="2324261"/>
            <a:ext cx="358564" cy="2900184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1">
            <a:extLst>
              <a:ext uri="{FF2B5EF4-FFF2-40B4-BE49-F238E27FC236}">
                <a16:creationId xmlns:a16="http://schemas.microsoft.com/office/drawing/2014/main" id="{EE75A041-44C3-9E0A-5373-7B02C4014F86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 flipV="1">
            <a:off x="6256548" y="1800792"/>
            <a:ext cx="358565" cy="194914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21">
            <a:extLst>
              <a:ext uri="{FF2B5EF4-FFF2-40B4-BE49-F238E27FC236}">
                <a16:creationId xmlns:a16="http://schemas.microsoft.com/office/drawing/2014/main" id="{41EB75E7-F55B-86BA-398E-E93D7F5C2140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6256548" y="1995706"/>
            <a:ext cx="358565" cy="328555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21">
            <a:extLst>
              <a:ext uri="{FF2B5EF4-FFF2-40B4-BE49-F238E27FC236}">
                <a16:creationId xmlns:a16="http://schemas.microsoft.com/office/drawing/2014/main" id="{18895A28-9102-F88C-4999-A4E1AAFFC5B2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>
            <a:off x="6256548" y="1995706"/>
            <a:ext cx="358565" cy="852024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21">
            <a:extLst>
              <a:ext uri="{FF2B5EF4-FFF2-40B4-BE49-F238E27FC236}">
                <a16:creationId xmlns:a16="http://schemas.microsoft.com/office/drawing/2014/main" id="{12F3E1E3-A266-0601-17B1-E107A832E51F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 flipV="1">
            <a:off x="6256548" y="3423954"/>
            <a:ext cx="358565" cy="194914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21">
            <a:extLst>
              <a:ext uri="{FF2B5EF4-FFF2-40B4-BE49-F238E27FC236}">
                <a16:creationId xmlns:a16="http://schemas.microsoft.com/office/drawing/2014/main" id="{17280CF3-253A-910C-884D-DC11EE43FA19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>
            <a:off x="6256548" y="3618868"/>
            <a:ext cx="358565" cy="328555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21">
            <a:extLst>
              <a:ext uri="{FF2B5EF4-FFF2-40B4-BE49-F238E27FC236}">
                <a16:creationId xmlns:a16="http://schemas.microsoft.com/office/drawing/2014/main" id="{C4E66899-7D77-566A-3C7D-0F9543F9BB68}"/>
              </a:ext>
            </a:extLst>
          </p:cNvPr>
          <p:cNvCxnSpPr>
            <a:cxnSpLocks/>
            <a:stCxn id="8" idx="3"/>
            <a:endCxn id="15" idx="1"/>
          </p:cNvCxnSpPr>
          <p:nvPr/>
        </p:nvCxnSpPr>
        <p:spPr>
          <a:xfrm>
            <a:off x="6256548" y="3618868"/>
            <a:ext cx="358565" cy="852024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21">
            <a:extLst>
              <a:ext uri="{FF2B5EF4-FFF2-40B4-BE49-F238E27FC236}">
                <a16:creationId xmlns:a16="http://schemas.microsoft.com/office/drawing/2014/main" id="{6F4646C5-F47F-EC4F-6F80-691D1B64854E}"/>
              </a:ext>
            </a:extLst>
          </p:cNvPr>
          <p:cNvCxnSpPr>
            <a:cxnSpLocks/>
            <a:stCxn id="9" idx="3"/>
            <a:endCxn id="16" idx="1"/>
          </p:cNvCxnSpPr>
          <p:nvPr/>
        </p:nvCxnSpPr>
        <p:spPr>
          <a:xfrm flipV="1">
            <a:off x="6256548" y="5029531"/>
            <a:ext cx="358565" cy="194914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21">
            <a:extLst>
              <a:ext uri="{FF2B5EF4-FFF2-40B4-BE49-F238E27FC236}">
                <a16:creationId xmlns:a16="http://schemas.microsoft.com/office/drawing/2014/main" id="{AD008BCA-008D-E1F3-E3F7-7720A6488973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>
            <a:off x="6256548" y="5224445"/>
            <a:ext cx="358565" cy="328555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21">
            <a:extLst>
              <a:ext uri="{FF2B5EF4-FFF2-40B4-BE49-F238E27FC236}">
                <a16:creationId xmlns:a16="http://schemas.microsoft.com/office/drawing/2014/main" id="{C89C449E-52BB-826D-B518-892AA7C40605}"/>
              </a:ext>
            </a:extLst>
          </p:cNvPr>
          <p:cNvCxnSpPr>
            <a:cxnSpLocks/>
            <a:stCxn id="9" idx="3"/>
            <a:endCxn id="18" idx="1"/>
          </p:cNvCxnSpPr>
          <p:nvPr/>
        </p:nvCxnSpPr>
        <p:spPr>
          <a:xfrm>
            <a:off x="6256548" y="5224445"/>
            <a:ext cx="358565" cy="852022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D6C6249-F2DD-1D32-FEC2-BCA507AB235B}"/>
              </a:ext>
            </a:extLst>
          </p:cNvPr>
          <p:cNvSpPr txBox="1"/>
          <p:nvPr/>
        </p:nvSpPr>
        <p:spPr>
          <a:xfrm>
            <a:off x="3230352" y="2430123"/>
            <a:ext cx="3026196" cy="64633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 defTabSz="288000"/>
            <a:r>
              <a:rPr lang="en-JP" sz="900">
                <a:latin typeface="+mn-ea"/>
              </a:rPr>
              <a:t>サブイシュー1仮説：</a:t>
            </a:r>
            <a:endParaRPr kumimoji="1" lang="en-JP" sz="900">
              <a:latin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2C186C-29AB-7819-027A-D2935C73D69B}"/>
              </a:ext>
            </a:extLst>
          </p:cNvPr>
          <p:cNvSpPr txBox="1"/>
          <p:nvPr/>
        </p:nvSpPr>
        <p:spPr>
          <a:xfrm>
            <a:off x="3230352" y="4068238"/>
            <a:ext cx="3026196" cy="64633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 defTabSz="288000"/>
            <a:r>
              <a:rPr lang="en-JP" sz="900">
                <a:latin typeface="+mn-ea"/>
              </a:rPr>
              <a:t>サブイシュー2仮説：</a:t>
            </a:r>
            <a:endParaRPr kumimoji="1" lang="en-JP" sz="900"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18AA689-5C77-F624-D2CA-32C4DBE817BA}"/>
              </a:ext>
            </a:extLst>
          </p:cNvPr>
          <p:cNvSpPr txBox="1"/>
          <p:nvPr/>
        </p:nvSpPr>
        <p:spPr>
          <a:xfrm>
            <a:off x="3230352" y="5663893"/>
            <a:ext cx="3026196" cy="64633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 defTabSz="288000"/>
            <a:r>
              <a:rPr lang="en-JP" sz="900">
                <a:latin typeface="+mn-ea"/>
              </a:rPr>
              <a:t>サブイシュー3仮説：</a:t>
            </a:r>
            <a:endParaRPr kumimoji="1" lang="en-JP" sz="9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F19364-6506-4AE9-B1C7-2E3E6444FD05}">
  <ds:schemaRefs>
    <ds:schemaRef ds:uri="17f56e19-48dc-4865-971f-f3b491f58a87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dcmitype/"/>
    <ds:schemaRef ds:uri="http://purl.org/dc/elements/1.1/"/>
    <ds:schemaRef ds:uri="http://schemas.microsoft.com/office/infopath/2007/PartnerControls"/>
    <ds:schemaRef ds:uri="0ae734c6-b731-48fe-9f9a-77498299e3e1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16</TotalTime>
  <Words>44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2026-03-12T01:53:04Z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