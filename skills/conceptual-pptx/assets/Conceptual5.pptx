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50972-F739-E64F-B89B-F8DC9A67C5C0}" v="8" dt="2026-03-11T23:20:43.764"/>
    <p1510:client id="{AC588B71-8A63-AE44-991A-D134873EC35A}" v="4" dt="2026-03-11T12:17:57.619"/>
    <p1510:client id="{AC71AC63-65A3-FA46-A3AA-1221D2AE86AD}" v="20" dt="2026-03-12T04:21:25.928"/>
    <p1510:client id="{B7E86ACD-5EA5-E742-AB41-44653F6081ED}" v="8" dt="2026-03-11T13:02:39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03"/>
    <p:restoredTop sz="94715"/>
  </p:normalViewPr>
  <p:slideViewPr>
    <p:cSldViewPr snapToGrid="0">
      <p:cViewPr varScale="1">
        <p:scale>
          <a:sx n="75" d="100"/>
          <a:sy n="75" d="100"/>
        </p:scale>
        <p:origin x="18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B7E86ACD-5EA5-E742-AB41-44653F6081ED}"/>
    <pc:docChg chg="custSel modSld">
      <pc:chgData name="福元 允亮" userId="12e1d508-426e-4c6a-b43b-7681266f9ca9" providerId="ADAL" clId="{B7E86ACD-5EA5-E742-AB41-44653F6081ED}" dt="2026-03-11T13:03:11.809" v="116" actId="403"/>
      <pc:docMkLst>
        <pc:docMk/>
      </pc:docMkLst>
      <pc:sldChg chg="addSp delSp modSp mod">
        <pc:chgData name="福元 允亮" userId="12e1d508-426e-4c6a-b43b-7681266f9ca9" providerId="ADAL" clId="{B7E86ACD-5EA5-E742-AB41-44653F6081ED}" dt="2026-03-11T13:03:11.809" v="116" actId="403"/>
        <pc:sldMkLst>
          <pc:docMk/>
          <pc:sldMk cId="3001053428" sldId="2147480764"/>
        </pc:sldMkLst>
        <pc:spChg chg="add mod">
          <ac:chgData name="福元 允亮" userId="12e1d508-426e-4c6a-b43b-7681266f9ca9" providerId="ADAL" clId="{B7E86ACD-5EA5-E742-AB41-44653F6081ED}" dt="2026-03-11T13:02:08.854" v="92" actId="403"/>
          <ac:spMkLst>
            <pc:docMk/>
            <pc:sldMk cId="3001053428" sldId="2147480764"/>
            <ac:spMk id="4" creationId="{EED1F8EE-78B0-ADEE-9E25-8B21766B01B4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" creationId="{4A7177CA-161C-EF85-103E-002BC2F1B127}"/>
          </ac:spMkLst>
        </pc:spChg>
        <pc:spChg chg="add mod">
          <ac:chgData name="福元 允亮" userId="12e1d508-426e-4c6a-b43b-7681266f9ca9" providerId="ADAL" clId="{B7E86ACD-5EA5-E742-AB41-44653F6081ED}" dt="2026-03-11T13:02:24.097" v="97" actId="1076"/>
          <ac:spMkLst>
            <pc:docMk/>
            <pc:sldMk cId="3001053428" sldId="2147480764"/>
            <ac:spMk id="6" creationId="{940CCD50-BE76-9829-3C61-2D17F3E653B3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7" creationId="{3F365AD3-3289-7FCC-02A4-BF0A822B169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9" creationId="{D808B6FB-920A-72E3-D944-16E4A6D79FA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1" creationId="{BBFE2257-884C-D1DE-733F-E7784E049A56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4" creationId="{3067527B-49FF-DC9B-84FE-F3739DD0CEFD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6" creationId="{36736F15-70C7-3D0F-4DBA-C7587223FD40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mod">
          <ac:chgData name="福元 允亮" userId="12e1d508-426e-4c6a-b43b-7681266f9ca9" providerId="ADAL" clId="{B7E86ACD-5EA5-E742-AB41-44653F6081ED}" dt="2026-03-11T13:02:36.971" v="103" actId="14100"/>
          <ac:spMkLst>
            <pc:docMk/>
            <pc:sldMk cId="3001053428" sldId="2147480764"/>
            <ac:spMk id="24" creationId="{6872BE3F-0407-A386-EF43-BBFD0FB24C95}"/>
          </ac:spMkLst>
        </pc:spChg>
        <pc:spChg chg="add mod">
          <ac:chgData name="福元 允亮" userId="12e1d508-426e-4c6a-b43b-7681266f9ca9" providerId="ADAL" clId="{B7E86ACD-5EA5-E742-AB41-44653F6081ED}" dt="2026-03-11T13:02:16.946" v="95" actId="571"/>
          <ac:spMkLst>
            <pc:docMk/>
            <pc:sldMk cId="3001053428" sldId="2147480764"/>
            <ac:spMk id="29" creationId="{0DE24B55-8A7E-95AD-1C55-4862574CCB6B}"/>
          </ac:spMkLst>
        </pc:spChg>
        <pc:spChg chg="add mod">
          <ac:chgData name="福元 允亮" userId="12e1d508-426e-4c6a-b43b-7681266f9ca9" providerId="ADAL" clId="{B7E86ACD-5EA5-E742-AB41-44653F6081ED}" dt="2026-03-11T13:02:39.145" v="104" actId="571"/>
          <ac:spMkLst>
            <pc:docMk/>
            <pc:sldMk cId="3001053428" sldId="2147480764"/>
            <ac:spMk id="32" creationId="{E1994D04-1846-0EDE-64ED-44A2FE79C29B}"/>
          </ac:spMkLst>
        </pc:spChg>
        <pc:spChg chg="add mod">
          <ac:chgData name="福元 允亮" userId="12e1d508-426e-4c6a-b43b-7681266f9ca9" providerId="ADAL" clId="{B7E86ACD-5EA5-E742-AB41-44653F6081ED}" dt="2026-03-11T13:03:11.809" v="116" actId="403"/>
          <ac:spMkLst>
            <pc:docMk/>
            <pc:sldMk cId="3001053428" sldId="2147480764"/>
            <ac:spMk id="33" creationId="{D0160BD6-1921-D6C3-D5B1-BB6C037DB34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7" creationId="{318AA689-5C77-F624-D2CA-32C4DBE817BA}"/>
          </ac:spMkLst>
        </pc:sp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20" creationId="{0B6D1EDF-E3E5-74AF-A8B7-85AF8DB6249A}"/>
          </ac:cxnSpMkLst>
        </pc:cxnChg>
        <pc:cxnChg chg="add mod">
          <ac:chgData name="福元 允亮" userId="12e1d508-426e-4c6a-b43b-7681266f9ca9" providerId="ADAL" clId="{B7E86ACD-5EA5-E742-AB41-44653F6081ED}" dt="2026-03-11T13:02:16.946" v="95" actId="571"/>
          <ac:cxnSpMkLst>
            <pc:docMk/>
            <pc:sldMk cId="3001053428" sldId="2147480764"/>
            <ac:cxnSpMk id="27" creationId="{41DAFBEE-2ADF-2CA8-A80A-D41E86097C75}"/>
          </ac:cxnSpMkLst>
        </pc:cxn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6EA50972-F739-E64F-B89B-F8DC9A67C5C0}"/>
    <pc:docChg chg="undo custSel modSld">
      <pc:chgData name="福元 允亮" userId="12e1d508-426e-4c6a-b43b-7681266f9ca9" providerId="ADAL" clId="{6EA50972-F739-E64F-B89B-F8DC9A67C5C0}" dt="2026-03-11T23:21:44.766" v="157" actId="1036"/>
      <pc:docMkLst>
        <pc:docMk/>
      </pc:docMkLst>
      <pc:sldChg chg="addSp delSp modSp mod">
        <pc:chgData name="福元 允亮" userId="12e1d508-426e-4c6a-b43b-7681266f9ca9" providerId="ADAL" clId="{6EA50972-F739-E64F-B89B-F8DC9A67C5C0}" dt="2026-03-11T23:21:44.766" v="157" actId="1036"/>
        <pc:sldMkLst>
          <pc:docMk/>
          <pc:sldMk cId="3001053428" sldId="2147480764"/>
        </pc:sldMkLst>
        <pc:spChg chg="mod">
          <ac:chgData name="福元 允亮" userId="12e1d508-426e-4c6a-b43b-7681266f9ca9" providerId="ADAL" clId="{6EA50972-F739-E64F-B89B-F8DC9A67C5C0}" dt="2026-03-11T23:21:44.766" v="157" actId="1036"/>
          <ac:spMkLst>
            <pc:docMk/>
            <pc:sldMk cId="3001053428" sldId="2147480764"/>
            <ac:spMk id="4" creationId="{EED1F8EE-78B0-ADEE-9E25-8B21766B01B4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5" creationId="{9F96D6E4-67DE-7362-372D-2CB700DD8619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6" creationId="{940CCD50-BE76-9829-3C61-2D17F3E653B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7" creationId="{2345FD41-D114-EF45-6229-2355B5C3066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8" creationId="{291572FA-E6BF-C1CA-894D-4434CE74B6D5}"/>
          </ac:spMkLst>
        </pc:spChg>
        <pc:spChg chg="add mod">
          <ac:chgData name="福元 允亮" userId="12e1d508-426e-4c6a-b43b-7681266f9ca9" providerId="ADAL" clId="{6EA50972-F739-E64F-B89B-F8DC9A67C5C0}" dt="2026-03-11T23:20:31.139" v="129" actId="20577"/>
          <ac:spMkLst>
            <pc:docMk/>
            <pc:sldMk cId="3001053428" sldId="2147480764"/>
            <ac:spMk id="9" creationId="{2EA3312E-7543-1D8C-659D-62464FA47E37}"/>
          </ac:spMkLst>
        </pc:spChg>
        <pc:spChg chg="add mod">
          <ac:chgData name="福元 允亮" userId="12e1d508-426e-4c6a-b43b-7681266f9ca9" providerId="ADAL" clId="{6EA50972-F739-E64F-B89B-F8DC9A67C5C0}" dt="2026-03-11T23:20:40.663" v="137" actId="20577"/>
          <ac:spMkLst>
            <pc:docMk/>
            <pc:sldMk cId="3001053428" sldId="2147480764"/>
            <ac:spMk id="10" creationId="{EC57CD14-AE92-C606-A361-0E06329F877C}"/>
          </ac:spMkLst>
        </pc:spChg>
        <pc:spChg chg="add mod">
          <ac:chgData name="福元 允亮" userId="12e1d508-426e-4c6a-b43b-7681266f9ca9" providerId="ADAL" clId="{6EA50972-F739-E64F-B89B-F8DC9A67C5C0}" dt="2026-03-11T23:20:47.052" v="145" actId="20577"/>
          <ac:spMkLst>
            <pc:docMk/>
            <pc:sldMk cId="3001053428" sldId="2147480764"/>
            <ac:spMk id="11" creationId="{140E7609-2841-8432-B969-F71CA8E2D723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24" creationId="{6872BE3F-0407-A386-EF43-BBFD0FB24C95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32" creationId="{E1994D04-1846-0EDE-64ED-44A2FE79C29B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33" creationId="{D0160BD6-1921-D6C3-D5B1-BB6C037DB341}"/>
          </ac:spMkLst>
        </pc:spChg>
        <pc:cxnChg chg="mod">
          <ac:chgData name="福元 允亮" userId="12e1d508-426e-4c6a-b43b-7681266f9ca9" providerId="ADAL" clId="{6EA50972-F739-E64F-B89B-F8DC9A67C5C0}" dt="2026-03-11T23:21:44.766" v="157" actId="1036"/>
          <ac:cxnSpMkLst>
            <pc:docMk/>
            <pc:sldMk cId="3001053428" sldId="2147480764"/>
            <ac:cxnSpMk id="20" creationId="{0B6D1EDF-E3E5-74AF-A8B7-85AF8DB6249A}"/>
          </ac:cxnSpMkLst>
        </pc:cxnChg>
        <pc:cxnChg chg="del">
          <ac:chgData name="福元 允亮" userId="12e1d508-426e-4c6a-b43b-7681266f9ca9" providerId="ADAL" clId="{6EA50972-F739-E64F-B89B-F8DC9A67C5C0}" dt="2026-03-11T23:17:58.639" v="31" actId="478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AC71AC63-65A3-FA46-A3AA-1221D2AE86AD}"/>
    <pc:docChg chg="custSel modSld">
      <pc:chgData name="福元 允亮" userId="12e1d508-426e-4c6a-b43b-7681266f9ca9" providerId="ADAL" clId="{AC71AC63-65A3-FA46-A3AA-1221D2AE86AD}" dt="2026-03-12T04:21:34.643" v="106" actId="1076"/>
      <pc:docMkLst>
        <pc:docMk/>
      </pc:docMkLst>
      <pc:sldChg chg="addSp delSp modSp mod">
        <pc:chgData name="福元 允亮" userId="12e1d508-426e-4c6a-b43b-7681266f9ca9" providerId="ADAL" clId="{AC71AC63-65A3-FA46-A3AA-1221D2AE86AD}" dt="2026-03-12T04:21:34.643" v="106" actId="1076"/>
        <pc:sldMkLst>
          <pc:docMk/>
          <pc:sldMk cId="3001053428" sldId="2147480764"/>
        </pc:sldMkLst>
        <pc:spChg chg="mod">
          <ac:chgData name="福元 允亮" userId="12e1d508-426e-4c6a-b43b-7681266f9ca9" providerId="ADAL" clId="{AC71AC63-65A3-FA46-A3AA-1221D2AE86AD}" dt="2026-03-12T01:21:56.516" v="58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AC71AC63-65A3-FA46-A3AA-1221D2AE86AD}" dt="2026-03-12T01:21:58.557" v="104" actId="20577"/>
          <ac:spMkLst>
            <pc:docMk/>
            <pc:sldMk cId="3001053428" sldId="2147480764"/>
            <ac:spMk id="3" creationId="{12D73F1F-49C9-5A45-B9E8-D6F68FC949FD}"/>
          </ac:spMkLst>
        </pc:spChg>
        <pc:spChg chg="del">
          <ac:chgData name="福元 允亮" userId="12e1d508-426e-4c6a-b43b-7681266f9ca9" providerId="ADAL" clId="{AC71AC63-65A3-FA46-A3AA-1221D2AE86AD}" dt="2026-03-12T04:21:26.742" v="105" actId="478"/>
          <ac:spMkLst>
            <pc:docMk/>
            <pc:sldMk cId="3001053428" sldId="2147480764"/>
            <ac:spMk id="4" creationId="{EED1F8EE-78B0-ADEE-9E25-8B21766B01B4}"/>
          </ac:spMkLst>
        </pc:spChg>
        <pc:spChg chg="mod topLvl">
          <ac:chgData name="福元 允亮" userId="12e1d508-426e-4c6a-b43b-7681266f9ca9" providerId="ADAL" clId="{AC71AC63-65A3-FA46-A3AA-1221D2AE86AD}" dt="2026-03-12T04:21:34.643" v="106" actId="1076"/>
          <ac:spMkLst>
            <pc:docMk/>
            <pc:sldMk cId="3001053428" sldId="2147480764"/>
            <ac:spMk id="5" creationId="{9F96D6E4-67DE-7362-372D-2CB700DD8619}"/>
          </ac:spMkLst>
        </pc:spChg>
        <pc:spChg chg="add del mod modVis">
          <ac:chgData name="福元 允亮" userId="12e1d508-426e-4c6a-b43b-7681266f9ca9" providerId="ADAL" clId="{AC71AC63-65A3-FA46-A3AA-1221D2AE86AD}" dt="2026-03-12T01:21:56.538" v="80"/>
          <ac:spMkLst>
            <pc:docMk/>
            <pc:sldMk cId="3001053428" sldId="2147480764"/>
            <ac:spMk id="6" creationId="{7D470A1B-2831-4F94-DE76-A3C8D5CFD6B6}"/>
          </ac:spMkLst>
        </pc:spChg>
        <pc:spChg chg="mod topLvl">
          <ac:chgData name="福元 允亮" userId="12e1d508-426e-4c6a-b43b-7681266f9ca9" providerId="ADAL" clId="{AC71AC63-65A3-FA46-A3AA-1221D2AE86AD}" dt="2026-03-12T04:21:34.643" v="106" actId="1076"/>
          <ac:spMkLst>
            <pc:docMk/>
            <pc:sldMk cId="3001053428" sldId="2147480764"/>
            <ac:spMk id="7" creationId="{2345FD41-D114-EF45-6229-2355B5C30663}"/>
          </ac:spMkLst>
        </pc:spChg>
        <pc:spChg chg="mod topLvl">
          <ac:chgData name="福元 允亮" userId="12e1d508-426e-4c6a-b43b-7681266f9ca9" providerId="ADAL" clId="{AC71AC63-65A3-FA46-A3AA-1221D2AE86AD}" dt="2026-03-12T04:21:34.643" v="106" actId="1076"/>
          <ac:spMkLst>
            <pc:docMk/>
            <pc:sldMk cId="3001053428" sldId="2147480764"/>
            <ac:spMk id="8" creationId="{291572FA-E6BF-C1CA-894D-4434CE74B6D5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9" creationId="{2EA3312E-7543-1D8C-659D-62464FA47E37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0" creationId="{EC57CD14-AE92-C606-A361-0E06329F877C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1" creationId="{140E7609-2841-8432-B969-F71CA8E2D723}"/>
          </ac:spMkLst>
        </pc:spChg>
        <pc:spChg chg="add mod">
          <ac:chgData name="福元 允亮" userId="12e1d508-426e-4c6a-b43b-7681266f9ca9" providerId="ADAL" clId="{AC71AC63-65A3-FA46-A3AA-1221D2AE86AD}" dt="2026-03-12T04:21:34.643" v="106" actId="1076"/>
          <ac:spMkLst>
            <pc:docMk/>
            <pc:sldMk cId="3001053428" sldId="2147480764"/>
            <ac:spMk id="12" creationId="{385A2BE0-D69A-345D-084A-7F15D3C456BF}"/>
          </ac:spMkLst>
        </pc:spChg>
        <pc:spChg chg="add mod">
          <ac:chgData name="福元 允亮" userId="12e1d508-426e-4c6a-b43b-7681266f9ca9" providerId="ADAL" clId="{AC71AC63-65A3-FA46-A3AA-1221D2AE86AD}" dt="2026-03-12T04:21:34.643" v="106" actId="1076"/>
          <ac:spMkLst>
            <pc:docMk/>
            <pc:sldMk cId="3001053428" sldId="2147480764"/>
            <ac:spMk id="13" creationId="{C85716EF-8666-A262-C86A-FA0E9790564D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4" creationId="{9A1AF2A1-DBBE-EB67-2F7F-2275843E1582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5" creationId="{C2C386CD-B3A8-6AC3-1218-3C00EE2E8006}"/>
          </ac:spMkLst>
        </pc:spChg>
        <pc:grpChg chg="add del mod">
          <ac:chgData name="福元 允亮" userId="12e1d508-426e-4c6a-b43b-7681266f9ca9" providerId="ADAL" clId="{AC71AC63-65A3-FA46-A3AA-1221D2AE86AD}" dt="2026-03-11T23:23:30.710" v="2" actId="165"/>
          <ac:grpSpMkLst>
            <pc:docMk/>
            <pc:sldMk cId="3001053428" sldId="2147480764"/>
            <ac:grpSpMk id="6" creationId="{6BC33807-5C60-936F-192A-6E4047D70816}"/>
          </ac:grpSpMkLst>
        </pc:grpChg>
        <pc:grpChg chg="add del mod">
          <ac:chgData name="福元 允亮" userId="12e1d508-426e-4c6a-b43b-7681266f9ca9" providerId="ADAL" clId="{AC71AC63-65A3-FA46-A3AA-1221D2AE86AD}" dt="2026-03-11T23:24:35.073" v="44" actId="165"/>
          <ac:grpSpMkLst>
            <pc:docMk/>
            <pc:sldMk cId="3001053428" sldId="2147480764"/>
            <ac:grpSpMk id="16" creationId="{FBB0D717-FBD4-C17B-68B4-BAF1264C1671}"/>
          </ac:grpSpMkLst>
        </pc:grpChg>
        <pc:graphicFrameChg chg="add mod modVis">
          <ac:chgData name="福元 允亮" userId="12e1d508-426e-4c6a-b43b-7681266f9ca9" providerId="ADAL" clId="{AC71AC63-65A3-FA46-A3AA-1221D2AE86AD}" dt="2026-03-12T01:21:56.566" v="93"/>
          <ac:graphicFrameMkLst>
            <pc:docMk/>
            <pc:sldMk cId="3001053428" sldId="2147480764"/>
            <ac:graphicFrameMk id="16" creationId="{15666B0C-1BFA-1D8B-A919-0F2188AAA64B}"/>
          </ac:graphicFrameMkLst>
        </pc:graphicFrameChg>
        <pc:cxnChg chg="del">
          <ac:chgData name="福元 允亮" userId="12e1d508-426e-4c6a-b43b-7681266f9ca9" providerId="ADAL" clId="{AC71AC63-65A3-FA46-A3AA-1221D2AE86AD}" dt="2026-03-12T04:21:26.742" v="105" actId="478"/>
          <ac:cxnSpMkLst>
            <pc:docMk/>
            <pc:sldMk cId="3001053428" sldId="2147480764"/>
            <ac:cxnSpMk id="20" creationId="{0B6D1EDF-E3E5-74AF-A8B7-85AF8DB6249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15666B0C-1BFA-1D8B-A919-0F2188AAA6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7151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666B0C-1BFA-1D8B-A919-0F2188AAA6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96D6E4-67DE-7362-372D-2CB700DD8619}"/>
              </a:ext>
            </a:extLst>
          </p:cNvPr>
          <p:cNvSpPr/>
          <p:nvPr/>
        </p:nvSpPr>
        <p:spPr>
          <a:xfrm>
            <a:off x="538843" y="1780941"/>
            <a:ext cx="3086100" cy="110853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45FD41-D114-EF45-6229-2355B5C30663}"/>
              </a:ext>
            </a:extLst>
          </p:cNvPr>
          <p:cNvSpPr/>
          <p:nvPr/>
        </p:nvSpPr>
        <p:spPr>
          <a:xfrm>
            <a:off x="2356757" y="2489184"/>
            <a:ext cx="3086100" cy="110853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1572FA-E6BF-C1CA-894D-4434CE74B6D5}"/>
              </a:ext>
            </a:extLst>
          </p:cNvPr>
          <p:cNvSpPr/>
          <p:nvPr/>
        </p:nvSpPr>
        <p:spPr>
          <a:xfrm>
            <a:off x="627280" y="3346781"/>
            <a:ext cx="3086100" cy="110853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5A2BE0-D69A-345D-084A-7F15D3C456BF}"/>
              </a:ext>
            </a:extLst>
          </p:cNvPr>
          <p:cNvSpPr/>
          <p:nvPr/>
        </p:nvSpPr>
        <p:spPr>
          <a:xfrm>
            <a:off x="2356757" y="4009283"/>
            <a:ext cx="3086100" cy="110853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5716EF-8666-A262-C86A-FA0E9790564D}"/>
              </a:ext>
            </a:extLst>
          </p:cNvPr>
          <p:cNvSpPr/>
          <p:nvPr/>
        </p:nvSpPr>
        <p:spPr>
          <a:xfrm>
            <a:off x="538843" y="4819658"/>
            <a:ext cx="3086100" cy="110853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JP" sz="1600" b="1" dirty="0" err="1">
                <a:solidFill>
                  <a:schemeClr val="bg1"/>
                </a:solidFill>
              </a:rPr>
              <a:t>Concept5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312E-7543-1D8C-659D-62464FA47E37}"/>
              </a:ext>
            </a:extLst>
          </p:cNvPr>
          <p:cNvSpPr txBox="1"/>
          <p:nvPr/>
        </p:nvSpPr>
        <p:spPr>
          <a:xfrm>
            <a:off x="6096000" y="1714939"/>
            <a:ext cx="5722799" cy="78995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Concept1</a:t>
            </a:r>
            <a:endParaRPr kumimoji="1" lang="en-JP" b="1">
              <a:latin typeface="+mn-ea"/>
            </a:endParaRPr>
          </a:p>
          <a:p>
            <a:pPr marL="285750" indent="-285750" algn="l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Concept1-Detail</a:t>
            </a:r>
            <a:endParaRPr kumimoji="1" lang="en-JP" sz="160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7CD14-AE92-C606-A361-0E06329F877C}"/>
              </a:ext>
            </a:extLst>
          </p:cNvPr>
          <p:cNvSpPr txBox="1"/>
          <p:nvPr/>
        </p:nvSpPr>
        <p:spPr>
          <a:xfrm>
            <a:off x="6096000" y="2664475"/>
            <a:ext cx="5722799" cy="78995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Concept2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Concept2-Detail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E7609-2841-8432-B969-F71CA8E2D723}"/>
              </a:ext>
            </a:extLst>
          </p:cNvPr>
          <p:cNvSpPr txBox="1"/>
          <p:nvPr/>
        </p:nvSpPr>
        <p:spPr>
          <a:xfrm>
            <a:off x="6096000" y="3614012"/>
            <a:ext cx="5722799" cy="78995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Concept3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Concept3-Detail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AF2A1-DBBE-EB67-2F7F-2275843E1582}"/>
              </a:ext>
            </a:extLst>
          </p:cNvPr>
          <p:cNvSpPr txBox="1"/>
          <p:nvPr/>
        </p:nvSpPr>
        <p:spPr>
          <a:xfrm>
            <a:off x="6096000" y="4563548"/>
            <a:ext cx="5722799" cy="78995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Concept4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Concept4-Detail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386CD-B3A8-6AC3-1218-3C00EE2E8006}"/>
              </a:ext>
            </a:extLst>
          </p:cNvPr>
          <p:cNvSpPr txBox="1"/>
          <p:nvPr/>
        </p:nvSpPr>
        <p:spPr>
          <a:xfrm>
            <a:off x="6096000" y="5513085"/>
            <a:ext cx="5722799" cy="78995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 defTabSz="288000"/>
            <a:r>
              <a:rPr kumimoji="1" lang="en-JP" sz="2000" b="1">
                <a:latin typeface="+mn-ea"/>
              </a:rPr>
              <a:t>Concept5</a:t>
            </a:r>
            <a:endParaRPr kumimoji="1" lang="en-JP" b="1">
              <a:latin typeface="+mn-ea"/>
            </a:endParaRPr>
          </a:p>
          <a:p>
            <a:pPr marL="285750" indent="-285750" defTabSz="288000"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Concept5-Detail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0ae734c6-b731-48fe-9f9a-77498299e3e1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7f56e19-48dc-4865-971f-f3b491f58a8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24</TotalTime>
  <Words>19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2026-03-12T04:21:35Z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