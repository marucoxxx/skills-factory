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50972-F739-E64F-B89B-F8DC9A67C5C0}" v="24" dt="2026-03-13T05:29:42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31"/>
    <p:restoredTop sz="94708"/>
  </p:normalViewPr>
  <p:slideViewPr>
    <p:cSldViewPr snapToGrid="0">
      <p:cViewPr varScale="1">
        <p:scale>
          <a:sx n="73" d="100"/>
          <a:sy n="73" d="100"/>
        </p:scale>
        <p:origin x="216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B7E86ACD-5EA5-E742-AB41-44653F6081ED}"/>
    <pc:docChg chg="custSel modSld">
      <pc:chgData name="福元 允亮" userId="12e1d508-426e-4c6a-b43b-7681266f9ca9" providerId="ADAL" clId="{B7E86ACD-5EA5-E742-AB41-44653F6081ED}" dt="2026-03-11T13:03:11.809" v="116" actId="403"/>
      <pc:docMkLst>
        <pc:docMk/>
      </pc:docMkLst>
      <pc:sldChg chg="addSp delSp modSp mod">
        <pc:chgData name="福元 允亮" userId="12e1d508-426e-4c6a-b43b-7681266f9ca9" providerId="ADAL" clId="{B7E86ACD-5EA5-E742-AB41-44653F6081ED}" dt="2026-03-11T13:03:11.809" v="116" actId="403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6EA50972-F739-E64F-B89B-F8DC9A67C5C0}"/>
    <pc:docChg chg="undo custSel modSld">
      <pc:chgData name="福元 允亮" userId="12e1d508-426e-4c6a-b43b-7681266f9ca9" providerId="ADAL" clId="{6EA50972-F739-E64F-B89B-F8DC9A67C5C0}" dt="2026-03-13T05:29:43.949" v="245" actId="20577"/>
      <pc:docMkLst>
        <pc:docMk/>
      </pc:docMkLst>
      <pc:sldChg chg="addSp delSp modSp mod">
        <pc:chgData name="福元 允亮" userId="12e1d508-426e-4c6a-b43b-7681266f9ca9" providerId="ADAL" clId="{6EA50972-F739-E64F-B89B-F8DC9A67C5C0}" dt="2026-03-13T05:29:43.949" v="245" actId="20577"/>
        <pc:sldMkLst>
          <pc:docMk/>
          <pc:sldMk cId="3001053428" sldId="2147480764"/>
        </pc:sldMkLst>
        <pc:spChg chg="mod">
          <ac:chgData name="福元 允亮" userId="12e1d508-426e-4c6a-b43b-7681266f9ca9" providerId="ADAL" clId="{6EA50972-F739-E64F-B89B-F8DC9A67C5C0}" dt="2026-03-12T01:22:13.500" v="170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6EA50972-F739-E64F-B89B-F8DC9A67C5C0}" dt="2026-03-12T01:22:16.316" v="216" actId="20577"/>
          <ac:spMkLst>
            <pc:docMk/>
            <pc:sldMk cId="3001053428" sldId="2147480764"/>
            <ac:spMk id="3" creationId="{12D73F1F-49C9-5A45-B9E8-D6F68FC949FD}"/>
          </ac:spMkLst>
        </pc:spChg>
        <pc:spChg chg="del mod">
          <ac:chgData name="福元 允亮" userId="12e1d508-426e-4c6a-b43b-7681266f9ca9" providerId="ADAL" clId="{6EA50972-F739-E64F-B89B-F8DC9A67C5C0}" dt="2026-03-12T04:21:14.261" v="217" actId="478"/>
          <ac:spMkLst>
            <pc:docMk/>
            <pc:sldMk cId="3001053428" sldId="2147480764"/>
            <ac:spMk id="4" creationId="{EED1F8EE-78B0-ADEE-9E25-8B21766B01B4}"/>
          </ac:spMkLst>
        </pc:spChg>
        <pc:spChg chg="add mod">
          <ac:chgData name="福元 允亮" userId="12e1d508-426e-4c6a-b43b-7681266f9ca9" providerId="ADAL" clId="{6EA50972-F739-E64F-B89B-F8DC9A67C5C0}" dt="2026-03-12T04:21:19.316" v="228" actId="1035"/>
          <ac:spMkLst>
            <pc:docMk/>
            <pc:sldMk cId="3001053428" sldId="2147480764"/>
            <ac:spMk id="5" creationId="{9F96D6E4-67DE-7362-372D-2CB700DD8619}"/>
          </ac:spMkLst>
        </pc:spChg>
        <pc:spChg chg="add del mod modVis">
          <ac:chgData name="福元 允亮" userId="12e1d508-426e-4c6a-b43b-7681266f9ca9" providerId="ADAL" clId="{6EA50972-F739-E64F-B89B-F8DC9A67C5C0}" dt="2026-03-12T01:22:13.521" v="192"/>
          <ac:spMkLst>
            <pc:docMk/>
            <pc:sldMk cId="3001053428" sldId="2147480764"/>
            <ac:spMk id="6" creationId="{4BD1AEA5-C5F4-18D5-7ECF-C37D59FE1E09}"/>
          </ac:spMkLst>
        </pc:spChg>
        <pc:spChg chg="add mod">
          <ac:chgData name="福元 允亮" userId="12e1d508-426e-4c6a-b43b-7681266f9ca9" providerId="ADAL" clId="{6EA50972-F739-E64F-B89B-F8DC9A67C5C0}" dt="2026-03-12T04:21:19.316" v="228" actId="1035"/>
          <ac:spMkLst>
            <pc:docMk/>
            <pc:sldMk cId="3001053428" sldId="2147480764"/>
            <ac:spMk id="7" creationId="{2345FD41-D114-EF45-6229-2355B5C30663}"/>
          </ac:spMkLst>
        </pc:spChg>
        <pc:spChg chg="add mod">
          <ac:chgData name="福元 允亮" userId="12e1d508-426e-4c6a-b43b-7681266f9ca9" providerId="ADAL" clId="{6EA50972-F739-E64F-B89B-F8DC9A67C5C0}" dt="2026-03-12T04:21:19.316" v="228" actId="1035"/>
          <ac:spMkLst>
            <pc:docMk/>
            <pc:sldMk cId="3001053428" sldId="2147480764"/>
            <ac:spMk id="8" creationId="{291572FA-E6BF-C1CA-894D-4434CE74B6D5}"/>
          </ac:spMkLst>
        </pc:spChg>
        <pc:spChg chg="add mod">
          <ac:chgData name="福元 允亮" userId="12e1d508-426e-4c6a-b43b-7681266f9ca9" providerId="ADAL" clId="{6EA50972-F739-E64F-B89B-F8DC9A67C5C0}" dt="2026-03-13T05:29:28.861" v="235" actId="20577"/>
          <ac:spMkLst>
            <pc:docMk/>
            <pc:sldMk cId="3001053428" sldId="2147480764"/>
            <ac:spMk id="9" creationId="{2EA3312E-7543-1D8C-659D-62464FA47E37}"/>
          </ac:spMkLst>
        </pc:spChg>
        <pc:spChg chg="add mod">
          <ac:chgData name="福元 允亮" userId="12e1d508-426e-4c6a-b43b-7681266f9ca9" providerId="ADAL" clId="{6EA50972-F739-E64F-B89B-F8DC9A67C5C0}" dt="2026-03-13T05:29:35.782" v="239" actId="20577"/>
          <ac:spMkLst>
            <pc:docMk/>
            <pc:sldMk cId="3001053428" sldId="2147480764"/>
            <ac:spMk id="10" creationId="{EC57CD14-AE92-C606-A361-0E06329F877C}"/>
          </ac:spMkLst>
        </pc:spChg>
        <pc:spChg chg="add mod">
          <ac:chgData name="福元 允亮" userId="12e1d508-426e-4c6a-b43b-7681266f9ca9" providerId="ADAL" clId="{6EA50972-F739-E64F-B89B-F8DC9A67C5C0}" dt="2026-03-13T05:29:43.949" v="245" actId="20577"/>
          <ac:spMkLst>
            <pc:docMk/>
            <pc:sldMk cId="3001053428" sldId="2147480764"/>
            <ac:spMk id="11" creationId="{140E7609-2841-8432-B969-F71CA8E2D723}"/>
          </ac:spMkLst>
        </pc:spChg>
        <pc:graphicFrameChg chg="add mod modVis">
          <ac:chgData name="福元 允亮" userId="12e1d508-426e-4c6a-b43b-7681266f9ca9" providerId="ADAL" clId="{6EA50972-F739-E64F-B89B-F8DC9A67C5C0}" dt="2026-03-12T01:22:13.550" v="205"/>
          <ac:graphicFrameMkLst>
            <pc:docMk/>
            <pc:sldMk cId="3001053428" sldId="2147480764"/>
            <ac:graphicFrameMk id="12" creationId="{908CE927-A6F4-A17D-C3C1-0ECA6B2995D5}"/>
          </ac:graphicFrameMkLst>
        </pc:graphicFrameChg>
        <pc:cxnChg chg="del mod">
          <ac:chgData name="福元 允亮" userId="12e1d508-426e-4c6a-b43b-7681266f9ca9" providerId="ADAL" clId="{6EA50972-F739-E64F-B89B-F8DC9A67C5C0}" dt="2026-03-12T04:21:14.261" v="217" actId="478"/>
          <ac:cxnSpMkLst>
            <pc:docMk/>
            <pc:sldMk cId="3001053428" sldId="2147480764"/>
            <ac:cxnSpMk id="20" creationId="{0B6D1EDF-E3E5-74AF-A8B7-85AF8DB6249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2026/3/13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08CE927-A6F4-A17D-C3C1-0ECA6B2995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5458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8CE927-A6F4-A17D-C3C1-0ECA6B2995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96D6E4-67DE-7362-372D-2CB700DD8619}"/>
              </a:ext>
            </a:extLst>
          </p:cNvPr>
          <p:cNvSpPr/>
          <p:nvPr/>
        </p:nvSpPr>
        <p:spPr>
          <a:xfrm>
            <a:off x="538843" y="1841134"/>
            <a:ext cx="3086100" cy="1651734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45FD41-D114-EF45-6229-2355B5C30663}"/>
              </a:ext>
            </a:extLst>
          </p:cNvPr>
          <p:cNvSpPr/>
          <p:nvPr/>
        </p:nvSpPr>
        <p:spPr>
          <a:xfrm>
            <a:off x="2356757" y="2896432"/>
            <a:ext cx="3086100" cy="1651734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1572FA-E6BF-C1CA-894D-4434CE74B6D5}"/>
              </a:ext>
            </a:extLst>
          </p:cNvPr>
          <p:cNvSpPr/>
          <p:nvPr/>
        </p:nvSpPr>
        <p:spPr>
          <a:xfrm>
            <a:off x="627280" y="4174270"/>
            <a:ext cx="3086100" cy="1651734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312E-7543-1D8C-659D-62464FA47E37}"/>
              </a:ext>
            </a:extLst>
          </p:cNvPr>
          <p:cNvSpPr txBox="1"/>
          <p:nvPr/>
        </p:nvSpPr>
        <p:spPr>
          <a:xfrm>
            <a:off x="6096000" y="1714938"/>
            <a:ext cx="5722799" cy="138792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Concept1</a:t>
            </a:r>
            <a:endParaRPr kumimoji="1" lang="en-JP" b="1">
              <a:latin typeface="+mn-ea"/>
            </a:endParaRPr>
          </a:p>
          <a:p>
            <a:pPr marL="285750" indent="-285750" algn="l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Concept1-Detail1</a:t>
            </a: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Concept1-Detail2</a:t>
            </a:r>
            <a:endParaRPr kumimoji="1" lang="en-JP" sz="160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7CD14-AE92-C606-A361-0E06329F877C}"/>
              </a:ext>
            </a:extLst>
          </p:cNvPr>
          <p:cNvSpPr txBox="1"/>
          <p:nvPr/>
        </p:nvSpPr>
        <p:spPr>
          <a:xfrm>
            <a:off x="6096000" y="3465036"/>
            <a:ext cx="5722799" cy="138792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Concept2</a:t>
            </a:r>
            <a:endParaRPr kumimoji="1" lang="en-JP" b="1">
              <a:latin typeface="+mn-ea"/>
            </a:endParaRP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Concept2-Detail1</a:t>
            </a: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Concept2-Detail2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E7609-2841-8432-B969-F71CA8E2D723}"/>
              </a:ext>
            </a:extLst>
          </p:cNvPr>
          <p:cNvSpPr txBox="1"/>
          <p:nvPr/>
        </p:nvSpPr>
        <p:spPr>
          <a:xfrm>
            <a:off x="6096000" y="5184650"/>
            <a:ext cx="5722799" cy="138792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Concept3</a:t>
            </a:r>
            <a:endParaRPr kumimoji="1" lang="en-JP" b="1">
              <a:latin typeface="+mn-ea"/>
            </a:endParaRP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Concept3-Detail1</a:t>
            </a: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Concept3-Detail2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F19364-6506-4AE9-B1C7-2E3E6444FD05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0ae734c6-b731-48fe-9f9a-77498299e3e1"/>
    <ds:schemaRef ds:uri="17f56e19-48dc-4865-971f-f3b491f58a87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23</TotalTime>
  <Words>16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2026-03-13T05:29:44Z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