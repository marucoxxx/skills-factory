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8738D5-2550-AF4F-981D-A8C1866BE157}" v="23" dt="2026-03-19T04:23:28.066"/>
    <p1510:client id="{73A3F7F6-CF54-5D4E-9C08-0DAE630A75FC}" v="19" dt="2026-03-19T04:28:16.3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40"/>
    <p:restoredTop sz="94660"/>
  </p:normalViewPr>
  <p:slideViewPr>
    <p:cSldViewPr snapToGrid="0">
      <p:cViewPr varScale="1">
        <p:scale>
          <a:sx n="102" d="100"/>
          <a:sy n="102" d="100"/>
        </p:scale>
        <p:origin x="20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  <pc:spChg chg="mod">
          <ac:chgData name="福元 允亮" userId="12e1d508-426e-4c6a-b43b-7681266f9ca9" providerId="ADAL" clId="{4FB9097D-FD44-E242-A68C-2137823CC664}" dt="2026-03-12T01:15:21.182" v="127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4FB9097D-FD44-E242-A68C-2137823CC664}" dt="2026-03-12T01:15:23.816" v="173" actId="20577"/>
          <ac:spMkLst>
            <pc:docMk/>
            <pc:sldMk cId="3001053428" sldId="2147480764"/>
            <ac:spMk id="3" creationId="{12D73F1F-49C9-5A45-B9E8-D6F68FC949FD}"/>
          </ac:spMkLst>
        </pc:spChg>
        <pc:graphicFrameChg chg="add mod modVis">
          <ac:chgData name="福元 允亮" userId="12e1d508-426e-4c6a-b43b-7681266f9ca9" providerId="ADAL" clId="{4FB9097D-FD44-E242-A68C-2137823CC664}" dt="2026-03-12T01:15:21.236" v="16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</pc:sldChg>
    </pc:docChg>
  </pc:docChgLst>
  <pc:docChgLst>
    <pc:chgData name="福元 允亮" userId="12e1d508-426e-4c6a-b43b-7681266f9ca9" providerId="ADAL" clId="{73A3F7F6-CF54-5D4E-9C08-0DAE630A75FC}"/>
    <pc:docChg chg="undo custSel modSld">
      <pc:chgData name="福元 允亮" userId="12e1d508-426e-4c6a-b43b-7681266f9ca9" providerId="ADAL" clId="{73A3F7F6-CF54-5D4E-9C08-0DAE630A75FC}" dt="2026-03-19T05:25:17.322" v="128" actId="14100"/>
      <pc:docMkLst>
        <pc:docMk/>
      </pc:docMkLst>
      <pc:sldChg chg="addSp delSp modSp mod">
        <pc:chgData name="福元 允亮" userId="12e1d508-426e-4c6a-b43b-7681266f9ca9" providerId="ADAL" clId="{73A3F7F6-CF54-5D4E-9C08-0DAE630A75FC}" dt="2026-03-19T05:25:17.322" v="128" actId="14100"/>
        <pc:sldMkLst>
          <pc:docMk/>
          <pc:sldMk cId="3001053428" sldId="2147480764"/>
        </pc:sldMkLst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4" creationId="{F9F398D3-2F6B-A011-1C1D-9A8C12E59113}"/>
          </ac:spMkLst>
        </pc:spChg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5" creationId="{6D6889C1-5BFA-C557-CB37-1967325CB392}"/>
          </ac:spMkLst>
        </pc:spChg>
        <pc:spChg chg="mod">
          <ac:chgData name="福元 允亮" userId="12e1d508-426e-4c6a-b43b-7681266f9ca9" providerId="ADAL" clId="{73A3F7F6-CF54-5D4E-9C08-0DAE630A75FC}" dt="2026-03-19T05:25:17.322" v="128" actId="14100"/>
          <ac:spMkLst>
            <pc:docMk/>
            <pc:sldMk cId="3001053428" sldId="2147480764"/>
            <ac:spMk id="7" creationId="{07C5F1D5-1FB6-4AC9-95E6-C0578AC27158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0" creationId="{F093C981-CC74-DE2E-DB51-C1E5C72CAA4A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3" creationId="{3EA67211-B74F-0557-8EB4-8823B0820C22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6" creationId="{FFB60D2D-C7BC-45CF-5BFD-DCB9780DAE75}"/>
          </ac:spMkLst>
        </pc:spChg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23" creationId="{CF5A2BEE-E40D-41A4-5432-F5E1E4EA7249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5" creationId="{5D5987A4-A19F-B84D-9DFA-6F9C909E4603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7" creationId="{887C9450-54F5-A2F9-8A7F-AD3977EF03F1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8" creationId="{D33CBAA1-D65B-4B15-C70B-F79C45DE97D5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0" creationId="{F4A6A664-7FC8-6E19-95C8-C0BD75940884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1" creationId="{18D8F863-3605-DFF4-E171-3A2B16271529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5" creationId="{CD880B83-4509-3C93-06EC-E6461609496C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6" creationId="{B18DE05F-3DFF-570B-6120-243F50E2FA86}"/>
          </ac:spMkLst>
        </pc:spChg>
        <pc:graphicFrameChg chg="add mod modGraphic">
          <ac:chgData name="福元 允亮" userId="12e1d508-426e-4c6a-b43b-7681266f9ca9" providerId="ADAL" clId="{73A3F7F6-CF54-5D4E-9C08-0DAE630A75FC}" dt="2026-03-19T04:28:16.346" v="127"/>
          <ac:graphicFrameMkLst>
            <pc:docMk/>
            <pc:sldMk cId="3001053428" sldId="2147480764"/>
            <ac:graphicFrameMk id="11" creationId="{4BCE08B5-210C-3E1E-B642-5FFD1AA361AB}"/>
          </ac:graphicFrameMkLst>
        </pc:graphicFrameChg>
      </pc:sldChg>
    </pc:docChg>
  </pc:docChgLst>
  <pc:docChgLst>
    <pc:chgData name="福元 允亮" userId="12e1d508-426e-4c6a-b43b-7681266f9ca9" providerId="ADAL" clId="{3F8738D5-2550-AF4F-981D-A8C1866BE157}"/>
    <pc:docChg chg="undo custSel modSld">
      <pc:chgData name="福元 允亮" userId="12e1d508-426e-4c6a-b43b-7681266f9ca9" providerId="ADAL" clId="{3F8738D5-2550-AF4F-981D-A8C1866BE157}" dt="2026-03-12T07:19:16.668" v="249" actId="3064"/>
      <pc:docMkLst>
        <pc:docMk/>
      </pc:docMkLst>
      <pc:sldChg chg="addSp delSp modSp mod">
        <pc:chgData name="福元 允亮" userId="12e1d508-426e-4c6a-b43b-7681266f9ca9" providerId="ADAL" clId="{3F8738D5-2550-AF4F-981D-A8C1866BE157}" dt="2026-03-12T07:19:16.668" v="249" actId="3064"/>
        <pc:sldMkLst>
          <pc:docMk/>
          <pc:sldMk cId="3001053428" sldId="2147480764"/>
        </pc:sldMkLst>
        <pc:spChg chg="mod">
          <ac:chgData name="福元 允亮" userId="12e1d508-426e-4c6a-b43b-7681266f9ca9" providerId="ADAL" clId="{3F8738D5-2550-AF4F-981D-A8C1866BE157}" dt="2026-03-12T06:53:50.504" v="109" actId="1036"/>
          <ac:spMkLst>
            <pc:docMk/>
            <pc:sldMk cId="3001053428" sldId="2147480764"/>
            <ac:spMk id="7" creationId="{07C5F1D5-1FB6-4AC9-95E6-C0578AC27158}"/>
          </ac:spMkLst>
        </pc:spChg>
        <pc:spChg chg="add mod">
          <ac:chgData name="福元 允亮" userId="12e1d508-426e-4c6a-b43b-7681266f9ca9" providerId="ADAL" clId="{3F8738D5-2550-AF4F-981D-A8C1866BE157}" dt="2026-03-12T07:19:16.668" v="249" actId="3064"/>
          <ac:spMkLst>
            <pc:docMk/>
            <pc:sldMk cId="3001053428" sldId="2147480764"/>
            <ac:spMk id="30" creationId="{6DE39449-59E9-A8C5-988C-A57C3F0FC32F}"/>
          </ac:spMkLst>
        </pc:spChg>
        <pc:cxnChg chg="mod topLvl">
          <ac:chgData name="福元 允亮" userId="12e1d508-426e-4c6a-b43b-7681266f9ca9" providerId="ADAL" clId="{3F8738D5-2550-AF4F-981D-A8C1866BE157}" dt="2026-03-12T06:53:43.418" v="106" actId="165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7" creationId="{07C5F1D5-1FB6-4AC9-95E6-C0578AC27158}"/>
          </ac:spMkLst>
        </pc:spChg>
        <pc:cxnChg chg="add mod">
          <ac:chgData name="福元 允亮" userId="12e1d508-426e-4c6a-b43b-7681266f9ca9" providerId="ADAL" clId="{677DA6F4-90AE-E448-B5D9-A10FB8393A34}" dt="2026-03-12T04:33:15.987" v="110" actId="692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2026/3/19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B876925-78A3-0D6D-A136-2CE4548C6FD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3509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876925-78A3-0D6D-A136-2CE4548C6F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5F1D5-1FB6-4AC9-95E6-C0578AC27158}"/>
              </a:ext>
            </a:extLst>
          </p:cNvPr>
          <p:cNvSpPr txBox="1"/>
          <p:nvPr/>
        </p:nvSpPr>
        <p:spPr>
          <a:xfrm>
            <a:off x="370801" y="1517807"/>
            <a:ext cx="7903543" cy="338554"/>
          </a:xfrm>
          <a:prstGeom prst="rect">
            <a:avLst/>
          </a:prstGeom>
          <a:noFill/>
        </p:spPr>
        <p:txBody>
          <a:bodyPr wrap="square" lIns="0" rIns="0" rtlCol="0" anchor="b" anchorCtr="0">
            <a:noAutofit/>
          </a:bodyPr>
          <a:lstStyle/>
          <a:p>
            <a:pPr algn="l" defTabSz="288000"/>
            <a:r>
              <a:rPr kumimoji="1" lang="en-GB" b="1">
                <a:latin typeface="+mn-ea"/>
              </a:rPr>
              <a:t>Table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C46F714-70A5-C921-7CCA-8693858A63E8}"/>
              </a:ext>
            </a:extLst>
          </p:cNvPr>
          <p:cNvCxnSpPr>
            <a:cxnSpLocks/>
          </p:cNvCxnSpPr>
          <p:nvPr/>
        </p:nvCxnSpPr>
        <p:spPr>
          <a:xfrm>
            <a:off x="370801" y="1892311"/>
            <a:ext cx="7909599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DE39449-59E9-A8C5-988C-A57C3F0FC32F}"/>
              </a:ext>
            </a:extLst>
          </p:cNvPr>
          <p:cNvSpPr txBox="1"/>
          <p:nvPr/>
        </p:nvSpPr>
        <p:spPr>
          <a:xfrm>
            <a:off x="8705088" y="1659114"/>
            <a:ext cx="3113712" cy="47749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algn="l" defTabSz="288000">
              <a:spcAft>
                <a:spcPts val="600"/>
              </a:spcAft>
            </a:pPr>
            <a:r>
              <a:rPr lang="en-JP" sz="2000" b="1">
                <a:latin typeface="+mn-ea"/>
              </a:rPr>
              <a:t>意味合い</a:t>
            </a:r>
            <a:endParaRPr kumimoji="1" lang="en-JP" sz="2000" b="1">
              <a:latin typeface="+mn-ea"/>
            </a:endParaRPr>
          </a:p>
          <a:p>
            <a:pPr marL="285750" indent="-285750" algn="l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Implication2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Implication3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CE08B5-210C-3E1E-B642-5FFD1AA36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683187"/>
              </p:ext>
            </p:extLst>
          </p:nvPr>
        </p:nvGraphicFramePr>
        <p:xfrm>
          <a:off x="364742" y="2091822"/>
          <a:ext cx="790960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267">
                  <a:extLst>
                    <a:ext uri="{9D8B030D-6E8A-4147-A177-3AD203B41FA5}">
                      <a16:colId xmlns:a16="http://schemas.microsoft.com/office/drawing/2014/main" val="2918974348"/>
                    </a:ext>
                  </a:extLst>
                </a:gridCol>
                <a:gridCol w="1318267">
                  <a:extLst>
                    <a:ext uri="{9D8B030D-6E8A-4147-A177-3AD203B41FA5}">
                      <a16:colId xmlns:a16="http://schemas.microsoft.com/office/drawing/2014/main" val="117170997"/>
                    </a:ext>
                  </a:extLst>
                </a:gridCol>
                <a:gridCol w="1318267">
                  <a:extLst>
                    <a:ext uri="{9D8B030D-6E8A-4147-A177-3AD203B41FA5}">
                      <a16:colId xmlns:a16="http://schemas.microsoft.com/office/drawing/2014/main" val="3087678397"/>
                    </a:ext>
                  </a:extLst>
                </a:gridCol>
                <a:gridCol w="1318267">
                  <a:extLst>
                    <a:ext uri="{9D8B030D-6E8A-4147-A177-3AD203B41FA5}">
                      <a16:colId xmlns:a16="http://schemas.microsoft.com/office/drawing/2014/main" val="868885377"/>
                    </a:ext>
                  </a:extLst>
                </a:gridCol>
                <a:gridCol w="1318267">
                  <a:extLst>
                    <a:ext uri="{9D8B030D-6E8A-4147-A177-3AD203B41FA5}">
                      <a16:colId xmlns:a16="http://schemas.microsoft.com/office/drawing/2014/main" val="3865234736"/>
                    </a:ext>
                  </a:extLst>
                </a:gridCol>
                <a:gridCol w="1318267">
                  <a:extLst>
                    <a:ext uri="{9D8B030D-6E8A-4147-A177-3AD203B41FA5}">
                      <a16:colId xmlns:a16="http://schemas.microsoft.com/office/drawing/2014/main" val="2587691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Label1</a:t>
                      </a:r>
                    </a:p>
                  </a:txBody>
                  <a:tcP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Label2</a:t>
                      </a:r>
                    </a:p>
                  </a:txBody>
                  <a:tcP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Label3</a:t>
                      </a:r>
                    </a:p>
                  </a:txBody>
                  <a:tcP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Label4</a:t>
                      </a:r>
                    </a:p>
                  </a:txBody>
                  <a:tcP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Label5</a:t>
                      </a:r>
                    </a:p>
                  </a:txBody>
                  <a:tcP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Label6</a:t>
                      </a:r>
                    </a:p>
                  </a:txBody>
                  <a:tcP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636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1-1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2-1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3-1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4-1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5-1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6-1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80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1-2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2-2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3-2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4-2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5-2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6-2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30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1-3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2-3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3-3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4-3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5-3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6-3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371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/>
                        <a:t>1-4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2-4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3-4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4-4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5-4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6-4</a:t>
                      </a: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392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F19364-6506-4AE9-B1C7-2E3E6444FD05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17f56e19-48dc-4865-971f-f3b491f58a87"/>
    <ds:schemaRef ds:uri="http://schemas.microsoft.com/office/infopath/2007/PartnerControls"/>
    <ds:schemaRef ds:uri="http://schemas.openxmlformats.org/package/2006/metadata/core-properties"/>
    <ds:schemaRef ds:uri="0ae734c6-b731-48fe-9f9a-77498299e3e1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95</TotalTime>
  <Words>39</Words>
  <Application>Microsoft Macintosh PowerPoint</Application>
  <PresentationFormat>Widescreen</PresentationFormat>
  <Paragraphs>37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2026-03-19T05:25:18Z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