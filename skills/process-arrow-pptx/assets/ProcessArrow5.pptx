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09910-804B-C24F-B374-96DEE8D899D7}" v="11" dt="2026-03-11T12:26:53.815"/>
    <p1510:client id="{812416AE-6445-1043-A536-EB3D483243BE}" v="20" dt="2026-03-11T13:10:58.931"/>
    <p1510:client id="{AC588B71-8A63-AE44-991A-D134873EC35A}" v="4" dt="2026-03-11T12:17:57.619"/>
    <p1510:client id="{DB94BA19-003D-7549-A207-A2F5410773F0}" v="17" dt="2026-03-12T04:01:15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42"/>
    <p:restoredTop sz="94715"/>
  </p:normalViewPr>
  <p:slideViewPr>
    <p:cSldViewPr snapToGrid="0">
      <p:cViewPr varScale="1">
        <p:scale>
          <a:sx n="77" d="100"/>
          <a:sy n="77" d="100"/>
        </p:scale>
        <p:origin x="224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812416AE-6445-1043-A536-EB3D483243BE}"/>
    <pc:docChg chg="custSel modSld">
      <pc:chgData name="福元 允亮" userId="12e1d508-426e-4c6a-b43b-7681266f9ca9" providerId="ADAL" clId="{812416AE-6445-1043-A536-EB3D483243BE}" dt="2026-03-11T13:11:32.932" v="217" actId="14100"/>
      <pc:docMkLst>
        <pc:docMk/>
      </pc:docMkLst>
      <pc:sldChg chg="addSp delSp modSp mod">
        <pc:chgData name="福元 允亮" userId="12e1d508-426e-4c6a-b43b-7681266f9ca9" providerId="ADAL" clId="{812416AE-6445-1043-A536-EB3D483243BE}" dt="2026-03-11T13:11:32.932" v="217" actId="14100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4" creationId="{83AD7B0E-CD5E-4680-F804-FD708A3BD4DF}"/>
          </ac:spMkLst>
        </pc:spChg>
        <pc:spChg chg="add del mod topLvl">
          <ac:chgData name="福元 允亮" userId="12e1d508-426e-4c6a-b43b-7681266f9ca9" providerId="ADAL" clId="{812416AE-6445-1043-A536-EB3D483243BE}" dt="2026-03-11T13:08:40.665" v="76" actId="478"/>
          <ac:spMkLst>
            <pc:docMk/>
            <pc:sldMk cId="3001053428" sldId="2147480764"/>
            <ac:spMk id="5" creationId="{888C1CDB-105D-DF29-B029-15D457DA5B36}"/>
          </ac:spMkLst>
        </pc:spChg>
        <pc:spChg chg="add del mod topLvl">
          <ac:chgData name="福元 允亮" userId="12e1d508-426e-4c6a-b43b-7681266f9ca9" providerId="ADAL" clId="{812416AE-6445-1043-A536-EB3D483243BE}" dt="2026-03-11T13:08:40.665" v="76" actId="478"/>
          <ac:spMkLst>
            <pc:docMk/>
            <pc:sldMk cId="3001053428" sldId="2147480764"/>
            <ac:spMk id="6" creationId="{677AC0FB-BA03-BC8E-2216-C80C06275691}"/>
          </ac:spMkLst>
        </pc:spChg>
        <pc:spChg chg="add mod">
          <ac:chgData name="福元 允亮" userId="12e1d508-426e-4c6a-b43b-7681266f9ca9" providerId="ADAL" clId="{812416AE-6445-1043-A536-EB3D483243BE}" dt="2026-03-11T13:10:19.694" v="162" actId="20577"/>
          <ac:spMkLst>
            <pc:docMk/>
            <pc:sldMk cId="3001053428" sldId="2147480764"/>
            <ac:spMk id="7" creationId="{0D0F7722-A3BB-128B-4E0F-47B40A91EF7A}"/>
          </ac:spMkLst>
        </pc:spChg>
        <pc:spChg chg="add mod">
          <ac:chgData name="福元 允亮" userId="12e1d508-426e-4c6a-b43b-7681266f9ca9" providerId="ADAL" clId="{812416AE-6445-1043-A536-EB3D483243BE}" dt="2026-03-11T13:10:23.436" v="165" actId="20577"/>
          <ac:spMkLst>
            <pc:docMk/>
            <pc:sldMk cId="3001053428" sldId="2147480764"/>
            <ac:spMk id="8" creationId="{635A118F-A469-A356-1EC7-48B9C43CD19E}"/>
          </ac:spMkLst>
        </pc:spChg>
        <pc:spChg chg="add mod topLvl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9" creationId="{79F742A5-E721-A02B-F376-2E4BD195EADA}"/>
          </ac:spMkLst>
        </pc:spChg>
        <pc:spChg chg="add mod topLvl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10" creationId="{23A24360-ABBC-B485-03F1-BC9580E44732}"/>
          </ac:spMkLst>
        </pc:spChg>
        <pc:spChg chg="add mod topLvl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11" creationId="{54D6D4F2-9832-B5CA-8B87-E8F79131F654}"/>
          </ac:spMkLst>
        </pc:spChg>
        <pc:spChg chg="add mod topLvl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12" creationId="{BA11870F-A6AA-1D1A-5379-1EE244F1F5A5}"/>
          </ac:spMkLst>
        </pc:spChg>
        <pc:spChg chg="add mod topLvl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13" creationId="{8A1DF0DA-D8F9-F5D3-DE4E-6A839A88E8B7}"/>
          </ac:spMkLst>
        </pc:spChg>
        <pc:spChg chg="add mod topLvl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14" creationId="{6A191CD2-0F0E-9503-8C32-C350753F4CA8}"/>
          </ac:spMkLst>
        </pc:spChg>
        <pc:spChg chg="add mod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16" creationId="{154C9BE4-F272-E761-29A0-CCB96573C512}"/>
          </ac:spMkLst>
        </pc:spChg>
        <pc:spChg chg="add mod">
          <ac:chgData name="福元 允亮" userId="12e1d508-426e-4c6a-b43b-7681266f9ca9" providerId="ADAL" clId="{812416AE-6445-1043-A536-EB3D483243BE}" dt="2026-03-11T13:11:29.120" v="216" actId="1037"/>
          <ac:spMkLst>
            <pc:docMk/>
            <pc:sldMk cId="3001053428" sldId="2147480764"/>
            <ac:spMk id="17" creationId="{C04151DE-C257-BC51-7C73-F020BEE41DA4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29" creationId="{E88FB1C1-69E9-99A4-6B81-DAD55EA02678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0" creationId="{77834A53-9BB4-07BE-E089-386D26E5A7AB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2" creationId="{3EFFEF6F-346C-CD01-BD4D-51382D1C643A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3" creationId="{E7AC262E-85B0-D6F7-80FB-D5731CE7659D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5" creationId="{D67A72D9-F846-3CA9-C393-0D3771E1C47E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6" creationId="{87C85042-D970-88F8-0E19-20AC862F328E}"/>
          </ac:spMkLst>
        </pc:spChg>
        <pc:spChg chg="del">
          <ac:chgData name="福元 允亮" userId="12e1d508-426e-4c6a-b43b-7681266f9ca9" providerId="ADAL" clId="{812416AE-6445-1043-A536-EB3D483243BE}" dt="2026-03-11T13:05:24.020" v="0" actId="478"/>
          <ac:spMkLst>
            <pc:docMk/>
            <pc:sldMk cId="3001053428" sldId="2147480764"/>
            <ac:spMk id="38" creationId="{35947A8D-F6F2-4500-2E36-3FF902F1FD03}"/>
          </ac:spMkLst>
        </pc:spChg>
        <pc:grpChg chg="add del mod">
          <ac:chgData name="福元 允亮" userId="12e1d508-426e-4c6a-b43b-7681266f9ca9" providerId="ADAL" clId="{812416AE-6445-1043-A536-EB3D483243BE}" dt="2026-03-11T13:08:13.961" v="64" actId="165"/>
          <ac:grpSpMkLst>
            <pc:docMk/>
            <pc:sldMk cId="3001053428" sldId="2147480764"/>
            <ac:grpSpMk id="15" creationId="{4DE7277D-287B-8081-B41C-9D8751E5AA51}"/>
          </ac:grpSpMkLst>
        </pc:grpChg>
        <pc:cxnChg chg="add mod">
          <ac:chgData name="福元 允亮" userId="12e1d508-426e-4c6a-b43b-7681266f9ca9" providerId="ADAL" clId="{812416AE-6445-1043-A536-EB3D483243BE}" dt="2026-03-11T13:11:32.932" v="217" actId="14100"/>
          <ac:cxnSpMkLst>
            <pc:docMk/>
            <pc:sldMk cId="3001053428" sldId="2147480764"/>
            <ac:cxnSpMk id="19" creationId="{539E1C64-C9FC-2B17-DAF4-9E8C61F22E33}"/>
          </ac:cxnSpMkLst>
        </pc:cxnChg>
        <pc:cxnChg chg="del">
          <ac:chgData name="福元 允亮" userId="12e1d508-426e-4c6a-b43b-7681266f9ca9" providerId="ADAL" clId="{812416AE-6445-1043-A536-EB3D483243BE}" dt="2026-03-11T13:05:24.020" v="0" actId="478"/>
          <ac:cxnSpMkLst>
            <pc:docMk/>
            <pc:sldMk cId="3001053428" sldId="2147480764"/>
            <ac:cxnSpMk id="41" creationId="{762E25C3-688E-407F-0FD2-DBFA49920648}"/>
          </ac:cxnSpMkLst>
        </pc:cxnChg>
      </pc:sldChg>
    </pc:docChg>
  </pc:docChgLst>
  <pc:docChgLst>
    <pc:chgData name="福元 允亮" userId="12e1d508-426e-4c6a-b43b-7681266f9ca9" providerId="ADAL" clId="{DB94BA19-003D-7549-A207-A2F5410773F0}"/>
    <pc:docChg chg="custSel modSld">
      <pc:chgData name="福元 允亮" userId="12e1d508-426e-4c6a-b43b-7681266f9ca9" providerId="ADAL" clId="{DB94BA19-003D-7549-A207-A2F5410773F0}" dt="2026-03-12T01:14:52.403" v="96" actId="20577"/>
      <pc:docMkLst>
        <pc:docMk/>
      </pc:docMkLst>
      <pc:sldChg chg="addSp delSp modSp mod">
        <pc:chgData name="福元 允亮" userId="12e1d508-426e-4c6a-b43b-7681266f9ca9" providerId="ADAL" clId="{DB94BA19-003D-7549-A207-A2F5410773F0}" dt="2026-03-12T01:14:52.403" v="96" actId="20577"/>
        <pc:sldMkLst>
          <pc:docMk/>
          <pc:sldMk cId="3001053428" sldId="2147480764"/>
        </pc:sldMkLst>
        <pc:spChg chg="mod">
          <ac:chgData name="福元 允亮" userId="12e1d508-426e-4c6a-b43b-7681266f9ca9" providerId="ADAL" clId="{DB94BA19-003D-7549-A207-A2F5410773F0}" dt="2026-03-12T01:14:50.234" v="50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DB94BA19-003D-7549-A207-A2F5410773F0}" dt="2026-03-12T01:14:52.403" v="96" actId="20577"/>
          <ac:spMkLst>
            <pc:docMk/>
            <pc:sldMk cId="3001053428" sldId="2147480764"/>
            <ac:spMk id="3" creationId="{12D73F1F-49C9-5A45-B9E8-D6F68FC949FD}"/>
          </ac:spMkLst>
        </pc:spChg>
        <pc:spChg chg="mod topLvl">
          <ac:chgData name="福元 允亮" userId="12e1d508-426e-4c6a-b43b-7681266f9ca9" providerId="ADAL" clId="{DB94BA19-003D-7549-A207-A2F5410773F0}" dt="2026-03-11T13:12:45.928" v="7" actId="408"/>
          <ac:spMkLst>
            <pc:docMk/>
            <pc:sldMk cId="3001053428" sldId="2147480764"/>
            <ac:spMk id="4" creationId="{83AD7B0E-CD5E-4680-F804-FD708A3BD4DF}"/>
          </ac:spMkLst>
        </pc:spChg>
        <pc:spChg chg="add del mod modVis">
          <ac:chgData name="福元 允亮" userId="12e1d508-426e-4c6a-b43b-7681266f9ca9" providerId="ADAL" clId="{DB94BA19-003D-7549-A207-A2F5410773F0}" dt="2026-03-12T01:14:50.256" v="72"/>
          <ac:spMkLst>
            <pc:docMk/>
            <pc:sldMk cId="3001053428" sldId="2147480764"/>
            <ac:spMk id="5" creationId="{745D72B6-A1F7-B47B-33C4-9BFD6F55D35C}"/>
          </ac:spMkLst>
        </pc:spChg>
        <pc:spChg chg="add mod topLvl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6" creationId="{394B696C-2219-9E49-7F5F-6E5988C5BE75}"/>
          </ac:spMkLst>
        </pc:spChg>
        <pc:spChg chg="mod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7" creationId="{0D0F7722-A3BB-128B-4E0F-47B40A91EF7A}"/>
          </ac:spMkLst>
        </pc:spChg>
        <pc:spChg chg="mod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8" creationId="{635A118F-A469-A356-1EC7-48B9C43CD19E}"/>
          </ac:spMkLst>
        </pc:spChg>
        <pc:spChg chg="topLvl">
          <ac:chgData name="福元 允亮" userId="12e1d508-426e-4c6a-b43b-7681266f9ca9" providerId="ADAL" clId="{DB94BA19-003D-7549-A207-A2F5410773F0}" dt="2026-03-11T13:12:11.183" v="2" actId="165"/>
          <ac:spMkLst>
            <pc:docMk/>
            <pc:sldMk cId="3001053428" sldId="2147480764"/>
            <ac:spMk id="9" creationId="{79F742A5-E721-A02B-F376-2E4BD195EADA}"/>
          </ac:spMkLst>
        </pc:spChg>
        <pc:spChg chg="topLvl">
          <ac:chgData name="福元 允亮" userId="12e1d508-426e-4c6a-b43b-7681266f9ca9" providerId="ADAL" clId="{DB94BA19-003D-7549-A207-A2F5410773F0}" dt="2026-03-11T13:12:11.183" v="2" actId="165"/>
          <ac:spMkLst>
            <pc:docMk/>
            <pc:sldMk cId="3001053428" sldId="2147480764"/>
            <ac:spMk id="10" creationId="{23A24360-ABBC-B485-03F1-BC9580E44732}"/>
          </ac:spMkLst>
        </pc:spChg>
        <pc:spChg chg="topLvl">
          <ac:chgData name="福元 允亮" userId="12e1d508-426e-4c6a-b43b-7681266f9ca9" providerId="ADAL" clId="{DB94BA19-003D-7549-A207-A2F5410773F0}" dt="2026-03-11T13:12:40.145" v="6" actId="165"/>
          <ac:spMkLst>
            <pc:docMk/>
            <pc:sldMk cId="3001053428" sldId="2147480764"/>
            <ac:spMk id="11" creationId="{54D6D4F2-9832-B5CA-8B87-E8F79131F654}"/>
          </ac:spMkLst>
        </pc:spChg>
        <pc:spChg chg="mod topLvl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12" creationId="{BA11870F-A6AA-1D1A-5379-1EE244F1F5A5}"/>
          </ac:spMkLst>
        </pc:spChg>
        <pc:spChg chg="mod topLvl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13" creationId="{8A1DF0DA-D8F9-F5D3-DE4E-6A839A88E8B7}"/>
          </ac:spMkLst>
        </pc:spChg>
        <pc:spChg chg="mod topLvl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14" creationId="{6A191CD2-0F0E-9503-8C32-C350753F4CA8}"/>
          </ac:spMkLst>
        </pc:spChg>
        <pc:spChg chg="add mod topLvl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15" creationId="{0764FD08-5D26-FBA4-D6A7-C0CBB99C752F}"/>
          </ac:spMkLst>
        </pc:spChg>
        <pc:spChg chg="mod topLvl">
          <ac:chgData name="福元 允亮" userId="12e1d508-426e-4c6a-b43b-7681266f9ca9" providerId="ADAL" clId="{DB94BA19-003D-7549-A207-A2F5410773F0}" dt="2026-03-11T13:12:45.928" v="7" actId="408"/>
          <ac:spMkLst>
            <pc:docMk/>
            <pc:sldMk cId="3001053428" sldId="2147480764"/>
            <ac:spMk id="16" creationId="{154C9BE4-F272-E761-29A0-CCB96573C512}"/>
          </ac:spMkLst>
        </pc:spChg>
        <pc:spChg chg="mod topLvl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17" creationId="{C04151DE-C257-BC51-7C73-F020BEE41DA4}"/>
          </ac:spMkLst>
        </pc:spChg>
        <pc:spChg chg="add mod topLvl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18" creationId="{962EDE23-55D7-F535-8040-18472BDF045C}"/>
          </ac:spMkLst>
        </pc:spChg>
        <pc:spChg chg="add mod topLvl">
          <ac:chgData name="福元 允亮" userId="12e1d508-426e-4c6a-b43b-7681266f9ca9" providerId="ADAL" clId="{DB94BA19-003D-7549-A207-A2F5410773F0}" dt="2026-03-11T13:13:06.130" v="19" actId="20577"/>
          <ac:spMkLst>
            <pc:docMk/>
            <pc:sldMk cId="3001053428" sldId="2147480764"/>
            <ac:spMk id="20" creationId="{CACB3C6E-8ECF-4E69-76F6-3F6C21F7A699}"/>
          </ac:spMkLst>
        </pc:spChg>
        <pc:spChg chg="add mod topLvl">
          <ac:chgData name="福元 允亮" userId="12e1d508-426e-4c6a-b43b-7681266f9ca9" providerId="ADAL" clId="{DB94BA19-003D-7549-A207-A2F5410773F0}" dt="2026-03-11T13:13:20.620" v="37" actId="1036"/>
          <ac:spMkLst>
            <pc:docMk/>
            <pc:sldMk cId="3001053428" sldId="2147480764"/>
            <ac:spMk id="21" creationId="{582546C4-2B49-6D22-B96E-F9240740CE4F}"/>
          </ac:spMkLst>
        </pc:spChg>
        <pc:spChg chg="add mod">
          <ac:chgData name="福元 允亮" userId="12e1d508-426e-4c6a-b43b-7681266f9ca9" providerId="ADAL" clId="{DB94BA19-003D-7549-A207-A2F5410773F0}" dt="2026-03-11T13:12:57.847" v="13" actId="20577"/>
          <ac:spMkLst>
            <pc:docMk/>
            <pc:sldMk cId="3001053428" sldId="2147480764"/>
            <ac:spMk id="22" creationId="{E9ADE838-84C7-6ADF-A2DE-8BC237F8FA8A}"/>
          </ac:spMkLst>
        </pc:spChg>
        <pc:grpChg chg="add del mod">
          <ac:chgData name="福元 允亮" userId="12e1d508-426e-4c6a-b43b-7681266f9ca9" providerId="ADAL" clId="{DB94BA19-003D-7549-A207-A2F5410773F0}" dt="2026-03-11T13:12:11.183" v="2" actId="165"/>
          <ac:grpSpMkLst>
            <pc:docMk/>
            <pc:sldMk cId="3001053428" sldId="2147480764"/>
            <ac:grpSpMk id="5" creationId="{608636F9-6E65-F0DA-49BE-4C286F2F9063}"/>
          </ac:grpSpMkLst>
        </pc:grpChg>
        <pc:grpChg chg="add mod">
          <ac:chgData name="福元 允亮" userId="12e1d508-426e-4c6a-b43b-7681266f9ca9" providerId="ADAL" clId="{DB94BA19-003D-7549-A207-A2F5410773F0}" dt="2026-03-11T13:12:37.557" v="5" actId="14100"/>
          <ac:grpSpMkLst>
            <pc:docMk/>
            <pc:sldMk cId="3001053428" sldId="2147480764"/>
            <ac:grpSpMk id="23" creationId="{DFD7202A-BD3D-9A32-0ADE-F453441ED2BC}"/>
          </ac:grpSpMkLst>
        </pc:grpChg>
        <pc:graphicFrameChg chg="add mod modVis">
          <ac:chgData name="福元 允亮" userId="12e1d508-426e-4c6a-b43b-7681266f9ca9" providerId="ADAL" clId="{DB94BA19-003D-7549-A207-A2F5410773F0}" dt="2026-03-12T01:14:50.285" v="85"/>
          <ac:graphicFrameMkLst>
            <pc:docMk/>
            <pc:sldMk cId="3001053428" sldId="2147480764"/>
            <ac:graphicFrameMk id="23" creationId="{7ECBE7C5-F9EC-D534-9431-97A84B0C83D8}"/>
          </ac:graphicFrameMkLst>
        </pc:graphicFrameChg>
      </pc:sldChg>
    </pc:docChg>
  </pc:docChgLst>
  <pc:docChgLst>
    <pc:chgData name="福元 允亮" userId="12e1d508-426e-4c6a-b43b-7681266f9ca9" providerId="ADAL" clId="{1E509910-804B-C24F-B374-96DEE8D899D7}"/>
    <pc:docChg chg="custSel modSld">
      <pc:chgData name="福元 允亮" userId="12e1d508-426e-4c6a-b43b-7681266f9ca9" providerId="ADAL" clId="{1E509910-804B-C24F-B374-96DEE8D899D7}" dt="2026-03-11T12:27:08.716" v="242" actId="207"/>
      <pc:docMkLst>
        <pc:docMk/>
      </pc:docMkLst>
      <pc:sldChg chg="addSp delSp modSp mod">
        <pc:chgData name="福元 允亮" userId="12e1d508-426e-4c6a-b43b-7681266f9ca9" providerId="ADAL" clId="{1E509910-804B-C24F-B374-96DEE8D899D7}" dt="2026-03-11T12:27:08.716" v="242" actId="207"/>
        <pc:sldMkLst>
          <pc:docMk/>
          <pc:sldMk cId="3001053428" sldId="2147480764"/>
        </pc:sldMkLst>
        <pc:spChg chg="add del mod">
          <ac:chgData name="福元 允亮" userId="12e1d508-426e-4c6a-b43b-7681266f9ca9" providerId="ADAL" clId="{1E509910-804B-C24F-B374-96DEE8D899D7}" dt="2026-03-11T12:23:59.703" v="96" actId="478"/>
          <ac:spMkLst>
            <pc:docMk/>
            <pc:sldMk cId="3001053428" sldId="2147480764"/>
            <ac:spMk id="4" creationId="{23EAC848-FC62-F466-C785-2C1C074F9F43}"/>
          </ac:spMkLst>
        </pc:spChg>
        <pc:spChg chg="del">
          <ac:chgData name="福元 允亮" userId="12e1d508-426e-4c6a-b43b-7681266f9ca9" providerId="ADAL" clId="{1E509910-804B-C24F-B374-96DEE8D899D7}" dt="2026-03-11T12:22:01.292" v="1" actId="478"/>
          <ac:spMkLst>
            <pc:docMk/>
            <pc:sldMk cId="3001053428" sldId="2147480764"/>
            <ac:spMk id="5" creationId="{4A7177CA-161C-EF85-103E-002BC2F1B127}"/>
          </ac:spMkLst>
        </pc:spChg>
        <pc:spChg chg="add del mod">
          <ac:chgData name="福元 允亮" userId="12e1d508-426e-4c6a-b43b-7681266f9ca9" providerId="ADAL" clId="{1E509910-804B-C24F-B374-96DEE8D899D7}" dt="2026-03-11T12:24:35.352" v="141" actId="478"/>
          <ac:spMkLst>
            <pc:docMk/>
            <pc:sldMk cId="3001053428" sldId="2147480764"/>
            <ac:spMk id="6" creationId="{64FCA4AA-10B4-C759-1589-9C18FCB4DAF1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8" creationId="{98565ABF-27AA-F09E-54D9-C647162C847B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0" creationId="{C52A216C-B922-516A-BC38-48BE96CA454D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1" creationId="{BBFE2257-884C-D1DE-733F-E7784E049A56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2" creationId="{BC62F346-55B2-65CF-6F70-96C04770D255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3" creationId="{1F9D2BEE-10F8-EB1A-AEE2-76A3E0267C38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4" creationId="{3067527B-49FF-DC9B-84FE-F3739DD0CEFD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6" creationId="{36736F15-70C7-3D0F-4DBA-C7587223FD40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18" creationId="{149BA5AE-3E3B-69C2-46FA-92B09F97239F}"/>
          </ac:spMkLst>
        </pc:spChg>
        <pc:spChg chg="add del mod">
          <ac:chgData name="福元 允亮" userId="12e1d508-426e-4c6a-b43b-7681266f9ca9" providerId="ADAL" clId="{1E509910-804B-C24F-B374-96DEE8D899D7}" dt="2026-03-11T12:24:44.340" v="162" actId="478"/>
          <ac:spMkLst>
            <pc:docMk/>
            <pc:sldMk cId="3001053428" sldId="2147480764"/>
            <ac:spMk id="19" creationId="{DC6B0E13-9024-B01E-6953-5662E2D59CFA}"/>
          </ac:spMkLst>
        </pc:spChg>
        <pc:spChg chg="add del mod">
          <ac:chgData name="福元 允亮" userId="12e1d508-426e-4c6a-b43b-7681266f9ca9" providerId="ADAL" clId="{1E509910-804B-C24F-B374-96DEE8D899D7}" dt="2026-03-11T12:24:50.780" v="165" actId="478"/>
          <ac:spMkLst>
            <pc:docMk/>
            <pc:sldMk cId="3001053428" sldId="2147480764"/>
            <ac:spMk id="20" creationId="{571084DF-8F57-FF55-267B-1315CE671041}"/>
          </ac:spMkLst>
        </pc:spChg>
        <pc:spChg chg="add del mod">
          <ac:chgData name="福元 允亮" userId="12e1d508-426e-4c6a-b43b-7681266f9ca9" providerId="ADAL" clId="{1E509910-804B-C24F-B374-96DEE8D899D7}" dt="2026-03-11T12:25:25.944" v="202" actId="478"/>
          <ac:spMkLst>
            <pc:docMk/>
            <pc:sldMk cId="3001053428" sldId="2147480764"/>
            <ac:spMk id="23" creationId="{07EDA4D7-1A86-251B-EC85-0CA4A7345E48}"/>
          </ac:spMkLst>
        </pc:spChg>
        <pc:spChg chg="add del mod">
          <ac:chgData name="福元 允亮" userId="12e1d508-426e-4c6a-b43b-7681266f9ca9" providerId="ADAL" clId="{1E509910-804B-C24F-B374-96DEE8D899D7}" dt="2026-03-11T12:25:49.630" v="211" actId="478"/>
          <ac:spMkLst>
            <pc:docMk/>
            <pc:sldMk cId="3001053428" sldId="2147480764"/>
            <ac:spMk id="24" creationId="{EDB0D877-70F2-9103-E5DF-4F42BC68DEE1}"/>
          </ac:spMkLst>
        </pc:spChg>
        <pc:spChg chg="add del mod">
          <ac:chgData name="福元 允亮" userId="12e1d508-426e-4c6a-b43b-7681266f9ca9" providerId="ADAL" clId="{1E509910-804B-C24F-B374-96DEE8D899D7}" dt="2026-03-11T12:26:11.897" v="219" actId="478"/>
          <ac:spMkLst>
            <pc:docMk/>
            <pc:sldMk cId="3001053428" sldId="2147480764"/>
            <ac:spMk id="26" creationId="{A330AE90-72DE-299C-53F3-E755DB3B7CE4}"/>
          </ac:spMkLst>
        </pc:spChg>
        <pc:spChg chg="add del mod">
          <ac:chgData name="福元 允亮" userId="12e1d508-426e-4c6a-b43b-7681266f9ca9" providerId="ADAL" clId="{1E509910-804B-C24F-B374-96DEE8D899D7}" dt="2026-03-11T12:22:11.130" v="20" actId="478"/>
          <ac:spMkLst>
            <pc:docMk/>
            <pc:sldMk cId="3001053428" sldId="2147480764"/>
            <ac:spMk id="27" creationId="{658336C7-2E19-9AF4-517D-A0A4C07F30F4}"/>
          </ac:spMkLst>
        </pc:spChg>
        <pc:spChg chg="add mod">
          <ac:chgData name="福元 允亮" userId="12e1d508-426e-4c6a-b43b-7681266f9ca9" providerId="ADAL" clId="{1E509910-804B-C24F-B374-96DEE8D899D7}" dt="2026-03-11T12:27:08.716" v="242" actId="207"/>
          <ac:spMkLst>
            <pc:docMk/>
            <pc:sldMk cId="3001053428" sldId="2147480764"/>
            <ac:spMk id="29" creationId="{E88FB1C1-69E9-99A4-6B81-DAD55EA02678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0" creationId="{77834A53-9BB4-07BE-E089-386D26E5A7AB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2" creationId="{3EFFEF6F-346C-CD01-BD4D-51382D1C643A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3" creationId="{E7AC262E-85B0-D6F7-80FB-D5731CE7659D}"/>
          </ac:spMkLst>
        </pc:spChg>
        <pc:spChg chg="add mod topLvl">
          <ac:chgData name="福元 允亮" userId="12e1d508-426e-4c6a-b43b-7681266f9ca9" providerId="ADAL" clId="{1E509910-804B-C24F-B374-96DEE8D899D7}" dt="2026-03-11T12:26:53.815" v="237" actId="465"/>
          <ac:spMkLst>
            <pc:docMk/>
            <pc:sldMk cId="3001053428" sldId="2147480764"/>
            <ac:spMk id="35" creationId="{D67A72D9-F846-3CA9-C393-0D3771E1C47E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6" creationId="{87C85042-D970-88F8-0E19-20AC862F328E}"/>
          </ac:spMkLst>
        </pc:spChg>
        <pc:spChg chg="add mod topLvl">
          <ac:chgData name="福元 允亮" userId="12e1d508-426e-4c6a-b43b-7681266f9ca9" providerId="ADAL" clId="{1E509910-804B-C24F-B374-96DEE8D899D7}" dt="2026-03-11T12:26:44.462" v="232" actId="165"/>
          <ac:spMkLst>
            <pc:docMk/>
            <pc:sldMk cId="3001053428" sldId="2147480764"/>
            <ac:spMk id="38" creationId="{35947A8D-F6F2-4500-2E36-3FF902F1FD03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55" creationId="{ED6C6249-F2DD-1D32-FEC2-BCA507AB235B}"/>
          </ac:spMkLst>
        </pc:spChg>
        <pc:spChg chg="del">
          <ac:chgData name="福元 允亮" userId="12e1d508-426e-4c6a-b43b-7681266f9ca9" providerId="ADAL" clId="{1E509910-804B-C24F-B374-96DEE8D899D7}" dt="2026-03-11T12:20:59.582" v="0" actId="478"/>
          <ac:spMkLst>
            <pc:docMk/>
            <pc:sldMk cId="3001053428" sldId="2147480764"/>
            <ac:spMk id="56" creationId="{ED2C186C-29AB-7819-027A-D2935C73D69B}"/>
          </ac:spMkLst>
        </pc:spChg>
        <pc:grpChg chg="add del mod">
          <ac:chgData name="福元 允亮" userId="12e1d508-426e-4c6a-b43b-7681266f9ca9" providerId="ADAL" clId="{1E509910-804B-C24F-B374-96DEE8D899D7}" dt="2026-03-11T12:26:44.462" v="232" actId="165"/>
          <ac:grpSpMkLst>
            <pc:docMk/>
            <pc:sldMk cId="3001053428" sldId="2147480764"/>
            <ac:grpSpMk id="42" creationId="{04167A77-A326-1385-3D50-B19B72BC94D2}"/>
          </ac:grpSpMkLst>
        </pc:grpChg>
        <pc:cxnChg chg="add mod">
          <ac:chgData name="福元 允亮" userId="12e1d508-426e-4c6a-b43b-7681266f9ca9" providerId="ADAL" clId="{1E509910-804B-C24F-B374-96DEE8D899D7}" dt="2026-03-11T12:26:53.815" v="237" actId="465"/>
          <ac:cxnSpMkLst>
            <pc:docMk/>
            <pc:sldMk cId="3001053428" sldId="2147480764"/>
            <ac:cxnSpMk id="41" creationId="{762E25C3-688E-407F-0FD2-DBFA4992064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7ECBE7C5-F9EC-D534-9431-97A84B0C83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065799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CBE7C5-F9EC-D534-9431-97A84B0C8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F7722-A3BB-128B-4E0F-47B40A91EF7A}"/>
              </a:ext>
            </a:extLst>
          </p:cNvPr>
          <p:cNvSpPr txBox="1"/>
          <p:nvPr/>
        </p:nvSpPr>
        <p:spPr>
          <a:xfrm>
            <a:off x="354436" y="2790902"/>
            <a:ext cx="718145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 defTabSz="288000"/>
            <a:r>
              <a:rPr lang="en-JP" sz="1600" b="1">
                <a:latin typeface="+mn-ea"/>
              </a:rPr>
              <a:t>Label1</a:t>
            </a:r>
            <a:endParaRPr kumimoji="1" lang="en-JP" sz="1600" b="1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A118F-A469-A356-1EC7-48B9C43CD19E}"/>
              </a:ext>
            </a:extLst>
          </p:cNvPr>
          <p:cNvSpPr txBox="1"/>
          <p:nvPr/>
        </p:nvSpPr>
        <p:spPr>
          <a:xfrm>
            <a:off x="354436" y="4383219"/>
            <a:ext cx="718145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defTabSz="288000"/>
            <a:r>
              <a:rPr lang="en-JP" sz="1600" b="1">
                <a:latin typeface="+mn-ea"/>
              </a:rPr>
              <a:t>Label2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39E1C64-C9FC-2B17-DAF4-9E8C61F22E33}"/>
              </a:ext>
            </a:extLst>
          </p:cNvPr>
          <p:cNvCxnSpPr>
            <a:cxnSpLocks/>
          </p:cNvCxnSpPr>
          <p:nvPr/>
        </p:nvCxnSpPr>
        <p:spPr>
          <a:xfrm>
            <a:off x="354436" y="4228211"/>
            <a:ext cx="1137274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entagon 3">
            <a:extLst>
              <a:ext uri="{FF2B5EF4-FFF2-40B4-BE49-F238E27FC236}">
                <a16:creationId xmlns:a16="http://schemas.microsoft.com/office/drawing/2014/main" id="{83AD7B0E-CD5E-4680-F804-FD708A3BD4DF}"/>
              </a:ext>
            </a:extLst>
          </p:cNvPr>
          <p:cNvSpPr/>
          <p:nvPr/>
        </p:nvSpPr>
        <p:spPr>
          <a:xfrm>
            <a:off x="1768713" y="1623849"/>
            <a:ext cx="1971004" cy="945931"/>
          </a:xfrm>
          <a:prstGeom prst="homePlate">
            <a:avLst>
              <a:gd name="adj" fmla="val 35968"/>
            </a:avLst>
          </a:prstGeom>
          <a:solidFill>
            <a:schemeClr val="accent2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600" dirty="0" err="1">
                <a:solidFill>
                  <a:schemeClr val="bg1"/>
                </a:solidFill>
              </a:rPr>
              <a:t>Arrow1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742A5-E721-A02B-F376-2E4BD195EADA}"/>
              </a:ext>
            </a:extLst>
          </p:cNvPr>
          <p:cNvSpPr txBox="1"/>
          <p:nvPr/>
        </p:nvSpPr>
        <p:spPr>
          <a:xfrm>
            <a:off x="1768713" y="2790902"/>
            <a:ext cx="180005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Arrow1—Label1</a:t>
            </a:r>
            <a:endParaRPr kumimoji="1" lang="en-JP" sz="160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24360-ABBC-B485-03F1-BC9580E44732}"/>
              </a:ext>
            </a:extLst>
          </p:cNvPr>
          <p:cNvSpPr txBox="1"/>
          <p:nvPr/>
        </p:nvSpPr>
        <p:spPr>
          <a:xfrm>
            <a:off x="1768713" y="4383219"/>
            <a:ext cx="180005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Arrow1—Label2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6D4F2-9832-B5CA-8B87-E8F79131F654}"/>
              </a:ext>
            </a:extLst>
          </p:cNvPr>
          <p:cNvSpPr txBox="1"/>
          <p:nvPr/>
        </p:nvSpPr>
        <p:spPr>
          <a:xfrm>
            <a:off x="3780497" y="2790902"/>
            <a:ext cx="180005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Arrow2—Label1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11870F-A6AA-1D1A-5379-1EE244F1F5A5}"/>
              </a:ext>
            </a:extLst>
          </p:cNvPr>
          <p:cNvSpPr txBox="1"/>
          <p:nvPr/>
        </p:nvSpPr>
        <p:spPr>
          <a:xfrm>
            <a:off x="3780497" y="4383219"/>
            <a:ext cx="180005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Arrow2—Label2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DF0DA-D8F9-F5D3-DE4E-6A839A88E8B7}"/>
              </a:ext>
            </a:extLst>
          </p:cNvPr>
          <p:cNvSpPr txBox="1"/>
          <p:nvPr/>
        </p:nvSpPr>
        <p:spPr>
          <a:xfrm>
            <a:off x="5805875" y="2790902"/>
            <a:ext cx="180005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Arrow3—Label1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191CD2-0F0E-9503-8C32-C350753F4CA8}"/>
              </a:ext>
            </a:extLst>
          </p:cNvPr>
          <p:cNvSpPr txBox="1"/>
          <p:nvPr/>
        </p:nvSpPr>
        <p:spPr>
          <a:xfrm>
            <a:off x="5805875" y="4383219"/>
            <a:ext cx="180005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Arrow3—Label2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154C9BE4-F272-E761-29A0-CCB96573C512}"/>
              </a:ext>
            </a:extLst>
          </p:cNvPr>
          <p:cNvSpPr/>
          <p:nvPr/>
        </p:nvSpPr>
        <p:spPr>
          <a:xfrm>
            <a:off x="3793175" y="1623849"/>
            <a:ext cx="1971004" cy="945931"/>
          </a:xfrm>
          <a:prstGeom prst="homePlate">
            <a:avLst>
              <a:gd name="adj" fmla="val 35968"/>
            </a:avLst>
          </a:prstGeom>
          <a:solidFill>
            <a:schemeClr val="accent2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JP" sz="1600" dirty="0" err="1">
                <a:solidFill>
                  <a:schemeClr val="bg1"/>
                </a:solidFill>
              </a:rPr>
              <a:t>Arrow2</a:t>
            </a:r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C04151DE-C257-BC51-7C73-F020BEE41DA4}"/>
              </a:ext>
            </a:extLst>
          </p:cNvPr>
          <p:cNvSpPr/>
          <p:nvPr/>
        </p:nvSpPr>
        <p:spPr>
          <a:xfrm>
            <a:off x="5817637" y="1623849"/>
            <a:ext cx="1971004" cy="945931"/>
          </a:xfrm>
          <a:prstGeom prst="homePlate">
            <a:avLst>
              <a:gd name="adj" fmla="val 35968"/>
            </a:avLst>
          </a:prstGeom>
          <a:solidFill>
            <a:schemeClr val="accent2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JP" sz="1600" dirty="0" err="1">
                <a:solidFill>
                  <a:schemeClr val="bg1"/>
                </a:solidFill>
              </a:rPr>
              <a:t>Arrow3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B696C-2219-9E49-7F5F-6E5988C5BE75}"/>
              </a:ext>
            </a:extLst>
          </p:cNvPr>
          <p:cNvSpPr txBox="1"/>
          <p:nvPr/>
        </p:nvSpPr>
        <p:spPr>
          <a:xfrm>
            <a:off x="7841182" y="2790902"/>
            <a:ext cx="18000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Arrow4—Label1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4FD08-5D26-FBA4-D6A7-C0CBB99C752F}"/>
              </a:ext>
            </a:extLst>
          </p:cNvPr>
          <p:cNvSpPr txBox="1"/>
          <p:nvPr/>
        </p:nvSpPr>
        <p:spPr>
          <a:xfrm>
            <a:off x="7841182" y="4383219"/>
            <a:ext cx="18000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Arrow4—Label2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2EDE23-55D7-F535-8040-18472BDF045C}"/>
              </a:ext>
            </a:extLst>
          </p:cNvPr>
          <p:cNvSpPr txBox="1"/>
          <p:nvPr/>
        </p:nvSpPr>
        <p:spPr>
          <a:xfrm>
            <a:off x="9866560" y="2790902"/>
            <a:ext cx="18000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Arrow5—Label1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B3C6E-8ECF-4E69-76F6-3F6C21F7A699}"/>
              </a:ext>
            </a:extLst>
          </p:cNvPr>
          <p:cNvSpPr txBox="1"/>
          <p:nvPr/>
        </p:nvSpPr>
        <p:spPr>
          <a:xfrm>
            <a:off x="9866560" y="4383219"/>
            <a:ext cx="18000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Arrow5—Label2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582546C4-2B49-6D22-B96E-F9240740CE4F}"/>
              </a:ext>
            </a:extLst>
          </p:cNvPr>
          <p:cNvSpPr/>
          <p:nvPr/>
        </p:nvSpPr>
        <p:spPr>
          <a:xfrm>
            <a:off x="7842099" y="1623849"/>
            <a:ext cx="1971004" cy="945931"/>
          </a:xfrm>
          <a:prstGeom prst="homePlate">
            <a:avLst>
              <a:gd name="adj" fmla="val 35968"/>
            </a:avLst>
          </a:prstGeom>
          <a:solidFill>
            <a:schemeClr val="accent2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JP" sz="1600" dirty="0" err="1">
                <a:solidFill>
                  <a:schemeClr val="bg1"/>
                </a:solidFill>
              </a:rPr>
              <a:t>Arrow4</a:t>
            </a: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E9ADE838-84C7-6ADF-A2DE-8BC237F8FA8A}"/>
              </a:ext>
            </a:extLst>
          </p:cNvPr>
          <p:cNvSpPr/>
          <p:nvPr/>
        </p:nvSpPr>
        <p:spPr>
          <a:xfrm>
            <a:off x="9866560" y="1623849"/>
            <a:ext cx="1971004" cy="945931"/>
          </a:xfrm>
          <a:prstGeom prst="homePlate">
            <a:avLst>
              <a:gd name="adj" fmla="val 35968"/>
            </a:avLst>
          </a:prstGeom>
          <a:solidFill>
            <a:schemeClr val="accent2"/>
          </a:solidFill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JP" sz="1600" dirty="0" err="1">
                <a:solidFill>
                  <a:schemeClr val="bg1"/>
                </a:solidFill>
              </a:rPr>
              <a:t>Arrow5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AAEA5F-B73F-4C18-982C-3CA15C7887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0ae734c6-b731-48fe-9f9a-77498299e3e1"/>
    <ds:schemaRef ds:uri="http://schemas.openxmlformats.org/package/2006/metadata/core-properties"/>
    <ds:schemaRef ds:uri="17f56e19-48dc-4865-971f-f3b491f58a87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29</TotalTime>
  <Words>41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2026-03-12T04:01:18Z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