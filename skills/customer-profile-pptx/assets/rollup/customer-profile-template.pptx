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99" r:id="rId8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ns3:sldGuideLst>
        <ns3:guide id="1" pos="3368" userDrawn="1">
          <ns3:clr>
            <a:srgbClr val="A4A3A4"/>
          </ns3:clr>
        </ns3:guide>
        <ns3:guide id="2" pos="3489" userDrawn="1">
          <ns3:clr>
            <a:srgbClr val="A4A3A4"/>
          </ns3:clr>
        </ns3:guide>
        <ns3:guide id="3" orient="horz" pos="2381" userDrawn="1">
          <ns3:clr>
            <a:srgbClr val="A4A3A4"/>
          </ns3:clr>
        </ns3:guide>
        <ns3:guide id="5" pos="3246" userDrawn="1">
          <ns3:clr>
            <a:srgbClr val="A4A3A4"/>
          </ns3:clr>
        </ns3:guide>
        <ns3:guide id="7" orient="horz" pos="2608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4.xml" /><ns0:Relationship Id="rId26" Type="http://schemas.microsoft.com/office/2016/11/relationships/changesInfo" Target="changesInfos/changesInfo1.xml" /><ns0:Relationship Id="rId3" Type="http://schemas.openxmlformats.org/officeDocument/2006/relationships/customXml" Target="../customXml/item3.xml" /><ns0:Relationship Id="rId21" Type="http://schemas.openxmlformats.org/officeDocument/2006/relationships/handoutMaster" Target="handoutMasters/handoutMaster1.xml" /><ns0:Relationship Id="rId25" Type="http://schemas.openxmlformats.org/officeDocument/2006/relationships/tableStyles" Target="tableStyles.xml" /><ns0:Relationship Id="rId2" Type="http://schemas.openxmlformats.org/officeDocument/2006/relationships/customXml" Target="../customXml/item2.xml" /><ns0:Relationship Id="rId20" Type="http://schemas.openxmlformats.org/officeDocument/2006/relationships/notesMaster" Target="notesMasters/notesMaster1.xml" /><ns0:Relationship Id="rId1" Type="http://schemas.openxmlformats.org/officeDocument/2006/relationships/customXml" Target="../customXml/item1.xml" /><ns0:Relationship Id="rId24" Type="http://schemas.openxmlformats.org/officeDocument/2006/relationships/theme" Target="theme/theme1.xml" /><ns0:Relationship Id="rId23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22" Type="http://schemas.openxmlformats.org/officeDocument/2006/relationships/presProps" Target="presProps.xml" /><ns0:Relationship Id="rId27" Type="http://schemas.microsoft.com/office/2015/10/relationships/revisionInfo" Target="revisionInfo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8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127F-2710-16CC-DC58-B7DDA042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6901F1-B075-7648-04F8-2F1BC97D8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E26DE7-B591-BB3E-D392-A810F32CD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741406-EAD1-39F7-C954-A45319E5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7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633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7E9C-D294-02B3-0D59-410B4F21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DFEA52-1CBF-7394-0EC5-E3376C382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37215E-68AB-A98A-D995-C80D87514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AE6EC-812C-EE8C-09B9-4C0B7989E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05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469-058A-73D8-B9D4-2EBE9C81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D4528E-BC26-6012-7019-A74068F9D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3158F3-B00A-97A0-4A29-AE5AB028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928B77-46E1-390D-3D51-6AD44515C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6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37F8-12D3-66B7-9331-7BFD7868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1481AD-56F2-2832-D89D-5117F7175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E0ED-49F1-5333-2FD0-5327BB5C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CE0E35-B00B-BC1D-BF41-4B5337FE0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25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61B8-6044-5265-668F-62D0F238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656796-B684-C2D9-224A-1E61EF75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0EA8AF-D13E-15E9-02BC-85AA388D4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B1ACFF-D7DA-6FC5-7581-168C722B8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34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4A699-4B53-D0FC-3D0A-E9DA909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CF9BCD-7E25-A5F3-DC5B-AD51CC526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CE769-9420-8C86-056B-70AE3A0F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D6E537-CFFA-5DFE-4E60-3BC6001B3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158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536B-407F-DEC9-FB74-9995A0B4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76838B8-B464-2D07-F28B-D6302D20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F87BBA-7C47-2123-B11B-6E60DCA7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1BF660-EFC2-ED07-AA17-A2F23AED7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06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C22C-7F32-4559-D2E8-4B0FF16C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19DC03A-8477-210D-2B8B-E38B994F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679E5C-4E44-7017-243D-998F5C359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DF7F7-09EA-F33F-380F-5CFD48AC4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61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75C-5030-7A4C-2BF7-C3BE333D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D2F3B1-551C-54C4-BD68-C5B49213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CE13EC-E54B-44E2-3007-692ADE4C8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D25D24-A317-084B-7BA7-908BA14A6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30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5EFF-D379-9580-AC1C-AB5CBACE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732234-DA7F-2D40-FFAC-C45B2D23C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A7AD62-04D2-6646-37C3-04632ED8B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A61AF0-C94A-3222-AEA9-1F22FDC91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301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397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587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AAF458F5-A81B-84D6-F7A5-159FF9CB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ns2:creationId id="{48FB9D6C-04DC-263A-C854-9DF9660C01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384663"/>
            <a:ext cx="4974091" cy="327864"/>
          </a:xfrm>
        </p:spPr>
        <p:txBody>
          <a:bodyPr/>
          <a:lstStyle/>
          <a:p>
            <a:pPr algn="l"/>
            <a:r>
              <a:rPr kumimoji="1" lang="en-US" altLang="ja-JP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kumimoji="1" lang="ja-JP" altLang="en-US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kumimoji="1" lang="en-US" altLang="ja-JP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kumimoji="1" lang="ja-JP" altLang="en-US" sz="1200">
              <a:solidFill>
                <a:schemeClr val="accent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ns2:creationId id="{EB2A8FEE-8E0B-512C-9DB7-5E18155BD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lang="en-US" altLang="ja-JP" sz="1400" b="1"/>
          </a:p>
        </p:txBody>
      </p:sp>
      <p:sp>
        <p:nvSpPr>
          <p:cNvPr id="72" name="object 8">
            <a:extLst>
              <a:ext uri="{FF2B5EF4-FFF2-40B4-BE49-F238E27FC236}">
                <ns2:creationId id="{BFD69264-C250-F2C8-E86F-DDA5373E5189}"/>
              </a:ext>
            </a:extLst>
          </p:cNvPr>
          <p:cNvSpPr/>
          <p:nvPr/>
        </p:nvSpPr>
        <p:spPr>
          <a:xfrm>
            <a:off x="373252" y="1700387"/>
            <a:ext cx="4779773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ns2:creationId id="{5EA595C6-B86A-43F5-8BCA-BBB4171C8C3B}"/>
              </a:ext>
            </a:extLst>
          </p:cNvPr>
          <p:cNvSpPr/>
          <p:nvPr/>
        </p:nvSpPr>
        <p:spPr>
          <a:xfrm>
            <a:off x="371474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sp>
        <p:nvSpPr>
          <p:cNvPr id="7" name="Source 3">
            <a:extLst>
              <a:ext uri="{FF2B5EF4-FFF2-40B4-BE49-F238E27FC236}">
                <ns2:creationId id="{033AAEFA-A36C-24D9-39CB-B899DF757F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r>
              <a:rPr kumimoji="1" lang="ja-JP" altLang="en-US" sz="600"/>
              <a:t/>
            </a: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  <a:r>
              <a:rPr kumimoji="1" lang="en-US" altLang="ja-JP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</a:p>
          <a:p>
            <a:r>
              <a:rPr kumimoji="1" lang="ja-JP" altLang="en-US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en-US" altLang="ja-JP" sz="600"/>
              <a:t/>
            </a:r>
            <a:endParaRPr kumimoji="1" lang="ja-JP" altLang="en-US" sz="600"/>
          </a:p>
        </p:txBody>
      </p:sp>
      <p:sp>
        <p:nvSpPr>
          <p:cNvPr id="3" name="Text Placeholder 2 Right">
            <a:extLst>
              <a:ext uri="{FF2B5EF4-FFF2-40B4-BE49-F238E27FC236}">
                <ns2:creationId id="{ABC18EE0-5E9F-A960-116B-C91BF03E87F8}"/>
              </a:ext>
            </a:extLst>
          </p:cNvPr>
          <p:cNvSpPr txBox="1">
            <a:spLocks/>
          </p:cNvSpPr>
          <p:nvPr/>
        </p:nvSpPr>
        <p:spPr>
          <a:xfrm>
            <a:off x="5564889" y="1384663"/>
            <a:ext cx="4974091" cy="32786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 sz="1727" b="1">
                <a:latin typeface="+mn-ea"/>
                <a:ea typeface="+mn-ea"/>
                <a:cs typeface="+mn-cs"/>
              </a:defRPr>
            </a:lvl1pPr>
            <a:lvl2pPr marL="493439" indent="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 sz="2159" b="1">
                <a:latin typeface="+mn-ea"/>
                <a:ea typeface="+mn-ea"/>
                <a:cs typeface="+mn-cs"/>
              </a:defRPr>
            </a:lvl2pPr>
            <a:lvl3pPr marL="986879" indent="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 sz="2159" b="1">
                <a:latin typeface="+mn-ea"/>
                <a:ea typeface="+mn-ea"/>
                <a:cs typeface="+mn-cs"/>
              </a:defRPr>
            </a:lvl3pPr>
            <a:lvl4pPr marL="1480315" indent="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 sz="2159" b="1">
                <a:latin typeface="+mn-ea"/>
                <a:ea typeface="+mn-ea"/>
                <a:cs typeface="+mn-cs"/>
              </a:defRPr>
            </a:lvl4pPr>
            <a:lvl5pPr marL="1973754" indent="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 sz="2159" b="1">
                <a:latin typeface="+mn-ea"/>
                <a:ea typeface="+mn-ea"/>
                <a:cs typeface="+mn-cs"/>
              </a:defRPr>
            </a:lvl5pPr>
            <a:lvl6pPr marL="2467194">
              <a:defRPr>
                <a:latin typeface="+mn-lt"/>
                <a:ea typeface="+mn-ea"/>
                <a:cs typeface="+mn-cs"/>
              </a:defRPr>
            </a:lvl6pPr>
            <a:lvl7pPr marL="2960631">
              <a:defRPr>
                <a:latin typeface="+mn-lt"/>
                <a:ea typeface="+mn-ea"/>
                <a:cs typeface="+mn-cs"/>
              </a:defRPr>
            </a:lvl7pPr>
            <a:lvl8pPr marL="3454069">
              <a:defRPr>
                <a:latin typeface="+mn-lt"/>
                <a:ea typeface="+mn-ea"/>
                <a:cs typeface="+mn-cs"/>
              </a:defRPr>
            </a:lvl8pPr>
            <a:lvl9pPr marL="3947509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kumimoji="1" lang="ja-JP" altLang="en-US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kumimoji="1" lang="en-US" altLang="ja-JP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kumimoji="1" lang="ja-JP" altLang="en-US" sz="1200">
              <a:solidFill>
                <a:schemeClr val="accent2"/>
              </a:solidFill>
            </a:endParaRPr>
          </a:p>
        </p:txBody>
      </p:sp>
      <p:sp>
        <p:nvSpPr>
          <p:cNvPr id="8" name="object 8">
            <a:extLst>
              <a:ext uri="{FF2B5EF4-FFF2-40B4-BE49-F238E27FC236}">
                <ns2:creationId id="{532C778C-1A54-5B4D-BF81-752AD85837B3}"/>
              </a:ext>
            </a:extLst>
          </p:cNvPr>
          <p:cNvSpPr/>
          <p:nvPr/>
        </p:nvSpPr>
        <p:spPr>
          <a:xfrm>
            <a:off x="5555990" y="1700387"/>
            <a:ext cx="4779773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9" name="正方形/長方形 8">
            <a:extLst>
              <a:ext uri="{FF2B5EF4-FFF2-40B4-BE49-F238E27FC236}">
                <ns2:creationId id="{05B21B84-6D99-A5C3-EF7F-2A48D186AF43}"/>
              </a:ext>
            </a:extLst>
          </p:cNvPr>
          <p:cNvSpPr/>
          <p:nvPr/>
        </p:nvSpPr>
        <p:spPr>
          <a:xfrm>
            <a:off x="5554212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</p:spTree>
    <p:extLst>
      <p:ext uri="{BB962C8B-B14F-4D97-AF65-F5344CB8AC3E}">
        <ns3:creationId val="21496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Macintosh PowerPoint</Application>
  <PresentationFormat>ユーザー設定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Yu Gothic UI</vt:lpstr>
      <vt:lpstr>游ゴシック</vt:lpstr>
      <vt:lpstr>Arial</vt:lpstr>
      <vt:lpstr>Wingdings</vt:lpstr>
      <vt:lpstr>Wingdings 2</vt:lpstr>
      <vt:lpstr>Office Theme</vt:lpstr>
      <vt:lpstr>PowerPoint プレゼンテーション</vt:lpstr>
      <vt:lpstr>標準カラーパレット </vt:lpstr>
      <vt:lpstr>Title（Yu Gothic UI フォント22pt） </vt:lpstr>
      <vt:lpstr>スライドレイアウト① </vt:lpstr>
      <vt:lpstr>スライドレイアウト② </vt:lpstr>
      <vt:lpstr>スライドレイアウト③ </vt:lpstr>
      <vt:lpstr>スライドレイアウト④ </vt:lpstr>
      <vt:lpstr>スライドレイアウト⑥ </vt:lpstr>
      <vt:lpstr>スライドレイアウト⑦ </vt:lpstr>
      <vt:lpstr>スライドレイアウト⑧ </vt:lpstr>
      <vt:lpstr>スライドレイアウト⑨ </vt:lpstr>
      <vt:lpstr>スライドレイアウト⑩ </vt:lpstr>
      <vt:lpstr>スライドレイアウト⑪ </vt:lpstr>
      <vt:lpstr>目次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2</cp:revision>
  <cp:lastPrinted>2025-09-22T09:16:40Z</cp:lastPrinted>
  <dcterms:created xsi:type="dcterms:W3CDTF">2022-05-20T02:40:37Z</dcterms:created>
  <dcterms:modified xsi:type="dcterms:W3CDTF">2026-05-01T08:35:10Z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