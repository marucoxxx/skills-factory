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0F6241-7E3F-F64A-942F-67BD3D5646CA}" v="20" dt="2026-03-13T04:17:59.088"/>
    <p1510:client id="{6FC45250-92D3-2A4A-8D93-C01D0F0A839B}" v="21" dt="2026-03-14T03:56:43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4"/>
    <p:restoredTop sz="94708"/>
  </p:normalViewPr>
  <p:slideViewPr>
    <p:cSldViewPr snapToGrid="0">
      <p:cViewPr varScale="1">
        <p:scale>
          <a:sx n="68" d="100"/>
          <a:sy n="68" d="100"/>
        </p:scale>
        <p:origin x="21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6FC45250-92D3-2A4A-8D93-C01D0F0A839B}"/>
    <pc:docChg chg="undo custSel modSld">
      <pc:chgData name="福元 允亮" userId="12e1d508-426e-4c6a-b43b-7681266f9ca9" providerId="ADAL" clId="{6FC45250-92D3-2A4A-8D93-C01D0F0A839B}" dt="2026-03-14T03:56:43.529" v="184"/>
      <pc:docMkLst>
        <pc:docMk/>
      </pc:docMkLst>
      <pc:sldChg chg="addSp delSp modSp mod">
        <pc:chgData name="福元 允亮" userId="12e1d508-426e-4c6a-b43b-7681266f9ca9" providerId="ADAL" clId="{6FC45250-92D3-2A4A-8D93-C01D0F0A839B}" dt="2026-03-14T03:56:43.529" v="184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FC45250-92D3-2A4A-8D93-C01D0F0A839B}" dt="2026-03-13T04:54:53.877" v="63" actId="165"/>
          <ac:spMkLst>
            <pc:docMk/>
            <pc:sldMk cId="3001053428" sldId="2147480764"/>
            <ac:spMk id="4" creationId="{FC862CA3-F501-B316-DA25-D1E3CA88A22D}"/>
          </ac:spMkLst>
        </pc:spChg>
        <pc:spChg chg="mod topLvl">
          <ac:chgData name="福元 允亮" userId="12e1d508-426e-4c6a-b43b-7681266f9ca9" providerId="ADAL" clId="{6FC45250-92D3-2A4A-8D93-C01D0F0A839B}" dt="2026-03-13T04:55:04.284" v="65" actId="465"/>
          <ac:spMkLst>
            <pc:docMk/>
            <pc:sldMk cId="3001053428" sldId="2147480764"/>
            <ac:spMk id="5" creationId="{51631ECB-3EEE-1B45-B1C4-D798412D701D}"/>
          </ac:spMkLst>
        </pc:spChg>
        <pc:spChg chg="del">
          <ac:chgData name="福元 允亮" userId="12e1d508-426e-4c6a-b43b-7681266f9ca9" providerId="ADAL" clId="{6FC45250-92D3-2A4A-8D93-C01D0F0A839B}" dt="2026-03-13T04:51:32.673" v="0" actId="478"/>
          <ac:spMkLst>
            <pc:docMk/>
            <pc:sldMk cId="3001053428" sldId="2147480764"/>
            <ac:spMk id="6" creationId="{23342DB1-E52B-BCA8-3C02-B6859453268A}"/>
          </ac:spMkLst>
        </pc:spChg>
        <pc:spChg chg="add del mod">
          <ac:chgData name="福元 允亮" userId="12e1d508-426e-4c6a-b43b-7681266f9ca9" providerId="ADAL" clId="{6FC45250-92D3-2A4A-8D93-C01D0F0A839B}" dt="2026-03-14T03:56:42.655" v="183" actId="478"/>
          <ac:spMkLst>
            <pc:docMk/>
            <pc:sldMk cId="3001053428" sldId="2147480764"/>
            <ac:spMk id="6" creationId="{5516A0CE-2802-A5D4-413F-A1314B9193EC}"/>
          </ac:spMkLst>
        </pc:spChg>
        <pc:spChg chg="add mod">
          <ac:chgData name="福元 允亮" userId="12e1d508-426e-4c6a-b43b-7681266f9ca9" providerId="ADAL" clId="{6FC45250-92D3-2A4A-8D93-C01D0F0A839B}" dt="2026-03-14T03:56:43.529" v="184"/>
          <ac:spMkLst>
            <pc:docMk/>
            <pc:sldMk cId="3001053428" sldId="2147480764"/>
            <ac:spMk id="7" creationId="{B6C0B3F2-3C84-3A01-78BA-71917CA151E1}"/>
          </ac:spMkLst>
        </pc:spChg>
        <pc:spChg chg="del">
          <ac:chgData name="福元 允亮" userId="12e1d508-426e-4c6a-b43b-7681266f9ca9" providerId="ADAL" clId="{6FC45250-92D3-2A4A-8D93-C01D0F0A839B}" dt="2026-03-13T04:51:32.673" v="0" actId="478"/>
          <ac:spMkLst>
            <pc:docMk/>
            <pc:sldMk cId="3001053428" sldId="2147480764"/>
            <ac:spMk id="7" creationId="{F3A32E4F-035F-8387-F4E4-7B5C166D7C1A}"/>
          </ac:spMkLst>
        </pc:spChg>
        <pc:spChg chg="add mod topLvl">
          <ac:chgData name="福元 允亮" userId="12e1d508-426e-4c6a-b43b-7681266f9ca9" providerId="ADAL" clId="{6FC45250-92D3-2A4A-8D93-C01D0F0A839B}" dt="2026-03-13T04:54:53.877" v="63" actId="165"/>
          <ac:spMkLst>
            <pc:docMk/>
            <pc:sldMk cId="3001053428" sldId="2147480764"/>
            <ac:spMk id="14" creationId="{CB66D2C0-7026-9EEF-753D-3E4B504FE2D4}"/>
          </ac:spMkLst>
        </pc:spChg>
        <pc:spChg chg="del">
          <ac:chgData name="福元 允亮" userId="12e1d508-426e-4c6a-b43b-7681266f9ca9" providerId="ADAL" clId="{6FC45250-92D3-2A4A-8D93-C01D0F0A839B}" dt="2026-03-13T04:51:34.800" v="1" actId="478"/>
          <ac:spMkLst>
            <pc:docMk/>
            <pc:sldMk cId="3001053428" sldId="2147480764"/>
            <ac:spMk id="17" creationId="{32AC5D82-CFD9-0E72-0D98-B3A4DB0E0E98}"/>
          </ac:spMkLst>
        </pc:spChg>
        <pc:spChg chg="del">
          <ac:chgData name="福元 允亮" userId="12e1d508-426e-4c6a-b43b-7681266f9ca9" providerId="ADAL" clId="{6FC45250-92D3-2A4A-8D93-C01D0F0A839B}" dt="2026-03-13T04:51:34.800" v="1" actId="478"/>
          <ac:spMkLst>
            <pc:docMk/>
            <pc:sldMk cId="3001053428" sldId="2147480764"/>
            <ac:spMk id="19" creationId="{37368B79-0C23-E8BB-EBB4-3DA1D0EF160F}"/>
          </ac:spMkLst>
        </pc:spChg>
        <pc:spChg chg="del">
          <ac:chgData name="福元 允亮" userId="12e1d508-426e-4c6a-b43b-7681266f9ca9" providerId="ADAL" clId="{6FC45250-92D3-2A4A-8D93-C01D0F0A839B}" dt="2026-03-13T04:51:34.800" v="1" actId="478"/>
          <ac:spMkLst>
            <pc:docMk/>
            <pc:sldMk cId="3001053428" sldId="2147480764"/>
            <ac:spMk id="20" creationId="{2429861F-DD00-C7C9-C90C-34E927001DC6}"/>
          </ac:spMkLst>
        </pc:spChg>
        <pc:spChg chg="add mod">
          <ac:chgData name="福元 允亮" userId="12e1d508-426e-4c6a-b43b-7681266f9ca9" providerId="ADAL" clId="{6FC45250-92D3-2A4A-8D93-C01D0F0A839B}" dt="2026-03-13T04:53:15.497" v="27" actId="571"/>
          <ac:spMkLst>
            <pc:docMk/>
            <pc:sldMk cId="3001053428" sldId="2147480764"/>
            <ac:spMk id="22" creationId="{CEB56E12-A9A5-CAF8-FEF5-6282BEBC80E0}"/>
          </ac:spMkLst>
        </pc:spChg>
        <pc:spChg chg="add mod topLvl">
          <ac:chgData name="福元 允亮" userId="12e1d508-426e-4c6a-b43b-7681266f9ca9" providerId="ADAL" clId="{6FC45250-92D3-2A4A-8D93-C01D0F0A839B}" dt="2026-03-13T04:55:11.087" v="66" actId="554"/>
          <ac:spMkLst>
            <pc:docMk/>
            <pc:sldMk cId="3001053428" sldId="2147480764"/>
            <ac:spMk id="25" creationId="{96F1DBEF-988D-0653-F730-DB508812C11A}"/>
          </ac:spMkLst>
        </pc:spChg>
        <pc:spChg chg="add mod topLvl">
          <ac:chgData name="福元 允亮" userId="12e1d508-426e-4c6a-b43b-7681266f9ca9" providerId="ADAL" clId="{6FC45250-92D3-2A4A-8D93-C01D0F0A839B}" dt="2026-03-13T04:55:11.087" v="66" actId="554"/>
          <ac:spMkLst>
            <pc:docMk/>
            <pc:sldMk cId="3001053428" sldId="2147480764"/>
            <ac:spMk id="26" creationId="{35254E3D-3D21-329A-75E7-7A7D7D0872CE}"/>
          </ac:spMkLst>
        </pc:spChg>
        <pc:spChg chg="add mod topLvl">
          <ac:chgData name="福元 允亮" userId="12e1d508-426e-4c6a-b43b-7681266f9ca9" providerId="ADAL" clId="{6FC45250-92D3-2A4A-8D93-C01D0F0A839B}" dt="2026-03-13T04:55:11.087" v="66" actId="554"/>
          <ac:spMkLst>
            <pc:docMk/>
            <pc:sldMk cId="3001053428" sldId="2147480764"/>
            <ac:spMk id="27" creationId="{55C98522-FBA6-0C11-EC22-32A18E14FBBB}"/>
          </ac:spMkLst>
        </pc:spChg>
        <pc:spChg chg="add mod">
          <ac:chgData name="福元 允亮" userId="12e1d508-426e-4c6a-b43b-7681266f9ca9" providerId="ADAL" clId="{6FC45250-92D3-2A4A-8D93-C01D0F0A839B}" dt="2026-03-13T04:55:38.287" v="71" actId="20577"/>
          <ac:spMkLst>
            <pc:docMk/>
            <pc:sldMk cId="3001053428" sldId="2147480764"/>
            <ac:spMk id="41" creationId="{9A0EF307-2C8D-4055-8B9B-AF51DE0EC47D}"/>
          </ac:spMkLst>
        </pc:spChg>
        <pc:spChg chg="add mod">
          <ac:chgData name="福元 允亮" userId="12e1d508-426e-4c6a-b43b-7681266f9ca9" providerId="ADAL" clId="{6FC45250-92D3-2A4A-8D93-C01D0F0A839B}" dt="2026-03-13T04:55:41.153" v="73" actId="20577"/>
          <ac:spMkLst>
            <pc:docMk/>
            <pc:sldMk cId="3001053428" sldId="2147480764"/>
            <ac:spMk id="42" creationId="{80099589-E0DD-1645-BB52-E7A397FA6775}"/>
          </ac:spMkLst>
        </pc:spChg>
        <pc:spChg chg="add mod">
          <ac:chgData name="福元 允亮" userId="12e1d508-426e-4c6a-b43b-7681266f9ca9" providerId="ADAL" clId="{6FC45250-92D3-2A4A-8D93-C01D0F0A839B}" dt="2026-03-13T04:55:44.495" v="75" actId="20577"/>
          <ac:spMkLst>
            <pc:docMk/>
            <pc:sldMk cId="3001053428" sldId="2147480764"/>
            <ac:spMk id="43" creationId="{CB6C7F99-65E4-D3AB-5D63-AA41D4AB4686}"/>
          </ac:spMkLst>
        </pc:spChg>
        <pc:spChg chg="add mod">
          <ac:chgData name="福元 允亮" userId="12e1d508-426e-4c6a-b43b-7681266f9ca9" providerId="ADAL" clId="{6FC45250-92D3-2A4A-8D93-C01D0F0A839B}" dt="2026-03-13T04:56:31.588" v="121" actId="1035"/>
          <ac:spMkLst>
            <pc:docMk/>
            <pc:sldMk cId="3001053428" sldId="2147480764"/>
            <ac:spMk id="53" creationId="{5763E9E7-8A86-1831-9F53-15E6E66FB6B3}"/>
          </ac:spMkLst>
        </pc:spChg>
        <pc:spChg chg="add mod">
          <ac:chgData name="福元 允亮" userId="12e1d508-426e-4c6a-b43b-7681266f9ca9" providerId="ADAL" clId="{6FC45250-92D3-2A4A-8D93-C01D0F0A839B}" dt="2026-03-13T04:56:42.448" v="135" actId="20577"/>
          <ac:spMkLst>
            <pc:docMk/>
            <pc:sldMk cId="3001053428" sldId="2147480764"/>
            <ac:spMk id="54" creationId="{E6865EF1-1FB2-1BA2-9337-1DA6E72874B4}"/>
          </ac:spMkLst>
        </pc:spChg>
        <pc:spChg chg="add del mod">
          <ac:chgData name="福元 允亮" userId="12e1d508-426e-4c6a-b43b-7681266f9ca9" providerId="ADAL" clId="{6FC45250-92D3-2A4A-8D93-C01D0F0A839B}" dt="2026-03-14T03:38:03.814" v="181" actId="478"/>
          <ac:spMkLst>
            <pc:docMk/>
            <pc:sldMk cId="3001053428" sldId="2147480764"/>
            <ac:spMk id="57" creationId="{B6FB3547-CD75-ACCF-3647-AFF758EE2CA0}"/>
          </ac:spMkLst>
        </pc:spChg>
        <pc:grpChg chg="add del mod">
          <ac:chgData name="福元 允亮" userId="12e1d508-426e-4c6a-b43b-7681266f9ca9" providerId="ADAL" clId="{6FC45250-92D3-2A4A-8D93-C01D0F0A839B}" dt="2026-03-13T04:54:53.877" v="63" actId="165"/>
          <ac:grpSpMkLst>
            <pc:docMk/>
            <pc:sldMk cId="3001053428" sldId="2147480764"/>
            <ac:grpSpMk id="37" creationId="{C5FB4D68-FBD1-E856-0C3B-7CEA0939D22C}"/>
          </ac:grpSpMkLst>
        </pc:grpChg>
        <pc:cxnChg chg="add mod topLvl">
          <ac:chgData name="福元 允亮" userId="12e1d508-426e-4c6a-b43b-7681266f9ca9" providerId="ADAL" clId="{6FC45250-92D3-2A4A-8D93-C01D0F0A839B}" dt="2026-03-13T04:54:53.877" v="63" actId="165"/>
          <ac:cxnSpMkLst>
            <pc:docMk/>
            <pc:sldMk cId="3001053428" sldId="2147480764"/>
            <ac:cxnSpMk id="10" creationId="{26DA861A-B8C1-13A7-16B1-F651E18C5FA6}"/>
          </ac:cxnSpMkLst>
        </pc:cxnChg>
        <pc:cxnChg chg="del mod">
          <ac:chgData name="福元 允亮" userId="12e1d508-426e-4c6a-b43b-7681266f9ca9" providerId="ADAL" clId="{6FC45250-92D3-2A4A-8D93-C01D0F0A839B}" dt="2026-03-13T04:51:32.673" v="0" actId="478"/>
          <ac:cxnSpMkLst>
            <pc:docMk/>
            <pc:sldMk cId="3001053428" sldId="2147480764"/>
            <ac:cxnSpMk id="12" creationId="{B2607941-6FF9-8D8A-33BC-CA2B0CACA894}"/>
          </ac:cxnSpMkLst>
        </pc:cxnChg>
        <pc:cxnChg chg="del mod">
          <ac:chgData name="福元 允亮" userId="12e1d508-426e-4c6a-b43b-7681266f9ca9" providerId="ADAL" clId="{6FC45250-92D3-2A4A-8D93-C01D0F0A839B}" dt="2026-03-13T04:51:32.673" v="0" actId="478"/>
          <ac:cxnSpMkLst>
            <pc:docMk/>
            <pc:sldMk cId="3001053428" sldId="2147480764"/>
            <ac:cxnSpMk id="13" creationId="{9ED3C6F8-A4B3-9213-2DA2-591DFDB98E5E}"/>
          </ac:cxnSpMkLst>
        </pc:cxnChg>
        <pc:cxnChg chg="add mod">
          <ac:chgData name="福元 允亮" userId="12e1d508-426e-4c6a-b43b-7681266f9ca9" providerId="ADAL" clId="{6FC45250-92D3-2A4A-8D93-C01D0F0A839B}" dt="2026-03-13T04:54:23.225" v="60" actId="1035"/>
          <ac:cxnSpMkLst>
            <pc:docMk/>
            <pc:sldMk cId="3001053428" sldId="2147480764"/>
            <ac:cxnSpMk id="15" creationId="{8C3112A6-54FE-AB13-18F8-81B66D23AB03}"/>
          </ac:cxnSpMkLst>
        </pc:cxnChg>
        <pc:cxnChg chg="add mod topLvl">
          <ac:chgData name="福元 允亮" userId="12e1d508-426e-4c6a-b43b-7681266f9ca9" providerId="ADAL" clId="{6FC45250-92D3-2A4A-8D93-C01D0F0A839B}" dt="2026-03-13T04:55:11.087" v="66" actId="554"/>
          <ac:cxnSpMkLst>
            <pc:docMk/>
            <pc:sldMk cId="3001053428" sldId="2147480764"/>
            <ac:cxnSpMk id="28" creationId="{C7CA8A1F-DAC1-2BAA-4DE8-F6AC4DF24CBD}"/>
          </ac:cxnSpMkLst>
        </pc:cxnChg>
        <pc:cxnChg chg="add mod topLvl">
          <ac:chgData name="福元 允亮" userId="12e1d508-426e-4c6a-b43b-7681266f9ca9" providerId="ADAL" clId="{6FC45250-92D3-2A4A-8D93-C01D0F0A839B}" dt="2026-03-13T04:55:11.087" v="66" actId="554"/>
          <ac:cxnSpMkLst>
            <pc:docMk/>
            <pc:sldMk cId="3001053428" sldId="2147480764"/>
            <ac:cxnSpMk id="31" creationId="{4098B20D-8721-D256-8C2F-53168F83B486}"/>
          </ac:cxnSpMkLst>
        </pc:cxnChg>
        <pc:cxnChg chg="add mod">
          <ac:chgData name="福元 允亮" userId="12e1d508-426e-4c6a-b43b-7681266f9ca9" providerId="ADAL" clId="{6FC45250-92D3-2A4A-8D93-C01D0F0A839B}" dt="2026-03-13T04:55:11.087" v="66" actId="554"/>
          <ac:cxnSpMkLst>
            <pc:docMk/>
            <pc:sldMk cId="3001053428" sldId="2147480764"/>
            <ac:cxnSpMk id="34" creationId="{CCA7FA00-769F-0FBD-A93E-142D0B38BCA0}"/>
          </ac:cxnSpMkLst>
        </pc:cxnChg>
        <pc:cxnChg chg="add mod">
          <ac:chgData name="福元 允亮" userId="12e1d508-426e-4c6a-b43b-7681266f9ca9" providerId="ADAL" clId="{6FC45250-92D3-2A4A-8D93-C01D0F0A839B}" dt="2026-03-13T04:55:20.961" v="69" actId="14100"/>
          <ac:cxnSpMkLst>
            <pc:docMk/>
            <pc:sldMk cId="3001053428" sldId="2147480764"/>
            <ac:cxnSpMk id="44" creationId="{6E81CFEE-8F30-D80F-ABEC-6BCC203DE917}"/>
          </ac:cxnSpMkLst>
        </pc:cxnChg>
        <pc:cxnChg chg="add mod">
          <ac:chgData name="福元 允亮" userId="12e1d508-426e-4c6a-b43b-7681266f9ca9" providerId="ADAL" clId="{6FC45250-92D3-2A4A-8D93-C01D0F0A839B}" dt="2026-03-13T04:56:03.090" v="78" actId="14100"/>
          <ac:cxnSpMkLst>
            <pc:docMk/>
            <pc:sldMk cId="3001053428" sldId="2147480764"/>
            <ac:cxnSpMk id="47" creationId="{3AD85CB5-CAE9-3A9E-FD95-16C79052380F}"/>
          </ac:cxnSpMkLst>
        </pc:cxnChg>
        <pc:cxnChg chg="add mod">
          <ac:chgData name="福元 允亮" userId="12e1d508-426e-4c6a-b43b-7681266f9ca9" providerId="ADAL" clId="{6FC45250-92D3-2A4A-8D93-C01D0F0A839B}" dt="2026-03-13T04:56:08.786" v="81" actId="14100"/>
          <ac:cxnSpMkLst>
            <pc:docMk/>
            <pc:sldMk cId="3001053428" sldId="2147480764"/>
            <ac:cxnSpMk id="50" creationId="{555582E8-54E7-C1BF-6635-E14242AA1050}"/>
          </ac:cxnSpMkLst>
        </pc:cxnChg>
        <pc:cxnChg chg="add mod">
          <ac:chgData name="福元 允亮" userId="12e1d508-426e-4c6a-b43b-7681266f9ca9" providerId="ADAL" clId="{6FC45250-92D3-2A4A-8D93-C01D0F0A839B}" dt="2026-03-13T04:56:56.178" v="140" actId="692"/>
          <ac:cxnSpMkLst>
            <pc:docMk/>
            <pc:sldMk cId="3001053428" sldId="2147480764"/>
            <ac:cxnSpMk id="56" creationId="{C385515D-70AF-8934-03E7-C36DBE84CA72}"/>
          </ac:cxnSpMkLst>
        </pc:cxnChg>
      </pc:sldChg>
    </pc:docChg>
  </pc:docChgLst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2T07:06:36.055" v="280" actId="3064"/>
      <pc:docMkLst>
        <pc:docMk/>
      </pc:docMkLst>
      <pc:sldChg chg="addSp delSp modSp mod">
        <pc:chgData name="福元 允亮" userId="12e1d508-426e-4c6a-b43b-7681266f9ca9" providerId="ADAL" clId="{BA46FE6B-DFBB-DD4A-A67B-362D8C1E4B9F}" dt="2026-03-12T07:06:36.055" v="280" actId="3064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400F6241-7E3F-F64A-942F-67BD3D5646CA}"/>
    <pc:docChg chg="custSel modSld">
      <pc:chgData name="福元 允亮" userId="12e1d508-426e-4c6a-b43b-7681266f9ca9" providerId="ADAL" clId="{400F6241-7E3F-F64A-942F-67BD3D5646CA}" dt="2026-03-13T04:19:58.705" v="147" actId="165"/>
      <pc:docMkLst>
        <pc:docMk/>
      </pc:docMkLst>
      <pc:sldChg chg="addSp delSp modSp mod">
        <pc:chgData name="福元 允亮" userId="12e1d508-426e-4c6a-b43b-7681266f9ca9" providerId="ADAL" clId="{400F6241-7E3F-F64A-942F-67BD3D5646CA}" dt="2026-03-13T04:19:58.705" v="147" actId="165"/>
        <pc:sldMkLst>
          <pc:docMk/>
          <pc:sldMk cId="3001053428" sldId="2147480764"/>
        </pc:sldMkLst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4" creationId="{A41518AA-1C1A-DA33-6FA9-723EECF5C725}"/>
          </ac:spMkLst>
        </pc:spChg>
        <pc:spChg chg="add mod topLvl">
          <ac:chgData name="福元 允亮" userId="12e1d508-426e-4c6a-b43b-7681266f9ca9" providerId="ADAL" clId="{400F6241-7E3F-F64A-942F-67BD3D5646CA}" dt="2026-03-13T04:19:58.705" v="147" actId="165"/>
          <ac:spMkLst>
            <pc:docMk/>
            <pc:sldMk cId="3001053428" sldId="2147480764"/>
            <ac:spMk id="5" creationId="{51631ECB-3EEE-1B45-B1C4-D798412D701D}"/>
          </ac:spMkLst>
        </pc:spChg>
        <pc:spChg chg="add mod topLvl">
          <ac:chgData name="福元 允亮" userId="12e1d508-426e-4c6a-b43b-7681266f9ca9" providerId="ADAL" clId="{400F6241-7E3F-F64A-942F-67BD3D5646CA}" dt="2026-03-13T04:19:58.705" v="147" actId="165"/>
          <ac:spMkLst>
            <pc:docMk/>
            <pc:sldMk cId="3001053428" sldId="2147480764"/>
            <ac:spMk id="6" creationId="{23342DB1-E52B-BCA8-3C02-B6859453268A}"/>
          </ac:spMkLst>
        </pc:spChg>
        <pc:spChg chg="add mod topLvl">
          <ac:chgData name="福元 允亮" userId="12e1d508-426e-4c6a-b43b-7681266f9ca9" providerId="ADAL" clId="{400F6241-7E3F-F64A-942F-67BD3D5646CA}" dt="2026-03-13T04:19:58.705" v="147" actId="165"/>
          <ac:spMkLst>
            <pc:docMk/>
            <pc:sldMk cId="3001053428" sldId="2147480764"/>
            <ac:spMk id="7" creationId="{F3A32E4F-035F-8387-F4E4-7B5C166D7C1A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0" creationId="{416129BB-F894-C51D-D6D2-DA0DAAFDA083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1" creationId="{C8567CF8-291A-D428-8755-8F667602279B}"/>
          </ac:spMkLst>
        </pc:spChg>
        <pc:spChg chg="add mod">
          <ac:chgData name="福元 允亮" userId="12e1d508-426e-4c6a-b43b-7681266f9ca9" providerId="ADAL" clId="{400F6241-7E3F-F64A-942F-67BD3D5646CA}" dt="2026-03-13T04:17:59.088" v="144" actId="465"/>
          <ac:spMkLst>
            <pc:docMk/>
            <pc:sldMk cId="3001053428" sldId="2147480764"/>
            <ac:spMk id="17" creationId="{32AC5D82-CFD9-0E72-0D98-B3A4DB0E0E98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18" creationId="{C5780C6E-FAE4-EDA4-D73B-AA75E3CD5161}"/>
          </ac:spMkLst>
        </pc:spChg>
        <pc:spChg chg="add mod">
          <ac:chgData name="福元 允亮" userId="12e1d508-426e-4c6a-b43b-7681266f9ca9" providerId="ADAL" clId="{400F6241-7E3F-F64A-942F-67BD3D5646CA}" dt="2026-03-13T04:17:59.088" v="144" actId="465"/>
          <ac:spMkLst>
            <pc:docMk/>
            <pc:sldMk cId="3001053428" sldId="2147480764"/>
            <ac:spMk id="19" creationId="{37368B79-0C23-E8BB-EBB4-3DA1D0EF160F}"/>
          </ac:spMkLst>
        </pc:spChg>
        <pc:spChg chg="add mod">
          <ac:chgData name="福元 允亮" userId="12e1d508-426e-4c6a-b43b-7681266f9ca9" providerId="ADAL" clId="{400F6241-7E3F-F64A-942F-67BD3D5646CA}" dt="2026-03-13T04:17:59.088" v="144" actId="465"/>
          <ac:spMkLst>
            <pc:docMk/>
            <pc:sldMk cId="3001053428" sldId="2147480764"/>
            <ac:spMk id="20" creationId="{2429861F-DD00-C7C9-C90C-34E927001DC6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400F6241-7E3F-F64A-942F-67BD3D5646CA}" dt="2026-03-13T04:14:13.997" v="0" actId="478"/>
          <ac:spMkLst>
            <pc:docMk/>
            <pc:sldMk cId="3001053428" sldId="2147480764"/>
            <ac:spMk id="28" creationId="{A2733814-C9C4-33DA-D8C3-0790F6E66858}"/>
          </ac:spMkLst>
        </pc:spChg>
        <pc:grpChg chg="add del mod">
          <ac:chgData name="福元 允亮" userId="12e1d508-426e-4c6a-b43b-7681266f9ca9" providerId="ADAL" clId="{400F6241-7E3F-F64A-942F-67BD3D5646CA}" dt="2026-03-13T04:19:58.705" v="147" actId="165"/>
          <ac:grpSpMkLst>
            <pc:docMk/>
            <pc:sldMk cId="3001053428" sldId="2147480764"/>
            <ac:grpSpMk id="22" creationId="{A6B1A154-2BDE-A703-9BC6-081C8FADB489}"/>
          </ac:grpSpMkLst>
        </pc:grpChg>
        <pc:cxnChg chg="add mod topLvl">
          <ac:chgData name="福元 允亮" userId="12e1d508-426e-4c6a-b43b-7681266f9ca9" providerId="ADAL" clId="{400F6241-7E3F-F64A-942F-67BD3D5646CA}" dt="2026-03-13T04:19:58.705" v="147" actId="165"/>
          <ac:cxnSpMkLst>
            <pc:docMk/>
            <pc:sldMk cId="3001053428" sldId="2147480764"/>
            <ac:cxnSpMk id="12" creationId="{B2607941-6FF9-8D8A-33BC-CA2B0CACA894}"/>
          </ac:cxnSpMkLst>
        </pc:cxnChg>
        <pc:cxnChg chg="add mod topLvl">
          <ac:chgData name="福元 允亮" userId="12e1d508-426e-4c6a-b43b-7681266f9ca9" providerId="ADAL" clId="{400F6241-7E3F-F64A-942F-67BD3D5646CA}" dt="2026-03-13T04:19:58.705" v="147" actId="165"/>
          <ac:cxnSpMkLst>
            <pc:docMk/>
            <pc:sldMk cId="3001053428" sldId="2147480764"/>
            <ac:cxnSpMk id="13" creationId="{9ED3C6F8-A4B3-9213-2DA2-591DFDB98E5E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2026/3/14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631ECB-3EEE-1B45-B1C4-D798412D701D}"/>
              </a:ext>
            </a:extLst>
          </p:cNvPr>
          <p:cNvSpPr/>
          <p:nvPr/>
        </p:nvSpPr>
        <p:spPr>
          <a:xfrm>
            <a:off x="352512" y="1883664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62CA3-F501-B316-DA25-D1E3CA88A22D}"/>
              </a:ext>
            </a:extLst>
          </p:cNvPr>
          <p:cNvSpPr/>
          <p:nvPr/>
        </p:nvSpPr>
        <p:spPr>
          <a:xfrm>
            <a:off x="2236359" y="1883664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DA861A-B8C1-13A7-16B1-F651E18C5FA6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1904802" y="2397137"/>
            <a:ext cx="33155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6D2C0-7026-9EEF-753D-3E4B504FE2D4}"/>
              </a:ext>
            </a:extLst>
          </p:cNvPr>
          <p:cNvSpPr/>
          <p:nvPr/>
        </p:nvSpPr>
        <p:spPr>
          <a:xfrm>
            <a:off x="4135278" y="1883664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3112A6-54FE-AB13-18F8-81B66D23AB03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3788650" y="2397137"/>
            <a:ext cx="346628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6F1DBEF-988D-0653-F730-DB508812C11A}"/>
              </a:ext>
            </a:extLst>
          </p:cNvPr>
          <p:cNvSpPr/>
          <p:nvPr/>
        </p:nvSpPr>
        <p:spPr>
          <a:xfrm>
            <a:off x="352512" y="3367667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254E3D-3D21-329A-75E7-7A7D7D0872CE}"/>
              </a:ext>
            </a:extLst>
          </p:cNvPr>
          <p:cNvSpPr/>
          <p:nvPr/>
        </p:nvSpPr>
        <p:spPr>
          <a:xfrm>
            <a:off x="2236359" y="3367667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C98522-FBA6-0C11-EC22-32A18E14FBBB}"/>
              </a:ext>
            </a:extLst>
          </p:cNvPr>
          <p:cNvSpPr/>
          <p:nvPr/>
        </p:nvSpPr>
        <p:spPr>
          <a:xfrm>
            <a:off x="4135278" y="3367667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CA8A1F-DAC1-2BAA-4DE8-F6AC4DF24CBD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rot="5400000">
            <a:off x="2791511" y="1247755"/>
            <a:ext cx="457058" cy="378276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98B20D-8721-D256-8C2F-53168F83B486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1904802" y="3881140"/>
            <a:ext cx="33155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A7FA00-769F-0FBD-A93E-142D0B38BCA0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3788649" y="3881140"/>
            <a:ext cx="346629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A0EF307-2C8D-4055-8B9B-AF51DE0EC47D}"/>
              </a:ext>
            </a:extLst>
          </p:cNvPr>
          <p:cNvSpPr/>
          <p:nvPr/>
        </p:nvSpPr>
        <p:spPr>
          <a:xfrm>
            <a:off x="352512" y="4851670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099589-E0DD-1645-BB52-E7A397FA6775}"/>
              </a:ext>
            </a:extLst>
          </p:cNvPr>
          <p:cNvSpPr/>
          <p:nvPr/>
        </p:nvSpPr>
        <p:spPr>
          <a:xfrm>
            <a:off x="2236359" y="4851670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6C7F99-65E4-D3AB-5D63-AA41D4AB4686}"/>
              </a:ext>
            </a:extLst>
          </p:cNvPr>
          <p:cNvSpPr/>
          <p:nvPr/>
        </p:nvSpPr>
        <p:spPr>
          <a:xfrm>
            <a:off x="4135278" y="4851670"/>
            <a:ext cx="1552290" cy="10269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GB" b="1" dirty="0" err="1">
                <a:solidFill>
                  <a:schemeClr val="tx1"/>
                </a:solidFill>
              </a:rPr>
              <a:t>Process9</a:t>
            </a:r>
          </a:p>
        </p:txBody>
      </p:sp>
      <p:cxnSp>
        <p:nvCxnSpPr>
          <p:cNvPr id="44" name="Straight Arrow Connector 27">
            <a:extLst>
              <a:ext uri="{FF2B5EF4-FFF2-40B4-BE49-F238E27FC236}">
                <a16:creationId xmlns:a16="http://schemas.microsoft.com/office/drawing/2014/main" id="{6E81CFEE-8F30-D80F-ABEC-6BCC203DE917}"/>
              </a:ext>
            </a:extLst>
          </p:cNvPr>
          <p:cNvCxnSpPr>
            <a:cxnSpLocks/>
            <a:stCxn id="27" idx="2"/>
            <a:endCxn id="41" idx="0"/>
          </p:cNvCxnSpPr>
          <p:nvPr/>
        </p:nvCxnSpPr>
        <p:spPr>
          <a:xfrm rot="5400000">
            <a:off x="2791511" y="2731758"/>
            <a:ext cx="457058" cy="378276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D85CB5-CAE9-3A9E-FD95-16C79052380F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1904802" y="5365143"/>
            <a:ext cx="33155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5582E8-54E7-C1BF-6635-E14242AA1050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3788649" y="5365143"/>
            <a:ext cx="346629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763E9E7-8A86-1831-9F53-15E6E66FB6B3}"/>
              </a:ext>
            </a:extLst>
          </p:cNvPr>
          <p:cNvSpPr txBox="1"/>
          <p:nvPr/>
        </p:nvSpPr>
        <p:spPr>
          <a:xfrm>
            <a:off x="352512" y="1402788"/>
            <a:ext cx="166391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lang="en-GB" b="1">
                <a:latin typeface="+mn-ea"/>
              </a:rPr>
              <a:t>プロセスの全体像</a:t>
            </a:r>
            <a:endParaRPr kumimoji="1" lang="en-GB" b="1"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865EF1-1FB2-1BA2-9337-1DA6E72874B4}"/>
              </a:ext>
            </a:extLst>
          </p:cNvPr>
          <p:cNvSpPr txBox="1"/>
          <p:nvPr/>
        </p:nvSpPr>
        <p:spPr>
          <a:xfrm>
            <a:off x="6163953" y="1402788"/>
            <a:ext cx="14330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lang="en-GB" b="1">
                <a:latin typeface="+mn-ea"/>
              </a:rPr>
              <a:t>プロセスの特徴</a:t>
            </a:r>
            <a:endParaRPr kumimoji="1" lang="en-GB" b="1">
              <a:latin typeface="+mn-ea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385515D-70AF-8934-03E7-C36DBE84CA72}"/>
              </a:ext>
            </a:extLst>
          </p:cNvPr>
          <p:cNvCxnSpPr/>
          <p:nvPr/>
        </p:nvCxnSpPr>
        <p:spPr>
          <a:xfrm>
            <a:off x="352512" y="1772120"/>
            <a:ext cx="11466288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C0B3F2-3C84-3A01-78BA-71917CA151E1}"/>
              </a:ext>
            </a:extLst>
          </p:cNvPr>
          <p:cNvSpPr txBox="1"/>
          <p:nvPr/>
        </p:nvSpPr>
        <p:spPr>
          <a:xfrm>
            <a:off x="6162324" y="1848921"/>
            <a:ext cx="5656476" cy="28315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GB" b="1">
                <a:latin typeface="+mn-ea"/>
              </a:rPr>
              <a:t>Process-Feature1</a:t>
            </a:r>
          </a:p>
          <a:p>
            <a:pPr marL="533400" lvl="1" indent="-261938" defTabSz="288000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400">
                <a:latin typeface="+mn-ea"/>
              </a:rPr>
              <a:t>Process-Feature1-Commnet1</a:t>
            </a:r>
          </a:p>
          <a:p>
            <a:pPr marL="533400" lvl="1" indent="-261938" defTabSz="288000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400">
                <a:latin typeface="+mn-ea"/>
              </a:rPr>
              <a:t>Process-Feature1-Commnet2</a:t>
            </a:r>
            <a:endParaRPr kumimoji="1" lang="en-GB" sz="1400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>
                <a:latin typeface="+mn-ea"/>
              </a:rPr>
              <a:t>Process-Feature2</a:t>
            </a:r>
          </a:p>
          <a:p>
            <a:pPr marL="533400" lvl="1" indent="-261938" defTabSz="288000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400">
                <a:latin typeface="+mn-ea"/>
              </a:rPr>
              <a:t>Process-Feature2-Commnet1</a:t>
            </a:r>
          </a:p>
          <a:p>
            <a:pPr marL="533400" lvl="1" indent="-261938" defTabSz="288000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400">
                <a:latin typeface="+mn-ea"/>
              </a:rPr>
              <a:t>Process-Feature2-Commnet2</a:t>
            </a:r>
            <a:endParaRPr lang="en-GB">
              <a:latin typeface="+mn-ea"/>
            </a:endParaRP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>
                <a:latin typeface="+mn-ea"/>
              </a:rPr>
              <a:t>Process-Feature3</a:t>
            </a:r>
          </a:p>
          <a:p>
            <a:pPr marL="533400" lvl="1" indent="-261938" defTabSz="288000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400">
                <a:latin typeface="+mn-ea"/>
              </a:rPr>
              <a:t>Process-Feature3-Commnet1</a:t>
            </a:r>
          </a:p>
          <a:p>
            <a:pPr marL="533400" lvl="1" indent="-261938" defTabSz="288000">
              <a:spcAft>
                <a:spcPts val="600"/>
              </a:spcAft>
              <a:buFont typeface="Wingdings" pitchFamily="2" charset="2"/>
              <a:buChar char="Ø"/>
            </a:pPr>
            <a:r>
              <a:rPr lang="en-GB" sz="1400">
                <a:latin typeface="+mn-ea"/>
              </a:rPr>
              <a:t>Process-Feature3-Commnet2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17f56e19-48dc-4865-971f-f3b491f58a87"/>
    <ds:schemaRef ds:uri="http://schemas.openxmlformats.org/package/2006/metadata/core-properties"/>
    <ds:schemaRef ds:uri="http://schemas.microsoft.com/office/2006/documentManagement/types"/>
    <ds:schemaRef ds:uri="0ae734c6-b731-48fe-9f9a-77498299e3e1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50</TotalTime>
  <Words>24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2026-03-14T03:56:44Z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