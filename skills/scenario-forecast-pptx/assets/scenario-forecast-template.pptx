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8738D5-2550-AF4F-981D-A8C1866BE157}" v="23" dt="2026-03-19T04:23:28.066"/>
    <p1510:client id="{73A3F7F6-CF54-5D4E-9C08-0DAE630A75FC}" v="19" dt="2026-03-19T04:28:16.3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40"/>
    <p:restoredTop sz="94660"/>
  </p:normalViewPr>
  <p:slideViewPr>
    <p:cSldViewPr snapToGrid="0">
      <p:cViewPr varScale="1">
        <p:scale>
          <a:sx n="102" d="100"/>
          <a:sy n="102" d="100"/>
        </p:scale>
        <p:origin x="20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  <pc:spChg chg="mod">
          <ac:chgData name="福元 允亮" userId="12e1d508-426e-4c6a-b43b-7681266f9ca9" providerId="ADAL" clId="{4FB9097D-FD44-E242-A68C-2137823CC664}" dt="2026-03-12T01:15:21.182" v="127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4FB9097D-FD44-E242-A68C-2137823CC664}" dt="2026-03-12T01:15:23.816" v="173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4FB9097D-FD44-E242-A68C-2137823CC664}" dt="2026-03-12T01:15:21.236" v="16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</pc:sldChg>
    </pc:docChg>
  </pc:docChgLst>
  <pc:docChgLst>
    <pc:chgData name="福元 允亮" userId="12e1d508-426e-4c6a-b43b-7681266f9ca9" providerId="ADAL" clId="{73A3F7F6-CF54-5D4E-9C08-0DAE630A75FC}"/>
    <pc:docChg chg="undo custSel modSld">
      <pc:chgData name="福元 允亮" userId="12e1d508-426e-4c6a-b43b-7681266f9ca9" providerId="ADAL" clId="{73A3F7F6-CF54-5D4E-9C08-0DAE630A75FC}" dt="2026-03-19T05:25:17.322" v="128" actId="14100"/>
      <pc:docMkLst>
        <pc:docMk/>
      </pc:docMkLst>
      <pc:sldChg chg="addSp delSp modSp mod">
        <pc:chgData name="福元 允亮" userId="12e1d508-426e-4c6a-b43b-7681266f9ca9" providerId="ADAL" clId="{73A3F7F6-CF54-5D4E-9C08-0DAE630A75FC}" dt="2026-03-19T05:25:17.322" v="128" actId="14100"/>
        <pc:sldMkLst>
          <pc:docMk/>
          <pc:sldMk cId="3001053428" sldId="2147480764"/>
        </pc:sldMkLst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4" creationId="{F9F398D3-2F6B-A011-1C1D-9A8C12E59113}"/>
          </ac:spMkLst>
        </pc:spChg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5" creationId="{6D6889C1-5BFA-C557-CB37-1967325CB392}"/>
          </ac:spMkLst>
        </pc:spChg>
        <pc:spChg chg="mod">
          <ac:chgData name="福元 允亮" userId="12e1d508-426e-4c6a-b43b-7681266f9ca9" providerId="ADAL" clId="{73A3F7F6-CF54-5D4E-9C08-0DAE630A75FC}" dt="2026-03-19T05:25:17.322" v="128" actId="14100"/>
          <ac:spMkLst>
            <pc:docMk/>
            <pc:sldMk cId="3001053428" sldId="2147480764"/>
            <ac:spMk id="7" creationId="{07C5F1D5-1FB6-4AC9-95E6-C0578AC27158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0" creationId="{F093C981-CC74-DE2E-DB51-C1E5C72CAA4A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3" creationId="{3EA67211-B74F-0557-8EB4-8823B0820C22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6" creationId="{FFB60D2D-C7BC-45CF-5BFD-DCB9780DAE75}"/>
          </ac:spMkLst>
        </pc:spChg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23" creationId="{CF5A2BEE-E40D-41A4-5432-F5E1E4EA7249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5" creationId="{5D5987A4-A19F-B84D-9DFA-6F9C909E4603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7" creationId="{887C9450-54F5-A2F9-8A7F-AD3977EF03F1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8" creationId="{D33CBAA1-D65B-4B15-C70B-F79C45DE97D5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0" creationId="{F4A6A664-7FC8-6E19-95C8-C0BD75940884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1" creationId="{18D8F863-3605-DFF4-E171-3A2B16271529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5" creationId="{CD880B83-4509-3C93-06EC-E6461609496C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6" creationId="{B18DE05F-3DFF-570B-6120-243F50E2FA86}"/>
          </ac:spMkLst>
        </pc:spChg>
        <pc:graphicFrameChg chg="add mod modGraphic">
          <ac:chgData name="福元 允亮" userId="12e1d508-426e-4c6a-b43b-7681266f9ca9" providerId="ADAL" clId="{73A3F7F6-CF54-5D4E-9C08-0DAE630A75FC}" dt="2026-03-19T04:28:16.346" v="127"/>
          <ac:graphicFrameMkLst>
            <pc:docMk/>
            <pc:sldMk cId="3001053428" sldId="2147480764"/>
            <ac:graphicFrameMk id="11" creationId="{4BCE08B5-210C-3E1E-B642-5FFD1AA361AB}"/>
          </ac:graphicFrameMkLst>
        </pc:graphicFrameChg>
      </pc:sldChg>
    </pc:docChg>
  </pc:docChgLst>
  <pc:docChgLst>
    <pc:chgData name="福元 允亮" userId="12e1d508-426e-4c6a-b43b-7681266f9ca9" providerId="ADAL" clId="{3F8738D5-2550-AF4F-981D-A8C1866BE157}"/>
    <pc:docChg chg="undo custSel modSld">
      <pc:chgData name="福元 允亮" userId="12e1d508-426e-4c6a-b43b-7681266f9ca9" providerId="ADAL" clId="{3F8738D5-2550-AF4F-981D-A8C1866BE157}" dt="2026-03-12T07:19:16.668" v="249" actId="3064"/>
      <pc:docMkLst>
        <pc:docMk/>
      </pc:docMkLst>
      <pc:sldChg chg="addSp delSp modSp mod">
        <pc:chgData name="福元 允亮" userId="12e1d508-426e-4c6a-b43b-7681266f9ca9" providerId="ADAL" clId="{3F8738D5-2550-AF4F-981D-A8C1866BE157}" dt="2026-03-12T07:19:16.668" v="249" actId="3064"/>
        <pc:sldMkLst>
          <pc:docMk/>
          <pc:sldMk cId="3001053428" sldId="2147480764"/>
        </pc:sldMkLst>
        <pc:spChg chg="mod">
          <ac:chgData name="福元 允亮" userId="12e1d508-426e-4c6a-b43b-7681266f9ca9" providerId="ADAL" clId="{3F8738D5-2550-AF4F-981D-A8C1866BE157}" dt="2026-03-12T06:53:50.504" v="109" actId="1036"/>
          <ac:spMkLst>
            <pc:docMk/>
            <pc:sldMk cId="3001053428" sldId="2147480764"/>
            <ac:spMk id="7" creationId="{07C5F1D5-1FB6-4AC9-95E6-C0578AC27158}"/>
          </ac:spMkLst>
        </pc:spChg>
        <pc:spChg chg="add mod">
          <ac:chgData name="福元 允亮" userId="12e1d508-426e-4c6a-b43b-7681266f9ca9" providerId="ADAL" clId="{3F8738D5-2550-AF4F-981D-A8C1866BE157}" dt="2026-03-12T07:19:16.668" v="249" actId="3064"/>
          <ac:spMkLst>
            <pc:docMk/>
            <pc:sldMk cId="3001053428" sldId="2147480764"/>
            <ac:spMk id="30" creationId="{6DE39449-59E9-A8C5-988C-A57C3F0FC32F}"/>
          </ac:spMkLst>
        </pc:spChg>
        <pc:cxnChg chg="mod topLvl">
          <ac:chgData name="福元 允亮" userId="12e1d508-426e-4c6a-b43b-7681266f9ca9" providerId="ADAL" clId="{3F8738D5-2550-AF4F-981D-A8C1866BE157}" dt="2026-03-12T06:53:43.418" v="106" actId="165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7" creationId="{07C5F1D5-1FB6-4AC9-95E6-C0578AC27158}"/>
          </ac:spMkLst>
        </pc:spChg>
        <pc:cxnChg chg="add mod">
          <ac:chgData name="福元 允亮" userId="12e1d508-426e-4c6a-b43b-7681266f9ca9" providerId="ADAL" clId="{677DA6F4-90AE-E448-B5D9-A10FB8393A34}" dt="2026-03-12T04:33:15.987" v="110" actId="692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2026/3/19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graphicFrame>
        <p:nvGraphicFramePr>
          <p:cNvPr id="4" name="Table 1"/>
          <p:cNvGraphicFramePr>
            <a:graphicFrameLocks noGrp="1"/>
          </p:cNvGraphicFramePr>
          <p:nvPr/>
        </p:nvGraphicFramePr>
        <p:xfrm>
          <a:off x="374904" y="1371600"/>
          <a:ext cx="11448288" cy="5120640"/>
        </p:xfrm>
        <a:graphic>
          <a:graphicData uri="http://schemas.openxmlformats.org/drawingml/2006/table">
            <a:tbl>
              <a:tblPr firstRow="1" bandRow="0"/>
              <a:tblGrid>
                <a:gridCol w="1188720"/>
                <a:gridCol w="10259568"/>
              </a:tblGrid>
              <a:tr h="2560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</a:rPr>
                        <a:t>年</a:t>
                      </a:r>
                    </a:p>
                  </a:txBody>
                  <a:tcPr marL="91440" marR="91440" marT="45720" marB="45720" anchor="ctr">
                    <a:solidFill>
                      <a:srgbClr val="F5F0D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88888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</a:rPr>
                        <a:t>概要</a:t>
                      </a:r>
                    </a:p>
                  </a:txBody>
                  <a:tcPr marL="91440" marR="91440" marT="45720" marB="45720" anchor="ctr">
                    <a:solidFill>
                      <a:srgbClr val="F5F0D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888888"/>
                      </a:solidFill>
                    </a:lnB>
                  </a:tcPr>
                </a:tc>
              </a:tr>
              <a:tr h="2560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</a:rPr>
                        <a:t>1989年</a:t>
                      </a: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</a:rPr>
                        <a:t>サンプルテキスト</a:t>
                      </a: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19364-6506-4AE9-B1C7-2E3E6444FD05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17f56e19-48dc-4865-971f-f3b491f58a87"/>
    <ds:schemaRef ds:uri="http://schemas.microsoft.com/office/infopath/2007/PartnerControls"/>
    <ds:schemaRef ds:uri="http://schemas.openxmlformats.org/package/2006/metadata/core-properties"/>
    <ds:schemaRef ds:uri="0ae734c6-b731-48fe-9f9a-77498299e3e1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95</TotalTime>
  <Words>39</Words>
  <Application>Microsoft Macintosh PowerPoint</Application>
  <PresentationFormat>Widescreen</PresentationFormat>
  <Paragraphs>37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2026-03-19T05:25:18Z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