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2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87" r:id="rId4"/>
  </p:sldMasterIdLst>
  <p:notesMasterIdLst>
    <p:notesMasterId r:id="rId6"/>
  </p:notesMasterIdLst>
  <p:handoutMasterIdLst>
    <p:handoutMasterId r:id="rId7"/>
  </p:handoutMasterIdLst>
  <p:sldIdLst>
    <p:sldId id="2147480766" r:id="rId5"/>
  </p:sldIdLst>
  <p:sldSz cx="12192000" cy="6858000"/>
  <p:notesSz cx="6858000" cy="9144000"/>
  <p:custDataLst>
    <p:tags r:id="rId8"/>
  </p:custDataLst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作成者" initials="A" lastIdx="0" clrIdx="1"/>
  <p:cmAuthor id="3" name="QAD 上原 光徳/Uehara, Mitsunori (NTT DATA)" initials="Q上光M(D" lastIdx="3" clrIdx="2">
    <p:extLst>
      <p:ext uri="{19B8F6BF-5375-455C-9EA6-DF929625EA0E}">
        <p15:presenceInfo xmlns:p15="http://schemas.microsoft.com/office/powerpoint/2012/main" userId="S::Mitsunori.Uehara@jp.nttdata.com::37b1c3ba-4dc0-4ab6-8ca6-e39079f72e79" providerId="AD"/>
      </p:ext>
    </p:extLst>
  </p:cmAuthor>
  <p:cmAuthor id="4" name="TIG 片岡 瑠美/Kataoka, Rumi (NTT DATA)" initials="T片瑠R(D" lastIdx="1" clrIdx="3">
    <p:extLst>
      <p:ext uri="{19B8F6BF-5375-455C-9EA6-DF929625EA0E}">
        <p15:presenceInfo xmlns:p15="http://schemas.microsoft.com/office/powerpoint/2012/main" userId="TIG 片岡 瑠美/Kataoka, Rumi (NTT DATA)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00FF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5AD"/>
    <a:srgbClr val="595959"/>
    <a:srgbClr val="7F7F7F"/>
    <a:srgbClr val="000000"/>
    <a:srgbClr val="CC99FF"/>
    <a:srgbClr val="FFCCFF"/>
    <a:srgbClr val="404040"/>
    <a:srgbClr val="C0C0C0"/>
    <a:srgbClr val="A3DAFE"/>
    <a:srgbClr val="FF7A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F2C7050-1620-E044-8EC2-C439D30450EF}" v="14" dt="2026-03-14T04:45:36.430"/>
    <p1510:client id="{D8E95375-B96A-A149-A5CB-FACFD16ECE8A}" v="195" dt="2026-03-14T04:28:53.27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間スタイル 2 - アクセント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中間スタイル 2 - アクセント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中間スタイル 2 - アクセント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中間スタイル 2 - アクセント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E25E649-3F16-4E02-A733-19D2CDBF48F0}" styleName="中間スタイル 3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スタイル (中間)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06799F8-075E-4A3A-A7F6-7FBC6576F1A4}" styleName="テーマ スタイル 2 - アクセント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113A9D2-9D6B-4929-AA2D-F23B5EE8CBE7}" styleName="テーマ スタイル 2 - アクセント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9D7B26C5-4107-4FEC-AEDC-1716B250A1EF}" styleName="スタイル (淡色)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C7853C-536D-4A76-A0AE-DD22124D55A5}" styleName="テーマ スタイル 1 - アクセント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淡色スタイル 3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スタイル (淡色)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3201"/>
    <p:restoredTop sz="94708"/>
  </p:normalViewPr>
  <p:slideViewPr>
    <p:cSldViewPr snapToGrid="0">
      <p:cViewPr varScale="1">
        <p:scale>
          <a:sx n="61" d="100"/>
          <a:sy n="61" d="100"/>
        </p:scale>
        <p:origin x="240" y="1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gs" Target="tags/tag1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commentAuthors" Target="commentAuthors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福元 允亮" userId="12e1d508-426e-4c6a-b43b-7681266f9ca9" providerId="ADAL" clId="{CF2C7050-1620-E044-8EC2-C439D30450EF}"/>
    <pc:docChg chg="custSel modSld">
      <pc:chgData name="福元 允亮" userId="12e1d508-426e-4c6a-b43b-7681266f9ca9" providerId="ADAL" clId="{CF2C7050-1620-E044-8EC2-C439D30450EF}" dt="2026-03-14T04:45:59.562" v="181" actId="14861"/>
      <pc:docMkLst>
        <pc:docMk/>
      </pc:docMkLst>
      <pc:sldChg chg="addSp delSp modSp mod">
        <pc:chgData name="福元 允亮" userId="12e1d508-426e-4c6a-b43b-7681266f9ca9" providerId="ADAL" clId="{CF2C7050-1620-E044-8EC2-C439D30450EF}" dt="2026-03-14T04:45:59.562" v="181" actId="14861"/>
        <pc:sldMkLst>
          <pc:docMk/>
          <pc:sldMk cId="3565654319" sldId="2147480766"/>
        </pc:sldMkLst>
        <pc:spChg chg="mod topLvl">
          <ac:chgData name="福元 允亮" userId="12e1d508-426e-4c6a-b43b-7681266f9ca9" providerId="ADAL" clId="{CF2C7050-1620-E044-8EC2-C439D30450EF}" dt="2026-03-14T04:45:59.562" v="181" actId="14861"/>
          <ac:spMkLst>
            <pc:docMk/>
            <pc:sldMk cId="3565654319" sldId="2147480766"/>
            <ac:spMk id="4" creationId="{A60907AD-F744-885C-6D3F-090580FFDFBD}"/>
          </ac:spMkLst>
        </pc:spChg>
        <pc:spChg chg="mod">
          <ac:chgData name="福元 允亮" userId="12e1d508-426e-4c6a-b43b-7681266f9ca9" providerId="ADAL" clId="{CF2C7050-1620-E044-8EC2-C439D30450EF}" dt="2026-03-14T04:45:59.562" v="181" actId="14861"/>
          <ac:spMkLst>
            <pc:docMk/>
            <pc:sldMk cId="3565654319" sldId="2147480766"/>
            <ac:spMk id="5" creationId="{B782F690-EDF1-6811-B83C-E4D5538CD8D4}"/>
          </ac:spMkLst>
        </pc:spChg>
        <pc:spChg chg="mod topLvl">
          <ac:chgData name="福元 允亮" userId="12e1d508-426e-4c6a-b43b-7681266f9ca9" providerId="ADAL" clId="{CF2C7050-1620-E044-8EC2-C439D30450EF}" dt="2026-03-14T04:45:48.376" v="180" actId="692"/>
          <ac:spMkLst>
            <pc:docMk/>
            <pc:sldMk cId="3565654319" sldId="2147480766"/>
            <ac:spMk id="7" creationId="{8CE85510-0DAA-6A3E-6460-CFC22CC3F058}"/>
          </ac:spMkLst>
        </pc:spChg>
        <pc:spChg chg="mod">
          <ac:chgData name="福元 允亮" userId="12e1d508-426e-4c6a-b43b-7681266f9ca9" providerId="ADAL" clId="{CF2C7050-1620-E044-8EC2-C439D30450EF}" dt="2026-03-14T04:33:30.206" v="163" actId="404"/>
          <ac:spMkLst>
            <pc:docMk/>
            <pc:sldMk cId="3565654319" sldId="2147480766"/>
            <ac:spMk id="10" creationId="{937FA1F1-03E3-FE5A-433E-7D0CFE9E1023}"/>
          </ac:spMkLst>
        </pc:spChg>
        <pc:spChg chg="mod topLvl">
          <ac:chgData name="福元 允亮" userId="12e1d508-426e-4c6a-b43b-7681266f9ca9" providerId="ADAL" clId="{CF2C7050-1620-E044-8EC2-C439D30450EF}" dt="2026-03-14T04:45:59.562" v="181" actId="14861"/>
          <ac:spMkLst>
            <pc:docMk/>
            <pc:sldMk cId="3565654319" sldId="2147480766"/>
            <ac:spMk id="12" creationId="{F5294DD6-AF18-3731-E9F9-0B4AFB7859FB}"/>
          </ac:spMkLst>
        </pc:spChg>
        <pc:spChg chg="mod">
          <ac:chgData name="福元 允亮" userId="12e1d508-426e-4c6a-b43b-7681266f9ca9" providerId="ADAL" clId="{CF2C7050-1620-E044-8EC2-C439D30450EF}" dt="2026-03-14T04:45:15.965" v="166" actId="692"/>
          <ac:spMkLst>
            <pc:docMk/>
            <pc:sldMk cId="3565654319" sldId="2147480766"/>
            <ac:spMk id="14" creationId="{0F9C535E-1545-89B9-DB82-F8DB5909B108}"/>
          </ac:spMkLst>
        </pc:spChg>
        <pc:spChg chg="topLvl">
          <ac:chgData name="福元 允亮" userId="12e1d508-426e-4c6a-b43b-7681266f9ca9" providerId="ADAL" clId="{CF2C7050-1620-E044-8EC2-C439D30450EF}" dt="2026-03-14T04:29:46.787" v="0" actId="165"/>
          <ac:spMkLst>
            <pc:docMk/>
            <pc:sldMk cId="3565654319" sldId="2147480766"/>
            <ac:spMk id="15" creationId="{B60B7A51-9BAE-C233-E589-74E17418CA9B}"/>
          </ac:spMkLst>
        </pc:spChg>
        <pc:spChg chg="mod">
          <ac:chgData name="福元 允亮" userId="12e1d508-426e-4c6a-b43b-7681266f9ca9" providerId="ADAL" clId="{CF2C7050-1620-E044-8EC2-C439D30450EF}" dt="2026-03-14T04:45:15.965" v="166" actId="692"/>
          <ac:spMkLst>
            <pc:docMk/>
            <pc:sldMk cId="3565654319" sldId="2147480766"/>
            <ac:spMk id="16" creationId="{AD72145C-60BB-90F2-262A-E7D920EA4C91}"/>
          </ac:spMkLst>
        </pc:spChg>
        <pc:spChg chg="mod">
          <ac:chgData name="福元 允亮" userId="12e1d508-426e-4c6a-b43b-7681266f9ca9" providerId="ADAL" clId="{CF2C7050-1620-E044-8EC2-C439D30450EF}" dt="2026-03-14T04:45:15.965" v="166" actId="692"/>
          <ac:spMkLst>
            <pc:docMk/>
            <pc:sldMk cId="3565654319" sldId="2147480766"/>
            <ac:spMk id="17" creationId="{8DF55853-3CCA-125B-84E6-7522AC382BD6}"/>
          </ac:spMkLst>
        </pc:spChg>
        <pc:spChg chg="mod">
          <ac:chgData name="福元 允亮" userId="12e1d508-426e-4c6a-b43b-7681266f9ca9" providerId="ADAL" clId="{CF2C7050-1620-E044-8EC2-C439D30450EF}" dt="2026-03-14T04:45:15.965" v="166" actId="692"/>
          <ac:spMkLst>
            <pc:docMk/>
            <pc:sldMk cId="3565654319" sldId="2147480766"/>
            <ac:spMk id="18" creationId="{E941D313-1DD7-654C-AF87-025C7CE29659}"/>
          </ac:spMkLst>
        </pc:spChg>
        <pc:spChg chg="mod">
          <ac:chgData name="福元 允亮" userId="12e1d508-426e-4c6a-b43b-7681266f9ca9" providerId="ADAL" clId="{CF2C7050-1620-E044-8EC2-C439D30450EF}" dt="2026-03-14T04:45:15.965" v="166" actId="692"/>
          <ac:spMkLst>
            <pc:docMk/>
            <pc:sldMk cId="3565654319" sldId="2147480766"/>
            <ac:spMk id="19" creationId="{C109D87E-F3B4-772F-9752-ED4D5F7BB300}"/>
          </ac:spMkLst>
        </pc:spChg>
        <pc:spChg chg="mod">
          <ac:chgData name="福元 允亮" userId="12e1d508-426e-4c6a-b43b-7681266f9ca9" providerId="ADAL" clId="{CF2C7050-1620-E044-8EC2-C439D30450EF}" dt="2026-03-14T04:45:15.965" v="166" actId="692"/>
          <ac:spMkLst>
            <pc:docMk/>
            <pc:sldMk cId="3565654319" sldId="2147480766"/>
            <ac:spMk id="20" creationId="{7CE55677-9ED4-3EE1-1317-7BDBB3603D52}"/>
          </ac:spMkLst>
        </pc:spChg>
        <pc:spChg chg="add mod">
          <ac:chgData name="福元 允亮" userId="12e1d508-426e-4c6a-b43b-7681266f9ca9" providerId="ADAL" clId="{CF2C7050-1620-E044-8EC2-C439D30450EF}" dt="2026-03-14T04:45:22.740" v="168"/>
          <ac:spMkLst>
            <pc:docMk/>
            <pc:sldMk cId="3565654319" sldId="2147480766"/>
            <ac:spMk id="21" creationId="{2ED98FAE-0613-EF83-F4D2-F9E69F656F2B}"/>
          </ac:spMkLst>
        </pc:spChg>
        <pc:spChg chg="mod">
          <ac:chgData name="福元 允亮" userId="12e1d508-426e-4c6a-b43b-7681266f9ca9" providerId="ADAL" clId="{CF2C7050-1620-E044-8EC2-C439D30450EF}" dt="2026-03-14T04:45:15.965" v="166" actId="692"/>
          <ac:spMkLst>
            <pc:docMk/>
            <pc:sldMk cId="3565654319" sldId="2147480766"/>
            <ac:spMk id="23" creationId="{D5C43B7C-5676-064D-9EBE-77C1E49105E3}"/>
          </ac:spMkLst>
        </pc:spChg>
        <pc:spChg chg="mod">
          <ac:chgData name="福元 允亮" userId="12e1d508-426e-4c6a-b43b-7681266f9ca9" providerId="ADAL" clId="{CF2C7050-1620-E044-8EC2-C439D30450EF}" dt="2026-03-14T04:45:15.965" v="166" actId="692"/>
          <ac:spMkLst>
            <pc:docMk/>
            <pc:sldMk cId="3565654319" sldId="2147480766"/>
            <ac:spMk id="24" creationId="{A561F620-FE0F-E375-3983-6C0ED6777D18}"/>
          </ac:spMkLst>
        </pc:spChg>
        <pc:spChg chg="add mod">
          <ac:chgData name="福元 允亮" userId="12e1d508-426e-4c6a-b43b-7681266f9ca9" providerId="ADAL" clId="{CF2C7050-1620-E044-8EC2-C439D30450EF}" dt="2026-03-14T04:45:22.740" v="168"/>
          <ac:spMkLst>
            <pc:docMk/>
            <pc:sldMk cId="3565654319" sldId="2147480766"/>
            <ac:spMk id="25" creationId="{8459BD76-C32D-835B-1ED1-87FD5029C718}"/>
          </ac:spMkLst>
        </pc:spChg>
        <pc:spChg chg="mod">
          <ac:chgData name="福元 允亮" userId="12e1d508-426e-4c6a-b43b-7681266f9ca9" providerId="ADAL" clId="{CF2C7050-1620-E044-8EC2-C439D30450EF}" dt="2026-03-14T04:45:15.965" v="166" actId="692"/>
          <ac:spMkLst>
            <pc:docMk/>
            <pc:sldMk cId="3565654319" sldId="2147480766"/>
            <ac:spMk id="26" creationId="{F3DCC6DE-573F-40D2-2FA4-0713D20F8153}"/>
          </ac:spMkLst>
        </pc:spChg>
        <pc:spChg chg="mod">
          <ac:chgData name="福元 允亮" userId="12e1d508-426e-4c6a-b43b-7681266f9ca9" providerId="ADAL" clId="{CF2C7050-1620-E044-8EC2-C439D30450EF}" dt="2026-03-14T04:45:15.965" v="166" actId="692"/>
          <ac:spMkLst>
            <pc:docMk/>
            <pc:sldMk cId="3565654319" sldId="2147480766"/>
            <ac:spMk id="27" creationId="{B8BD6B22-C673-4EBC-053F-0FB0436B4094}"/>
          </ac:spMkLst>
        </pc:spChg>
        <pc:spChg chg="mod">
          <ac:chgData name="福元 允亮" userId="12e1d508-426e-4c6a-b43b-7681266f9ca9" providerId="ADAL" clId="{CF2C7050-1620-E044-8EC2-C439D30450EF}" dt="2026-03-14T04:45:22.740" v="168"/>
          <ac:spMkLst>
            <pc:docMk/>
            <pc:sldMk cId="3565654319" sldId="2147480766"/>
            <ac:spMk id="28" creationId="{DB8B0AC6-144A-0DB1-4C0E-9E2E81A04EBF}"/>
          </ac:spMkLst>
        </pc:spChg>
        <pc:spChg chg="add mod">
          <ac:chgData name="福元 允亮" userId="12e1d508-426e-4c6a-b43b-7681266f9ca9" providerId="ADAL" clId="{CF2C7050-1620-E044-8EC2-C439D30450EF}" dt="2026-03-14T04:45:22.740" v="168"/>
          <ac:spMkLst>
            <pc:docMk/>
            <pc:sldMk cId="3565654319" sldId="2147480766"/>
            <ac:spMk id="29" creationId="{578ABE97-CE1A-0BB8-5D19-D5AFF41EA4AF}"/>
          </ac:spMkLst>
        </pc:spChg>
        <pc:spChg chg="mod">
          <ac:chgData name="福元 允亮" userId="12e1d508-426e-4c6a-b43b-7681266f9ca9" providerId="ADAL" clId="{CF2C7050-1620-E044-8EC2-C439D30450EF}" dt="2026-03-14T04:32:40.373" v="160" actId="554"/>
          <ac:spMkLst>
            <pc:docMk/>
            <pc:sldMk cId="3565654319" sldId="2147480766"/>
            <ac:spMk id="30" creationId="{E5055AEC-FE1C-49F3-ED4E-BC37964F8D7E}"/>
          </ac:spMkLst>
        </pc:spChg>
        <pc:spChg chg="mod topLvl">
          <ac:chgData name="福元 允亮" userId="12e1d508-426e-4c6a-b43b-7681266f9ca9" providerId="ADAL" clId="{CF2C7050-1620-E044-8EC2-C439D30450EF}" dt="2026-03-14T04:45:22.740" v="168"/>
          <ac:spMkLst>
            <pc:docMk/>
            <pc:sldMk cId="3565654319" sldId="2147480766"/>
            <ac:spMk id="31" creationId="{E7C93B8F-46B6-8919-1063-B21E683A17A2}"/>
          </ac:spMkLst>
        </pc:spChg>
        <pc:spChg chg="mod topLvl">
          <ac:chgData name="福元 允亮" userId="12e1d508-426e-4c6a-b43b-7681266f9ca9" providerId="ADAL" clId="{CF2C7050-1620-E044-8EC2-C439D30450EF}" dt="2026-03-14T04:45:22.740" v="168"/>
          <ac:spMkLst>
            <pc:docMk/>
            <pc:sldMk cId="3565654319" sldId="2147480766"/>
            <ac:spMk id="32" creationId="{F8B1029C-BAC1-D47F-72B6-200D252651F3}"/>
          </ac:spMkLst>
        </pc:spChg>
        <pc:spChg chg="mod topLvl">
          <ac:chgData name="福元 允亮" userId="12e1d508-426e-4c6a-b43b-7681266f9ca9" providerId="ADAL" clId="{CF2C7050-1620-E044-8EC2-C439D30450EF}" dt="2026-03-14T04:45:22.740" v="168"/>
          <ac:spMkLst>
            <pc:docMk/>
            <pc:sldMk cId="3565654319" sldId="2147480766"/>
            <ac:spMk id="33" creationId="{A2A252E3-717B-7B30-746D-518FC1A5CFF0}"/>
          </ac:spMkLst>
        </pc:spChg>
        <pc:spChg chg="mod topLvl">
          <ac:chgData name="福元 允亮" userId="12e1d508-426e-4c6a-b43b-7681266f9ca9" providerId="ADAL" clId="{CF2C7050-1620-E044-8EC2-C439D30450EF}" dt="2026-03-14T04:45:22.740" v="168"/>
          <ac:spMkLst>
            <pc:docMk/>
            <pc:sldMk cId="3565654319" sldId="2147480766"/>
            <ac:spMk id="34" creationId="{3401550E-E48E-D21A-802E-748D8D981ECC}"/>
          </ac:spMkLst>
        </pc:spChg>
        <pc:spChg chg="mod">
          <ac:chgData name="福元 允亮" userId="12e1d508-426e-4c6a-b43b-7681266f9ca9" providerId="ADAL" clId="{CF2C7050-1620-E044-8EC2-C439D30450EF}" dt="2026-03-14T04:45:22.740" v="168"/>
          <ac:spMkLst>
            <pc:docMk/>
            <pc:sldMk cId="3565654319" sldId="2147480766"/>
            <ac:spMk id="35" creationId="{06EF616A-B154-C97D-D470-87F8D06DB029}"/>
          </ac:spMkLst>
        </pc:spChg>
        <pc:spChg chg="mod">
          <ac:chgData name="福元 允亮" userId="12e1d508-426e-4c6a-b43b-7681266f9ca9" providerId="ADAL" clId="{CF2C7050-1620-E044-8EC2-C439D30450EF}" dt="2026-03-14T04:45:31.851" v="172"/>
          <ac:spMkLst>
            <pc:docMk/>
            <pc:sldMk cId="3565654319" sldId="2147480766"/>
            <ac:spMk id="36" creationId="{6E1CD3FB-A625-ED5D-F13C-974B4059778C}"/>
          </ac:spMkLst>
        </pc:spChg>
        <pc:spChg chg="mod topLvl">
          <ac:chgData name="福元 允亮" userId="12e1d508-426e-4c6a-b43b-7681266f9ca9" providerId="ADAL" clId="{CF2C7050-1620-E044-8EC2-C439D30450EF}" dt="2026-03-14T04:45:31.851" v="172"/>
          <ac:spMkLst>
            <pc:docMk/>
            <pc:sldMk cId="3565654319" sldId="2147480766"/>
            <ac:spMk id="37" creationId="{541BD979-5084-7454-D128-C2B7AA4FACF6}"/>
          </ac:spMkLst>
        </pc:spChg>
        <pc:spChg chg="mod topLvl">
          <ac:chgData name="福元 允亮" userId="12e1d508-426e-4c6a-b43b-7681266f9ca9" providerId="ADAL" clId="{CF2C7050-1620-E044-8EC2-C439D30450EF}" dt="2026-03-14T04:45:31.851" v="172"/>
          <ac:spMkLst>
            <pc:docMk/>
            <pc:sldMk cId="3565654319" sldId="2147480766"/>
            <ac:spMk id="38" creationId="{B2C57BCE-BADB-66A3-F90D-802CD9DDCF9F}"/>
          </ac:spMkLst>
        </pc:spChg>
        <pc:spChg chg="mod">
          <ac:chgData name="福元 允亮" userId="12e1d508-426e-4c6a-b43b-7681266f9ca9" providerId="ADAL" clId="{CF2C7050-1620-E044-8EC2-C439D30450EF}" dt="2026-03-14T04:45:36.430" v="176"/>
          <ac:spMkLst>
            <pc:docMk/>
            <pc:sldMk cId="3565654319" sldId="2147480766"/>
            <ac:spMk id="39" creationId="{CC9A4580-035E-0482-3E55-6E9B3D12837B}"/>
          </ac:spMkLst>
        </pc:spChg>
        <pc:spChg chg="add mod">
          <ac:chgData name="福元 允亮" userId="12e1d508-426e-4c6a-b43b-7681266f9ca9" providerId="ADAL" clId="{CF2C7050-1620-E044-8EC2-C439D30450EF}" dt="2026-03-14T04:45:59.562" v="181" actId="14861"/>
          <ac:spMkLst>
            <pc:docMk/>
            <pc:sldMk cId="3565654319" sldId="2147480766"/>
            <ac:spMk id="41" creationId="{58AFDB54-D056-28B3-D578-E413E7884597}"/>
          </ac:spMkLst>
        </pc:spChg>
        <pc:spChg chg="add mod">
          <ac:chgData name="福元 允亮" userId="12e1d508-426e-4c6a-b43b-7681266f9ca9" providerId="ADAL" clId="{CF2C7050-1620-E044-8EC2-C439D30450EF}" dt="2026-03-14T04:45:25.500" v="170"/>
          <ac:spMkLst>
            <pc:docMk/>
            <pc:sldMk cId="3565654319" sldId="2147480766"/>
            <ac:spMk id="42" creationId="{291A74DD-277D-8B7B-255F-D09BAF49C410}"/>
          </ac:spMkLst>
        </pc:spChg>
        <pc:spChg chg="add mod">
          <ac:chgData name="福元 允亮" userId="12e1d508-426e-4c6a-b43b-7681266f9ca9" providerId="ADAL" clId="{CF2C7050-1620-E044-8EC2-C439D30450EF}" dt="2026-03-14T04:45:25.500" v="170"/>
          <ac:spMkLst>
            <pc:docMk/>
            <pc:sldMk cId="3565654319" sldId="2147480766"/>
            <ac:spMk id="43" creationId="{666F1BF4-F312-2E6B-C9E3-C2669B3B1EAF}"/>
          </ac:spMkLst>
        </pc:spChg>
        <pc:spChg chg="add mod">
          <ac:chgData name="福元 允亮" userId="12e1d508-426e-4c6a-b43b-7681266f9ca9" providerId="ADAL" clId="{CF2C7050-1620-E044-8EC2-C439D30450EF}" dt="2026-03-14T04:45:25.500" v="170"/>
          <ac:spMkLst>
            <pc:docMk/>
            <pc:sldMk cId="3565654319" sldId="2147480766"/>
            <ac:spMk id="44" creationId="{A7B3605A-1813-E0D9-05A7-1B5ABE421FA4}"/>
          </ac:spMkLst>
        </pc:spChg>
        <pc:spChg chg="add mod">
          <ac:chgData name="福元 允亮" userId="12e1d508-426e-4c6a-b43b-7681266f9ca9" providerId="ADAL" clId="{CF2C7050-1620-E044-8EC2-C439D30450EF}" dt="2026-03-14T04:45:25.500" v="170"/>
          <ac:spMkLst>
            <pc:docMk/>
            <pc:sldMk cId="3565654319" sldId="2147480766"/>
            <ac:spMk id="45" creationId="{219F52FB-B0F9-F8AC-7900-4CB53CD1570F}"/>
          </ac:spMkLst>
        </pc:spChg>
        <pc:spChg chg="add mod">
          <ac:chgData name="福元 允亮" userId="12e1d508-426e-4c6a-b43b-7681266f9ca9" providerId="ADAL" clId="{CF2C7050-1620-E044-8EC2-C439D30450EF}" dt="2026-03-14T04:45:25.500" v="170"/>
          <ac:spMkLst>
            <pc:docMk/>
            <pc:sldMk cId="3565654319" sldId="2147480766"/>
            <ac:spMk id="46" creationId="{06AC4DC8-FA18-5EF7-3039-9B3DB85485BB}"/>
          </ac:spMkLst>
        </pc:spChg>
        <pc:spChg chg="add mod">
          <ac:chgData name="福元 允亮" userId="12e1d508-426e-4c6a-b43b-7681266f9ca9" providerId="ADAL" clId="{CF2C7050-1620-E044-8EC2-C439D30450EF}" dt="2026-03-14T04:45:25.500" v="170"/>
          <ac:spMkLst>
            <pc:docMk/>
            <pc:sldMk cId="3565654319" sldId="2147480766"/>
            <ac:spMk id="47" creationId="{FDBE8007-EB35-6CB2-8535-5634781ECC8A}"/>
          </ac:spMkLst>
        </pc:spChg>
        <pc:spChg chg="add del mod">
          <ac:chgData name="福元 允亮" userId="12e1d508-426e-4c6a-b43b-7681266f9ca9" providerId="ADAL" clId="{CF2C7050-1620-E044-8EC2-C439D30450EF}" dt="2026-03-14T04:31:13.582" v="78" actId="478"/>
          <ac:spMkLst>
            <pc:docMk/>
            <pc:sldMk cId="3565654319" sldId="2147480766"/>
            <ac:spMk id="52" creationId="{5CCBF426-464E-DBF8-DF05-149183C48EF3}"/>
          </ac:spMkLst>
        </pc:spChg>
        <pc:spChg chg="add mod">
          <ac:chgData name="福元 允亮" userId="12e1d508-426e-4c6a-b43b-7681266f9ca9" providerId="ADAL" clId="{CF2C7050-1620-E044-8EC2-C439D30450EF}" dt="2026-03-14T04:45:59.562" v="181" actId="14861"/>
          <ac:spMkLst>
            <pc:docMk/>
            <pc:sldMk cId="3565654319" sldId="2147480766"/>
            <ac:spMk id="53" creationId="{2FC8981E-19B7-F446-47C9-4E10BEAA546F}"/>
          </ac:spMkLst>
        </pc:spChg>
        <pc:spChg chg="add mod">
          <ac:chgData name="福元 允亮" userId="12e1d508-426e-4c6a-b43b-7681266f9ca9" providerId="ADAL" clId="{CF2C7050-1620-E044-8EC2-C439D30450EF}" dt="2026-03-14T04:45:34.709" v="174"/>
          <ac:spMkLst>
            <pc:docMk/>
            <pc:sldMk cId="3565654319" sldId="2147480766"/>
            <ac:spMk id="54" creationId="{DB5F994D-D864-2DAA-2D12-1399DC19C9D0}"/>
          </ac:spMkLst>
        </pc:spChg>
        <pc:spChg chg="add mod">
          <ac:chgData name="福元 允亮" userId="12e1d508-426e-4c6a-b43b-7681266f9ca9" providerId="ADAL" clId="{CF2C7050-1620-E044-8EC2-C439D30450EF}" dt="2026-03-14T04:45:34.709" v="174"/>
          <ac:spMkLst>
            <pc:docMk/>
            <pc:sldMk cId="3565654319" sldId="2147480766"/>
            <ac:spMk id="55" creationId="{5ACBAA68-1687-FFA7-8BC2-12775D6B99CD}"/>
          </ac:spMkLst>
        </pc:spChg>
      </pc:sldChg>
    </pc:docChg>
  </pc:docChgLst>
  <pc:docChgLst>
    <pc:chgData name="福元 允亮" userId="12e1d508-426e-4c6a-b43b-7681266f9ca9" providerId="ADAL" clId="{4FB9097D-FD44-E242-A68C-2137823CC664}"/>
    <pc:docChg chg="undo custSel modSld">
      <pc:chgData name="福元 允亮" userId="12e1d508-426e-4c6a-b43b-7681266f9ca9" providerId="ADAL" clId="{4FB9097D-FD44-E242-A68C-2137823CC664}" dt="2026-03-12T04:26:49.545" v="184" actId="120"/>
      <pc:docMkLst>
        <pc:docMk/>
      </pc:docMkLst>
      <pc:sldChg chg="addSp delSp modSp mod">
        <pc:chgData name="福元 允亮" userId="12e1d508-426e-4c6a-b43b-7681266f9ca9" providerId="ADAL" clId="{4FB9097D-FD44-E242-A68C-2137823CC664}" dt="2026-03-12T04:26:49.545" v="184" actId="120"/>
        <pc:sldMkLst>
          <pc:docMk/>
          <pc:sldMk cId="3001053428" sldId="2147480764"/>
        </pc:sldMkLst>
      </pc:sldChg>
    </pc:docChg>
  </pc:docChgLst>
  <pc:docChgLst>
    <pc:chgData name="福元 允亮" userId="12e1d508-426e-4c6a-b43b-7681266f9ca9" providerId="ADAL" clId="{D8E95375-B96A-A149-A5CB-FACFD16ECE8A}"/>
    <pc:docChg chg="undo custSel addSld delSld modSld">
      <pc:chgData name="福元 允亮" userId="12e1d508-426e-4c6a-b43b-7681266f9ca9" providerId="ADAL" clId="{D8E95375-B96A-A149-A5CB-FACFD16ECE8A}" dt="2026-03-14T04:29:03.179" v="748" actId="2696"/>
      <pc:docMkLst>
        <pc:docMk/>
      </pc:docMkLst>
      <pc:sldChg chg="addSp delSp modSp del mod">
        <pc:chgData name="福元 允亮" userId="12e1d508-426e-4c6a-b43b-7681266f9ca9" providerId="ADAL" clId="{D8E95375-B96A-A149-A5CB-FACFD16ECE8A}" dt="2026-03-14T04:29:01.414" v="747" actId="2696"/>
        <pc:sldMkLst>
          <pc:docMk/>
          <pc:sldMk cId="3001053428" sldId="2147480764"/>
        </pc:sldMkLst>
        <pc:spChg chg="mod">
          <ac:chgData name="福元 允亮" userId="12e1d508-426e-4c6a-b43b-7681266f9ca9" providerId="ADAL" clId="{D8E95375-B96A-A149-A5CB-FACFD16ECE8A}" dt="2026-03-14T04:03:57.847" v="125"/>
          <ac:spMkLst>
            <pc:docMk/>
            <pc:sldMk cId="3001053428" sldId="2147480764"/>
            <ac:spMk id="2" creationId="{BA5EF566-D16A-40BE-C039-67C80A2CFA91}"/>
          </ac:spMkLst>
        </pc:spChg>
        <pc:spChg chg="mod">
          <ac:chgData name="福元 允亮" userId="12e1d508-426e-4c6a-b43b-7681266f9ca9" providerId="ADAL" clId="{D8E95375-B96A-A149-A5CB-FACFD16ECE8A}" dt="2026-03-14T04:03:57.848" v="126"/>
          <ac:spMkLst>
            <pc:docMk/>
            <pc:sldMk cId="3001053428" sldId="2147480764"/>
            <ac:spMk id="3" creationId="{12D73F1F-49C9-5A45-B9E8-D6F68FC949FD}"/>
          </ac:spMkLst>
        </pc:spChg>
        <pc:spChg chg="del">
          <ac:chgData name="福元 允亮" userId="12e1d508-426e-4c6a-b43b-7681266f9ca9" providerId="ADAL" clId="{D8E95375-B96A-A149-A5CB-FACFD16ECE8A}" dt="2026-03-14T03:59:38.336" v="0" actId="478"/>
          <ac:spMkLst>
            <pc:docMk/>
            <pc:sldMk cId="3001053428" sldId="2147480764"/>
            <ac:spMk id="4" creationId="{F9F398D3-2F6B-A011-1C1D-9A8C12E59113}"/>
          </ac:spMkLst>
        </pc:spChg>
        <pc:spChg chg="del">
          <ac:chgData name="福元 允亮" userId="12e1d508-426e-4c6a-b43b-7681266f9ca9" providerId="ADAL" clId="{D8E95375-B96A-A149-A5CB-FACFD16ECE8A}" dt="2026-03-14T03:59:38.336" v="0" actId="478"/>
          <ac:spMkLst>
            <pc:docMk/>
            <pc:sldMk cId="3001053428" sldId="2147480764"/>
            <ac:spMk id="6" creationId="{215A3D02-639A-3BC0-936E-0E8E4546D9C3}"/>
          </ac:spMkLst>
        </pc:spChg>
        <pc:spChg chg="add del">
          <ac:chgData name="福元 允亮" userId="12e1d508-426e-4c6a-b43b-7681266f9ca9" providerId="ADAL" clId="{D8E95375-B96A-A149-A5CB-FACFD16ECE8A}" dt="2026-03-14T04:00:47.267" v="2" actId="478"/>
          <ac:spMkLst>
            <pc:docMk/>
            <pc:sldMk cId="3001053428" sldId="2147480764"/>
            <ac:spMk id="11" creationId="{E48A1FAB-2BC0-2DBA-600C-C8966DA35A98}"/>
          </ac:spMkLst>
        </pc:spChg>
        <pc:spChg chg="add mod">
          <ac:chgData name="福元 允亮" userId="12e1d508-426e-4c6a-b43b-7681266f9ca9" providerId="ADAL" clId="{D8E95375-B96A-A149-A5CB-FACFD16ECE8A}" dt="2026-03-14T04:06:38.518" v="241" actId="3064"/>
          <ac:spMkLst>
            <pc:docMk/>
            <pc:sldMk cId="3001053428" sldId="2147480764"/>
            <ac:spMk id="12" creationId="{52842078-2FA1-B331-3FB2-10EC451B152C}"/>
          </ac:spMkLst>
        </pc:spChg>
        <pc:spChg chg="add mod">
          <ac:chgData name="福元 允亮" userId="12e1d508-426e-4c6a-b43b-7681266f9ca9" providerId="ADAL" clId="{D8E95375-B96A-A149-A5CB-FACFD16ECE8A}" dt="2026-03-14T04:03:08.238" v="73" actId="14100"/>
          <ac:spMkLst>
            <pc:docMk/>
            <pc:sldMk cId="3001053428" sldId="2147480764"/>
            <ac:spMk id="15" creationId="{C3EB0651-E69B-AED7-FB39-AE67CD15DDA7}"/>
          </ac:spMkLst>
        </pc:spChg>
        <pc:spChg chg="del">
          <ac:chgData name="福元 允亮" userId="12e1d508-426e-4c6a-b43b-7681266f9ca9" providerId="ADAL" clId="{D8E95375-B96A-A149-A5CB-FACFD16ECE8A}" dt="2026-03-14T03:59:38.336" v="0" actId="478"/>
          <ac:spMkLst>
            <pc:docMk/>
            <pc:sldMk cId="3001053428" sldId="2147480764"/>
            <ac:spMk id="16" creationId="{FFB60D2D-C7BC-45CF-5BFD-DCB9780DAE75}"/>
          </ac:spMkLst>
        </pc:spChg>
        <pc:spChg chg="add del mod modVis">
          <ac:chgData name="福元 允亮" userId="12e1d508-426e-4c6a-b43b-7681266f9ca9" providerId="ADAL" clId="{D8E95375-B96A-A149-A5CB-FACFD16ECE8A}" dt="2026-03-14T04:02:35.620" v="61"/>
          <ac:spMkLst>
            <pc:docMk/>
            <pc:sldMk cId="3001053428" sldId="2147480764"/>
            <ac:spMk id="17" creationId="{794C1A50-642C-5C6E-4450-DC5980316269}"/>
          </ac:spMkLst>
        </pc:spChg>
        <pc:spChg chg="mod">
          <ac:chgData name="福元 允亮" userId="12e1d508-426e-4c6a-b43b-7681266f9ca9" providerId="ADAL" clId="{D8E95375-B96A-A149-A5CB-FACFD16ECE8A}" dt="2026-03-14T04:03:17.776" v="75" actId="571"/>
          <ac:spMkLst>
            <pc:docMk/>
            <pc:sldMk cId="3001053428" sldId="2147480764"/>
            <ac:spMk id="20" creationId="{C834D3C2-A32E-D32E-0B82-0AC7EA7E40EE}"/>
          </ac:spMkLst>
        </pc:spChg>
        <pc:spChg chg="mod">
          <ac:chgData name="福元 允亮" userId="12e1d508-426e-4c6a-b43b-7681266f9ca9" providerId="ADAL" clId="{D8E95375-B96A-A149-A5CB-FACFD16ECE8A}" dt="2026-03-14T04:04:12.458" v="136" actId="14100"/>
          <ac:spMkLst>
            <pc:docMk/>
            <pc:sldMk cId="3001053428" sldId="2147480764"/>
            <ac:spMk id="21" creationId="{2E4D0DBA-D974-AD97-3E65-B26948EEC8D7}"/>
          </ac:spMkLst>
        </pc:spChg>
        <pc:spChg chg="mod">
          <ac:chgData name="福元 允亮" userId="12e1d508-426e-4c6a-b43b-7681266f9ca9" providerId="ADAL" clId="{D8E95375-B96A-A149-A5CB-FACFD16ECE8A}" dt="2026-03-14T04:03:46.546" v="106" actId="571"/>
          <ac:spMkLst>
            <pc:docMk/>
            <pc:sldMk cId="3001053428" sldId="2147480764"/>
            <ac:spMk id="25" creationId="{AD9F4ACE-A352-B5F4-9F07-7D1569666832}"/>
          </ac:spMkLst>
        </pc:spChg>
        <pc:spChg chg="mod">
          <ac:chgData name="福元 允亮" userId="12e1d508-426e-4c6a-b43b-7681266f9ca9" providerId="ADAL" clId="{D8E95375-B96A-A149-A5CB-FACFD16ECE8A}" dt="2026-03-14T04:04:16.718" v="137" actId="14100"/>
          <ac:spMkLst>
            <pc:docMk/>
            <pc:sldMk cId="3001053428" sldId="2147480764"/>
            <ac:spMk id="29" creationId="{7C16FDE2-E6C8-3861-D516-6AAB0C076274}"/>
          </ac:spMkLst>
        </pc:spChg>
        <pc:spChg chg="mod">
          <ac:chgData name="福元 允亮" userId="12e1d508-426e-4c6a-b43b-7681266f9ca9" providerId="ADAL" clId="{D8E95375-B96A-A149-A5CB-FACFD16ECE8A}" dt="2026-03-14T04:03:57.848" v="127"/>
          <ac:spMkLst>
            <pc:docMk/>
            <pc:sldMk cId="3001053428" sldId="2147480764"/>
            <ac:spMk id="30" creationId="{6DE39449-59E9-A8C5-988C-A57C3F0FC32F}"/>
          </ac:spMkLst>
        </pc:spChg>
        <pc:spChg chg="del">
          <ac:chgData name="福元 允亮" userId="12e1d508-426e-4c6a-b43b-7681266f9ca9" providerId="ADAL" clId="{D8E95375-B96A-A149-A5CB-FACFD16ECE8A}" dt="2026-03-14T03:59:38.336" v="0" actId="478"/>
          <ac:spMkLst>
            <pc:docMk/>
            <pc:sldMk cId="3001053428" sldId="2147480764"/>
            <ac:spMk id="31" creationId="{03B8B096-0827-E193-61F0-96EEEBFB529E}"/>
          </ac:spMkLst>
        </pc:spChg>
        <pc:spChg chg="del">
          <ac:chgData name="福元 允亮" userId="12e1d508-426e-4c6a-b43b-7681266f9ca9" providerId="ADAL" clId="{D8E95375-B96A-A149-A5CB-FACFD16ECE8A}" dt="2026-03-14T03:59:38.336" v="0" actId="478"/>
          <ac:spMkLst>
            <pc:docMk/>
            <pc:sldMk cId="3001053428" sldId="2147480764"/>
            <ac:spMk id="33" creationId="{FAEB0B14-3D87-8B73-B5D3-B4F9FA8EF611}"/>
          </ac:spMkLst>
        </pc:spChg>
        <pc:spChg chg="del">
          <ac:chgData name="福元 允亮" userId="12e1d508-426e-4c6a-b43b-7681266f9ca9" providerId="ADAL" clId="{D8E95375-B96A-A149-A5CB-FACFD16ECE8A}" dt="2026-03-14T03:59:38.336" v="0" actId="478"/>
          <ac:spMkLst>
            <pc:docMk/>
            <pc:sldMk cId="3001053428" sldId="2147480764"/>
            <ac:spMk id="39" creationId="{55432F23-A7D5-81C7-A861-47330BAC1F28}"/>
          </ac:spMkLst>
        </pc:spChg>
        <pc:spChg chg="del">
          <ac:chgData name="福元 允亮" userId="12e1d508-426e-4c6a-b43b-7681266f9ca9" providerId="ADAL" clId="{D8E95375-B96A-A149-A5CB-FACFD16ECE8A}" dt="2026-03-14T03:59:38.336" v="0" actId="478"/>
          <ac:spMkLst>
            <pc:docMk/>
            <pc:sldMk cId="3001053428" sldId="2147480764"/>
            <ac:spMk id="40" creationId="{F4A6A664-7FC8-6E19-95C8-C0BD75940884}"/>
          </ac:spMkLst>
        </pc:spChg>
        <pc:spChg chg="del">
          <ac:chgData name="福元 允亮" userId="12e1d508-426e-4c6a-b43b-7681266f9ca9" providerId="ADAL" clId="{D8E95375-B96A-A149-A5CB-FACFD16ECE8A}" dt="2026-03-14T03:59:38.336" v="0" actId="478"/>
          <ac:spMkLst>
            <pc:docMk/>
            <pc:sldMk cId="3001053428" sldId="2147480764"/>
            <ac:spMk id="41" creationId="{18D8F863-3605-DFF4-E171-3A2B16271529}"/>
          </ac:spMkLst>
        </pc:spChg>
        <pc:spChg chg="del">
          <ac:chgData name="福元 允亮" userId="12e1d508-426e-4c6a-b43b-7681266f9ca9" providerId="ADAL" clId="{D8E95375-B96A-A149-A5CB-FACFD16ECE8A}" dt="2026-03-14T03:59:38.336" v="0" actId="478"/>
          <ac:spMkLst>
            <pc:docMk/>
            <pc:sldMk cId="3001053428" sldId="2147480764"/>
            <ac:spMk id="42" creationId="{8E1C9EE3-6837-2565-6F16-B549147F5B32}"/>
          </ac:spMkLst>
        </pc:spChg>
        <pc:spChg chg="del">
          <ac:chgData name="福元 允亮" userId="12e1d508-426e-4c6a-b43b-7681266f9ca9" providerId="ADAL" clId="{D8E95375-B96A-A149-A5CB-FACFD16ECE8A}" dt="2026-03-14T03:59:38.336" v="0" actId="478"/>
          <ac:spMkLst>
            <pc:docMk/>
            <pc:sldMk cId="3001053428" sldId="2147480764"/>
            <ac:spMk id="43" creationId="{DBDE8A77-8DAC-6A0F-058C-1C7B4AB07297}"/>
          </ac:spMkLst>
        </pc:spChg>
        <pc:spChg chg="add mod">
          <ac:chgData name="福元 允亮" userId="12e1d508-426e-4c6a-b43b-7681266f9ca9" providerId="ADAL" clId="{D8E95375-B96A-A149-A5CB-FACFD16ECE8A}" dt="2026-03-14T04:06:21.920" v="226" actId="1076"/>
          <ac:spMkLst>
            <pc:docMk/>
            <pc:sldMk cId="3001053428" sldId="2147480764"/>
            <ac:spMk id="56" creationId="{B5E0ED27-56FF-7ABE-6798-DB09A4263E6F}"/>
          </ac:spMkLst>
        </pc:spChg>
        <pc:grpChg chg="add mod">
          <ac:chgData name="福元 允亮" userId="12e1d508-426e-4c6a-b43b-7681266f9ca9" providerId="ADAL" clId="{D8E95375-B96A-A149-A5CB-FACFD16ECE8A}" dt="2026-03-14T04:03:57.848" v="130"/>
          <ac:grpSpMkLst>
            <pc:docMk/>
            <pc:sldMk cId="3001053428" sldId="2147480764"/>
            <ac:grpSpMk id="18" creationId="{ADEA4B18-44D6-400A-AECC-133900F732F1}"/>
          </ac:grpSpMkLst>
        </pc:grpChg>
        <pc:grpChg chg="add mod">
          <ac:chgData name="福元 允亮" userId="12e1d508-426e-4c6a-b43b-7681266f9ca9" providerId="ADAL" clId="{D8E95375-B96A-A149-A5CB-FACFD16ECE8A}" dt="2026-03-14T04:03:57.848" v="129"/>
          <ac:grpSpMkLst>
            <pc:docMk/>
            <pc:sldMk cId="3001053428" sldId="2147480764"/>
            <ac:grpSpMk id="19" creationId="{E1A6199D-B568-D07A-0CDE-BF7AF8FDA6F4}"/>
          </ac:grpSpMkLst>
        </pc:grpChg>
        <pc:grpChg chg="add mod">
          <ac:chgData name="福元 允亮" userId="12e1d508-426e-4c6a-b43b-7681266f9ca9" providerId="ADAL" clId="{D8E95375-B96A-A149-A5CB-FACFD16ECE8A}" dt="2026-03-14T04:03:57.848" v="128"/>
          <ac:grpSpMkLst>
            <pc:docMk/>
            <pc:sldMk cId="3001053428" sldId="2147480764"/>
            <ac:grpSpMk id="22" creationId="{277C7918-1A71-8406-BDE4-73CAA2C6EE16}"/>
          </ac:grpSpMkLst>
        </pc:grpChg>
        <pc:grpChg chg="add mod">
          <ac:chgData name="福元 允亮" userId="12e1d508-426e-4c6a-b43b-7681266f9ca9" providerId="ADAL" clId="{D8E95375-B96A-A149-A5CB-FACFD16ECE8A}" dt="2026-03-14T04:05:34.244" v="167" actId="12788"/>
          <ac:grpSpMkLst>
            <pc:docMk/>
            <pc:sldMk cId="3001053428" sldId="2147480764"/>
            <ac:grpSpMk id="34" creationId="{98AB7A15-C08B-20EF-AFBC-DD480645BA55}"/>
          </ac:grpSpMkLst>
        </pc:grpChg>
        <pc:grpChg chg="add mod">
          <ac:chgData name="福元 允亮" userId="12e1d508-426e-4c6a-b43b-7681266f9ca9" providerId="ADAL" clId="{D8E95375-B96A-A149-A5CB-FACFD16ECE8A}" dt="2026-03-14T04:05:34.244" v="167" actId="12788"/>
          <ac:grpSpMkLst>
            <pc:docMk/>
            <pc:sldMk cId="3001053428" sldId="2147480764"/>
            <ac:grpSpMk id="51" creationId="{AA03DBAD-3210-8B19-BFB1-ECBB636A8835}"/>
          </ac:grpSpMkLst>
        </pc:grpChg>
        <pc:grpChg chg="add mod">
          <ac:chgData name="福元 允亮" userId="12e1d508-426e-4c6a-b43b-7681266f9ca9" providerId="ADAL" clId="{D8E95375-B96A-A149-A5CB-FACFD16ECE8A}" dt="2026-03-14T04:05:48.219" v="202" actId="1038"/>
          <ac:grpSpMkLst>
            <pc:docMk/>
            <pc:sldMk cId="3001053428" sldId="2147480764"/>
            <ac:grpSpMk id="52" creationId="{BA0AC794-FAC8-F3AE-E564-30B88CEF3262}"/>
          </ac:grpSpMkLst>
        </pc:grpChg>
        <pc:graphicFrameChg chg="mod">
          <ac:chgData name="福元 允亮" userId="12e1d508-426e-4c6a-b43b-7681266f9ca9" providerId="ADAL" clId="{D8E95375-B96A-A149-A5CB-FACFD16ECE8A}" dt="2026-03-14T04:03:57.849" v="132"/>
          <ac:graphicFrameMkLst>
            <pc:docMk/>
            <pc:sldMk cId="3001053428" sldId="2147480764"/>
            <ac:graphicFrameMk id="8" creationId="{8B876925-78A3-0D6D-A136-2CE4548C6FDC}"/>
          </ac:graphicFrameMkLst>
        </pc:graphicFrameChg>
        <pc:cxnChg chg="add mod">
          <ac:chgData name="福元 允亮" userId="12e1d508-426e-4c6a-b43b-7681266f9ca9" providerId="ADAL" clId="{D8E95375-B96A-A149-A5CB-FACFD16ECE8A}" dt="2026-03-14T04:05:18.485" v="157" actId="465"/>
          <ac:cxnSpMkLst>
            <pc:docMk/>
            <pc:sldMk cId="3001053428" sldId="2147480764"/>
            <ac:cxnSpMk id="48" creationId="{A6478D59-F5E8-7030-DC2F-7C8B05A8179C}"/>
          </ac:cxnSpMkLst>
        </pc:cxnChg>
        <pc:cxnChg chg="add mod">
          <ac:chgData name="福元 允亮" userId="12e1d508-426e-4c6a-b43b-7681266f9ca9" providerId="ADAL" clId="{D8E95375-B96A-A149-A5CB-FACFD16ECE8A}" dt="2026-03-14T04:05:18.485" v="157" actId="465"/>
          <ac:cxnSpMkLst>
            <pc:docMk/>
            <pc:sldMk cId="3001053428" sldId="2147480764"/>
            <ac:cxnSpMk id="49" creationId="{DD9B593D-3448-AFC9-B2DA-0FD2A7E37FE0}"/>
          </ac:cxnSpMkLst>
        </pc:cxnChg>
        <pc:cxnChg chg="add mod">
          <ac:chgData name="福元 允亮" userId="12e1d508-426e-4c6a-b43b-7681266f9ca9" providerId="ADAL" clId="{D8E95375-B96A-A149-A5CB-FACFD16ECE8A}" dt="2026-03-14T04:05:18.485" v="157" actId="465"/>
          <ac:cxnSpMkLst>
            <pc:docMk/>
            <pc:sldMk cId="3001053428" sldId="2147480764"/>
            <ac:cxnSpMk id="50" creationId="{6B2A1BF6-F85E-55DB-4CFD-45B060C2263C}"/>
          </ac:cxnSpMkLst>
        </pc:cxnChg>
        <pc:cxnChg chg="mod">
          <ac:chgData name="福元 允亮" userId="12e1d508-426e-4c6a-b43b-7681266f9ca9" providerId="ADAL" clId="{D8E95375-B96A-A149-A5CB-FACFD16ECE8A}" dt="2026-03-14T04:05:43.020" v="168" actId="571"/>
          <ac:cxnSpMkLst>
            <pc:docMk/>
            <pc:sldMk cId="3001053428" sldId="2147480764"/>
            <ac:cxnSpMk id="53" creationId="{8155AE25-7ADC-3C99-02B4-8134130A1878}"/>
          </ac:cxnSpMkLst>
        </pc:cxnChg>
        <pc:cxnChg chg="mod">
          <ac:chgData name="福元 允亮" userId="12e1d508-426e-4c6a-b43b-7681266f9ca9" providerId="ADAL" clId="{D8E95375-B96A-A149-A5CB-FACFD16ECE8A}" dt="2026-03-14T04:05:43.020" v="168" actId="571"/>
          <ac:cxnSpMkLst>
            <pc:docMk/>
            <pc:sldMk cId="3001053428" sldId="2147480764"/>
            <ac:cxnSpMk id="54" creationId="{67EAEFBB-48A4-D42F-3A2B-E49A0FF6032C}"/>
          </ac:cxnSpMkLst>
        </pc:cxnChg>
        <pc:cxnChg chg="mod">
          <ac:chgData name="福元 允亮" userId="12e1d508-426e-4c6a-b43b-7681266f9ca9" providerId="ADAL" clId="{D8E95375-B96A-A149-A5CB-FACFD16ECE8A}" dt="2026-03-14T04:05:43.020" v="168" actId="571"/>
          <ac:cxnSpMkLst>
            <pc:docMk/>
            <pc:sldMk cId="3001053428" sldId="2147480764"/>
            <ac:cxnSpMk id="55" creationId="{21C697D3-ADCC-A9A1-51C8-E4BA7ADAF9C5}"/>
          </ac:cxnSpMkLst>
        </pc:cxnChg>
      </pc:sldChg>
      <pc:sldChg chg="addSp delSp modSp add del mod">
        <pc:chgData name="福元 允亮" userId="12e1d508-426e-4c6a-b43b-7681266f9ca9" providerId="ADAL" clId="{D8E95375-B96A-A149-A5CB-FACFD16ECE8A}" dt="2026-03-14T04:29:01.410" v="746" actId="2696"/>
        <pc:sldMkLst>
          <pc:docMk/>
          <pc:sldMk cId="1242556949" sldId="2147480765"/>
        </pc:sldMkLst>
        <pc:spChg chg="mod">
          <ac:chgData name="福元 允亮" userId="12e1d508-426e-4c6a-b43b-7681266f9ca9" providerId="ADAL" clId="{D8E95375-B96A-A149-A5CB-FACFD16ECE8A}" dt="2026-03-14T04:10:40.471" v="360"/>
          <ac:spMkLst>
            <pc:docMk/>
            <pc:sldMk cId="1242556949" sldId="2147480765"/>
            <ac:spMk id="2" creationId="{4D7525AB-A8F4-C7EA-5D15-06D9F57D3603}"/>
          </ac:spMkLst>
        </pc:spChg>
        <pc:spChg chg="mod">
          <ac:chgData name="福元 允亮" userId="12e1d508-426e-4c6a-b43b-7681266f9ca9" providerId="ADAL" clId="{D8E95375-B96A-A149-A5CB-FACFD16ECE8A}" dt="2026-03-14T04:10:40.471" v="361"/>
          <ac:spMkLst>
            <pc:docMk/>
            <pc:sldMk cId="1242556949" sldId="2147480765"/>
            <ac:spMk id="3" creationId="{35F0CA62-4707-5CC2-42D6-98937C8A7C4C}"/>
          </ac:spMkLst>
        </pc:spChg>
        <pc:spChg chg="add del mod">
          <ac:chgData name="福元 允亮" userId="12e1d508-426e-4c6a-b43b-7681266f9ca9" providerId="ADAL" clId="{D8E95375-B96A-A149-A5CB-FACFD16ECE8A}" dt="2026-03-14T04:09:39.566" v="307" actId="478"/>
          <ac:spMkLst>
            <pc:docMk/>
            <pc:sldMk cId="1242556949" sldId="2147480765"/>
            <ac:spMk id="6" creationId="{77C16295-5AFB-EF76-1A7A-E4DFFA771ED2}"/>
          </ac:spMkLst>
        </pc:spChg>
        <pc:spChg chg="add mod">
          <ac:chgData name="福元 允亮" userId="12e1d508-426e-4c6a-b43b-7681266f9ca9" providerId="ADAL" clId="{D8E95375-B96A-A149-A5CB-FACFD16ECE8A}" dt="2026-03-14T04:11:04.447" v="376" actId="207"/>
          <ac:spMkLst>
            <pc:docMk/>
            <pc:sldMk cId="1242556949" sldId="2147480765"/>
            <ac:spMk id="7" creationId="{B584F64B-9725-6A91-617B-12862437C898}"/>
          </ac:spMkLst>
        </pc:spChg>
        <pc:spChg chg="add del mod modVis">
          <ac:chgData name="福元 允亮" userId="12e1d508-426e-4c6a-b43b-7681266f9ca9" providerId="ADAL" clId="{D8E95375-B96A-A149-A5CB-FACFD16ECE8A}" dt="2026-03-14T04:10:40.150" v="345"/>
          <ac:spMkLst>
            <pc:docMk/>
            <pc:sldMk cId="1242556949" sldId="2147480765"/>
            <ac:spMk id="9" creationId="{508AA386-C8B7-2DEB-DD62-62A58047CE5A}"/>
          </ac:spMkLst>
        </pc:spChg>
        <pc:spChg chg="add mod">
          <ac:chgData name="福元 允亮" userId="12e1d508-426e-4c6a-b43b-7681266f9ca9" providerId="ADAL" clId="{D8E95375-B96A-A149-A5CB-FACFD16ECE8A}" dt="2026-03-14T04:17:07.439" v="499" actId="948"/>
          <ac:spMkLst>
            <pc:docMk/>
            <pc:sldMk cId="1242556949" sldId="2147480765"/>
            <ac:spMk id="10" creationId="{16C54B7A-22DD-EE4E-B55B-97678957292A}"/>
          </ac:spMkLst>
        </pc:spChg>
        <pc:spChg chg="mod topLvl">
          <ac:chgData name="福元 允亮" userId="12e1d508-426e-4c6a-b43b-7681266f9ca9" providerId="ADAL" clId="{D8E95375-B96A-A149-A5CB-FACFD16ECE8A}" dt="2026-03-14T04:11:43.532" v="385" actId="408"/>
          <ac:spMkLst>
            <pc:docMk/>
            <pc:sldMk cId="1242556949" sldId="2147480765"/>
            <ac:spMk id="12" creationId="{E193FB41-7FD8-628A-0784-807EB15BA33E}"/>
          </ac:spMkLst>
        </pc:spChg>
        <pc:spChg chg="del topLvl">
          <ac:chgData name="福元 允亮" userId="12e1d508-426e-4c6a-b43b-7681266f9ca9" providerId="ADAL" clId="{D8E95375-B96A-A149-A5CB-FACFD16ECE8A}" dt="2026-03-14T04:08:16.446" v="245" actId="478"/>
          <ac:spMkLst>
            <pc:docMk/>
            <pc:sldMk cId="1242556949" sldId="2147480765"/>
            <ac:spMk id="15" creationId="{569B460A-D093-B24A-5B72-7104A8CD9555}"/>
          </ac:spMkLst>
        </pc:spChg>
        <pc:spChg chg="del topLvl">
          <ac:chgData name="福元 允亮" userId="12e1d508-426e-4c6a-b43b-7681266f9ca9" providerId="ADAL" clId="{D8E95375-B96A-A149-A5CB-FACFD16ECE8A}" dt="2026-03-14T04:08:16.446" v="245" actId="478"/>
          <ac:spMkLst>
            <pc:docMk/>
            <pc:sldMk cId="1242556949" sldId="2147480765"/>
            <ac:spMk id="20" creationId="{5CF05020-B0CE-A0AB-8D0B-80BBE6329811}"/>
          </ac:spMkLst>
        </pc:spChg>
        <pc:spChg chg="mod topLvl">
          <ac:chgData name="福元 允亮" userId="12e1d508-426e-4c6a-b43b-7681266f9ca9" providerId="ADAL" clId="{D8E95375-B96A-A149-A5CB-FACFD16ECE8A}" dt="2026-03-14T04:11:43.532" v="385" actId="408"/>
          <ac:spMkLst>
            <pc:docMk/>
            <pc:sldMk cId="1242556949" sldId="2147480765"/>
            <ac:spMk id="21" creationId="{DC48169E-7C6C-675A-9975-2FD1592E159D}"/>
          </ac:spMkLst>
        </pc:spChg>
        <pc:spChg chg="del topLvl">
          <ac:chgData name="福元 允亮" userId="12e1d508-426e-4c6a-b43b-7681266f9ca9" providerId="ADAL" clId="{D8E95375-B96A-A149-A5CB-FACFD16ECE8A}" dt="2026-03-14T04:08:16.446" v="245" actId="478"/>
          <ac:spMkLst>
            <pc:docMk/>
            <pc:sldMk cId="1242556949" sldId="2147480765"/>
            <ac:spMk id="25" creationId="{F3FABA21-8F82-EDEA-C826-6C318C8FCB9A}"/>
          </ac:spMkLst>
        </pc:spChg>
        <pc:spChg chg="mod topLvl">
          <ac:chgData name="福元 允亮" userId="12e1d508-426e-4c6a-b43b-7681266f9ca9" providerId="ADAL" clId="{D8E95375-B96A-A149-A5CB-FACFD16ECE8A}" dt="2026-03-14T04:11:43.532" v="385" actId="408"/>
          <ac:spMkLst>
            <pc:docMk/>
            <pc:sldMk cId="1242556949" sldId="2147480765"/>
            <ac:spMk id="29" creationId="{DE876D33-0B93-0386-90EE-FBEE9541E89D}"/>
          </ac:spMkLst>
        </pc:spChg>
        <pc:spChg chg="mod">
          <ac:chgData name="福元 允亮" userId="12e1d508-426e-4c6a-b43b-7681266f9ca9" providerId="ADAL" clId="{D8E95375-B96A-A149-A5CB-FACFD16ECE8A}" dt="2026-03-14T04:10:40.471" v="362"/>
          <ac:spMkLst>
            <pc:docMk/>
            <pc:sldMk cId="1242556949" sldId="2147480765"/>
            <ac:spMk id="30" creationId="{13C79B2A-2697-4BCB-7C6D-B38C4A2BCB55}"/>
          </ac:spMkLst>
        </pc:spChg>
        <pc:spChg chg="del">
          <ac:chgData name="福元 允亮" userId="12e1d508-426e-4c6a-b43b-7681266f9ca9" providerId="ADAL" clId="{D8E95375-B96A-A149-A5CB-FACFD16ECE8A}" dt="2026-03-14T04:09:10.998" v="302" actId="478"/>
          <ac:spMkLst>
            <pc:docMk/>
            <pc:sldMk cId="1242556949" sldId="2147480765"/>
            <ac:spMk id="56" creationId="{3C19A27E-3E2B-FB5F-54C8-BFEAD738A5A8}"/>
          </ac:spMkLst>
        </pc:spChg>
        <pc:grpChg chg="del topLvl">
          <ac:chgData name="福元 允亮" userId="12e1d508-426e-4c6a-b43b-7681266f9ca9" providerId="ADAL" clId="{D8E95375-B96A-A149-A5CB-FACFD16ECE8A}" dt="2026-03-14T04:08:12.952" v="244" actId="165"/>
          <ac:grpSpMkLst>
            <pc:docMk/>
            <pc:sldMk cId="1242556949" sldId="2147480765"/>
            <ac:grpSpMk id="18" creationId="{8587C0B3-8193-F7C6-562F-8A4BD1C16187}"/>
          </ac:grpSpMkLst>
        </pc:grpChg>
        <pc:grpChg chg="del topLvl">
          <ac:chgData name="福元 允亮" userId="12e1d508-426e-4c6a-b43b-7681266f9ca9" providerId="ADAL" clId="{D8E95375-B96A-A149-A5CB-FACFD16ECE8A}" dt="2026-03-14T04:08:12.952" v="244" actId="165"/>
          <ac:grpSpMkLst>
            <pc:docMk/>
            <pc:sldMk cId="1242556949" sldId="2147480765"/>
            <ac:grpSpMk id="19" creationId="{998C86C3-7A96-813F-1EE5-05FF9CDC8952}"/>
          </ac:grpSpMkLst>
        </pc:grpChg>
        <pc:grpChg chg="del topLvl">
          <ac:chgData name="福元 允亮" userId="12e1d508-426e-4c6a-b43b-7681266f9ca9" providerId="ADAL" clId="{D8E95375-B96A-A149-A5CB-FACFD16ECE8A}" dt="2026-03-14T04:08:12.952" v="244" actId="165"/>
          <ac:grpSpMkLst>
            <pc:docMk/>
            <pc:sldMk cId="1242556949" sldId="2147480765"/>
            <ac:grpSpMk id="22" creationId="{C1A63B52-FD48-F459-E670-F35F0C0FEB60}"/>
          </ac:grpSpMkLst>
        </pc:grpChg>
        <pc:grpChg chg="del">
          <ac:chgData name="福元 允亮" userId="12e1d508-426e-4c6a-b43b-7681266f9ca9" providerId="ADAL" clId="{D8E95375-B96A-A149-A5CB-FACFD16ECE8A}" dt="2026-03-14T04:08:11.787" v="243" actId="165"/>
          <ac:grpSpMkLst>
            <pc:docMk/>
            <pc:sldMk cId="1242556949" sldId="2147480765"/>
            <ac:grpSpMk id="34" creationId="{6A4C85B8-4847-D0E1-6544-5B60A9301055}"/>
          </ac:grpSpMkLst>
        </pc:grpChg>
        <pc:grpChg chg="mod">
          <ac:chgData name="福元 允亮" userId="12e1d508-426e-4c6a-b43b-7681266f9ca9" providerId="ADAL" clId="{D8E95375-B96A-A149-A5CB-FACFD16ECE8A}" dt="2026-03-14T04:10:40.472" v="366"/>
          <ac:grpSpMkLst>
            <pc:docMk/>
            <pc:sldMk cId="1242556949" sldId="2147480765"/>
            <ac:grpSpMk id="51" creationId="{CA9628C1-DA7B-C9DA-955C-8EFE0882C781}"/>
          </ac:grpSpMkLst>
        </pc:grpChg>
        <pc:grpChg chg="del mod">
          <ac:chgData name="福元 允亮" userId="12e1d508-426e-4c6a-b43b-7681266f9ca9" providerId="ADAL" clId="{D8E95375-B96A-A149-A5CB-FACFD16ECE8A}" dt="2026-03-14T04:11:18.287" v="377" actId="478"/>
          <ac:grpSpMkLst>
            <pc:docMk/>
            <pc:sldMk cId="1242556949" sldId="2147480765"/>
            <ac:grpSpMk id="52" creationId="{CB70CF26-1FC1-E247-F19C-68667CD95423}"/>
          </ac:grpSpMkLst>
        </pc:grpChg>
        <pc:graphicFrameChg chg="mod">
          <ac:chgData name="福元 允亮" userId="12e1d508-426e-4c6a-b43b-7681266f9ca9" providerId="ADAL" clId="{D8E95375-B96A-A149-A5CB-FACFD16ECE8A}" dt="2026-03-14T04:10:40.472" v="369"/>
          <ac:graphicFrameMkLst>
            <pc:docMk/>
            <pc:sldMk cId="1242556949" sldId="2147480765"/>
            <ac:graphicFrameMk id="8" creationId="{B976C927-33C9-CA26-ECD9-CD38BD1F93DB}"/>
          </ac:graphicFrameMkLst>
        </pc:graphicFrameChg>
        <pc:cxnChg chg="add del mod">
          <ac:chgData name="福元 允亮" userId="12e1d508-426e-4c6a-b43b-7681266f9ca9" providerId="ADAL" clId="{D8E95375-B96A-A149-A5CB-FACFD16ECE8A}" dt="2026-03-14T04:09:24.072" v="304" actId="478"/>
          <ac:cxnSpMkLst>
            <pc:docMk/>
            <pc:sldMk cId="1242556949" sldId="2147480765"/>
            <ac:cxnSpMk id="5" creationId="{C85AA7EF-5626-D4D2-F978-67EC01A3EB68}"/>
          </ac:cxnSpMkLst>
        </pc:cxnChg>
      </pc:sldChg>
      <pc:sldChg chg="addSp delSp modSp add mod">
        <pc:chgData name="福元 允亮" userId="12e1d508-426e-4c6a-b43b-7681266f9ca9" providerId="ADAL" clId="{D8E95375-B96A-A149-A5CB-FACFD16ECE8A}" dt="2026-03-14T04:27:52.523" v="744" actId="14100"/>
        <pc:sldMkLst>
          <pc:docMk/>
          <pc:sldMk cId="3565654319" sldId="2147480766"/>
        </pc:sldMkLst>
        <pc:spChg chg="mod">
          <ac:chgData name="福元 允亮" userId="12e1d508-426e-4c6a-b43b-7681266f9ca9" providerId="ADAL" clId="{D8E95375-B96A-A149-A5CB-FACFD16ECE8A}" dt="2026-03-14T04:26:17.980" v="682"/>
          <ac:spMkLst>
            <pc:docMk/>
            <pc:sldMk cId="3565654319" sldId="2147480766"/>
            <ac:spMk id="2" creationId="{CBD8C0B6-8044-FFE2-506B-C0EDA0D84112}"/>
          </ac:spMkLst>
        </pc:spChg>
        <pc:spChg chg="mod">
          <ac:chgData name="福元 允亮" userId="12e1d508-426e-4c6a-b43b-7681266f9ca9" providerId="ADAL" clId="{D8E95375-B96A-A149-A5CB-FACFD16ECE8A}" dt="2026-03-14T04:26:17.981" v="683"/>
          <ac:spMkLst>
            <pc:docMk/>
            <pc:sldMk cId="3565654319" sldId="2147480766"/>
            <ac:spMk id="3" creationId="{61F9F911-1F45-B99D-CBD4-A6B4B4EF43A9}"/>
          </ac:spMkLst>
        </pc:spChg>
        <pc:spChg chg="add mod">
          <ac:chgData name="福元 允亮" userId="12e1d508-426e-4c6a-b43b-7681266f9ca9" providerId="ADAL" clId="{D8E95375-B96A-A149-A5CB-FACFD16ECE8A}" dt="2026-03-14T04:26:17.981" v="687"/>
          <ac:spMkLst>
            <pc:docMk/>
            <pc:sldMk cId="3565654319" sldId="2147480766"/>
            <ac:spMk id="4" creationId="{A60907AD-F744-885C-6D3F-090580FFDFBD}"/>
          </ac:spMkLst>
        </pc:spChg>
        <pc:spChg chg="add mod">
          <ac:chgData name="福元 允亮" userId="12e1d508-426e-4c6a-b43b-7681266f9ca9" providerId="ADAL" clId="{D8E95375-B96A-A149-A5CB-FACFD16ECE8A}" dt="2026-03-14T04:26:17.981" v="688"/>
          <ac:spMkLst>
            <pc:docMk/>
            <pc:sldMk cId="3565654319" sldId="2147480766"/>
            <ac:spMk id="5" creationId="{B782F690-EDF1-6811-B83C-E4D5538CD8D4}"/>
          </ac:spMkLst>
        </pc:spChg>
        <pc:spChg chg="mod">
          <ac:chgData name="福元 允亮" userId="12e1d508-426e-4c6a-b43b-7681266f9ca9" providerId="ADAL" clId="{D8E95375-B96A-A149-A5CB-FACFD16ECE8A}" dt="2026-03-14T04:26:17.980" v="681"/>
          <ac:spMkLst>
            <pc:docMk/>
            <pc:sldMk cId="3565654319" sldId="2147480766"/>
            <ac:spMk id="7" creationId="{8CE85510-0DAA-6A3E-6460-CFC22CC3F058}"/>
          </ac:spMkLst>
        </pc:spChg>
        <pc:spChg chg="mod">
          <ac:chgData name="福元 允亮" userId="12e1d508-426e-4c6a-b43b-7681266f9ca9" providerId="ADAL" clId="{D8E95375-B96A-A149-A5CB-FACFD16ECE8A}" dt="2026-03-14T04:27:52.523" v="744" actId="14100"/>
          <ac:spMkLst>
            <pc:docMk/>
            <pc:sldMk cId="3565654319" sldId="2147480766"/>
            <ac:spMk id="10" creationId="{937FA1F1-03E3-FE5A-433E-7D0CFE9E1023}"/>
          </ac:spMkLst>
        </pc:spChg>
        <pc:spChg chg="mod">
          <ac:chgData name="福元 允亮" userId="12e1d508-426e-4c6a-b43b-7681266f9ca9" providerId="ADAL" clId="{D8E95375-B96A-A149-A5CB-FACFD16ECE8A}" dt="2026-03-14T04:26:17.981" v="685"/>
          <ac:spMkLst>
            <pc:docMk/>
            <pc:sldMk cId="3565654319" sldId="2147480766"/>
            <ac:spMk id="12" creationId="{F5294DD6-AF18-3731-E9F9-0B4AFB7859FB}"/>
          </ac:spMkLst>
        </pc:spChg>
        <pc:spChg chg="add mod">
          <ac:chgData name="福元 允亮" userId="12e1d508-426e-4c6a-b43b-7681266f9ca9" providerId="ADAL" clId="{D8E95375-B96A-A149-A5CB-FACFD16ECE8A}" dt="2026-03-14T04:26:17.982" v="690"/>
          <ac:spMkLst>
            <pc:docMk/>
            <pc:sldMk cId="3565654319" sldId="2147480766"/>
            <ac:spMk id="14" creationId="{0F9C535E-1545-89B9-DB82-F8DB5909B108}"/>
          </ac:spMkLst>
        </pc:spChg>
        <pc:spChg chg="add mod">
          <ac:chgData name="福元 允亮" userId="12e1d508-426e-4c6a-b43b-7681266f9ca9" providerId="ADAL" clId="{D8E95375-B96A-A149-A5CB-FACFD16ECE8A}" dt="2026-03-14T04:26:17.982" v="691"/>
          <ac:spMkLst>
            <pc:docMk/>
            <pc:sldMk cId="3565654319" sldId="2147480766"/>
            <ac:spMk id="15" creationId="{B60B7A51-9BAE-C233-E589-74E17418CA9B}"/>
          </ac:spMkLst>
        </pc:spChg>
        <pc:spChg chg="add mod">
          <ac:chgData name="福元 允亮" userId="12e1d508-426e-4c6a-b43b-7681266f9ca9" providerId="ADAL" clId="{D8E95375-B96A-A149-A5CB-FACFD16ECE8A}" dt="2026-03-14T04:26:17.982" v="692"/>
          <ac:spMkLst>
            <pc:docMk/>
            <pc:sldMk cId="3565654319" sldId="2147480766"/>
            <ac:spMk id="16" creationId="{AD72145C-60BB-90F2-262A-E7D920EA4C91}"/>
          </ac:spMkLst>
        </pc:spChg>
        <pc:spChg chg="add mod">
          <ac:chgData name="福元 允亮" userId="12e1d508-426e-4c6a-b43b-7681266f9ca9" providerId="ADAL" clId="{D8E95375-B96A-A149-A5CB-FACFD16ECE8A}" dt="2026-03-14T04:26:17.982" v="693"/>
          <ac:spMkLst>
            <pc:docMk/>
            <pc:sldMk cId="3565654319" sldId="2147480766"/>
            <ac:spMk id="17" creationId="{8DF55853-3CCA-125B-84E6-7522AC382BD6}"/>
          </ac:spMkLst>
        </pc:spChg>
        <pc:spChg chg="add mod">
          <ac:chgData name="福元 允亮" userId="12e1d508-426e-4c6a-b43b-7681266f9ca9" providerId="ADAL" clId="{D8E95375-B96A-A149-A5CB-FACFD16ECE8A}" dt="2026-03-14T04:26:17.982" v="694"/>
          <ac:spMkLst>
            <pc:docMk/>
            <pc:sldMk cId="3565654319" sldId="2147480766"/>
            <ac:spMk id="18" creationId="{E941D313-1DD7-654C-AF87-025C7CE29659}"/>
          </ac:spMkLst>
        </pc:spChg>
        <pc:spChg chg="add mod">
          <ac:chgData name="福元 允亮" userId="12e1d508-426e-4c6a-b43b-7681266f9ca9" providerId="ADAL" clId="{D8E95375-B96A-A149-A5CB-FACFD16ECE8A}" dt="2026-03-14T04:26:17.982" v="695"/>
          <ac:spMkLst>
            <pc:docMk/>
            <pc:sldMk cId="3565654319" sldId="2147480766"/>
            <ac:spMk id="19" creationId="{C109D87E-F3B4-772F-9752-ED4D5F7BB300}"/>
          </ac:spMkLst>
        </pc:spChg>
        <pc:spChg chg="add mod">
          <ac:chgData name="福元 允亮" userId="12e1d508-426e-4c6a-b43b-7681266f9ca9" providerId="ADAL" clId="{D8E95375-B96A-A149-A5CB-FACFD16ECE8A}" dt="2026-03-14T04:26:17.982" v="696"/>
          <ac:spMkLst>
            <pc:docMk/>
            <pc:sldMk cId="3565654319" sldId="2147480766"/>
            <ac:spMk id="20" creationId="{7CE55677-9ED4-3EE1-1317-7BDBB3603D52}"/>
          </ac:spMkLst>
        </pc:spChg>
        <pc:spChg chg="del">
          <ac:chgData name="福元 允亮" userId="12e1d508-426e-4c6a-b43b-7681266f9ca9" providerId="ADAL" clId="{D8E95375-B96A-A149-A5CB-FACFD16ECE8A}" dt="2026-03-14T04:22:57.093" v="537" actId="478"/>
          <ac:spMkLst>
            <pc:docMk/>
            <pc:sldMk cId="3565654319" sldId="2147480766"/>
            <ac:spMk id="21" creationId="{68F33175-75F6-9A3D-64E9-9660998C478E}"/>
          </ac:spMkLst>
        </pc:spChg>
        <pc:spChg chg="add mod">
          <ac:chgData name="福元 允亮" userId="12e1d508-426e-4c6a-b43b-7681266f9ca9" providerId="ADAL" clId="{D8E95375-B96A-A149-A5CB-FACFD16ECE8A}" dt="2026-03-14T04:26:17.983" v="697"/>
          <ac:spMkLst>
            <pc:docMk/>
            <pc:sldMk cId="3565654319" sldId="2147480766"/>
            <ac:spMk id="22" creationId="{271A528D-C8A4-DDCD-B1BD-4A9AD2FC296C}"/>
          </ac:spMkLst>
        </pc:spChg>
        <pc:spChg chg="add mod">
          <ac:chgData name="福元 允亮" userId="12e1d508-426e-4c6a-b43b-7681266f9ca9" providerId="ADAL" clId="{D8E95375-B96A-A149-A5CB-FACFD16ECE8A}" dt="2026-03-14T04:26:17.983" v="698"/>
          <ac:spMkLst>
            <pc:docMk/>
            <pc:sldMk cId="3565654319" sldId="2147480766"/>
            <ac:spMk id="23" creationId="{D5C43B7C-5676-064D-9EBE-77C1E49105E3}"/>
          </ac:spMkLst>
        </pc:spChg>
        <pc:spChg chg="add mod">
          <ac:chgData name="福元 允亮" userId="12e1d508-426e-4c6a-b43b-7681266f9ca9" providerId="ADAL" clId="{D8E95375-B96A-A149-A5CB-FACFD16ECE8A}" dt="2026-03-14T04:26:17.983" v="699"/>
          <ac:spMkLst>
            <pc:docMk/>
            <pc:sldMk cId="3565654319" sldId="2147480766"/>
            <ac:spMk id="24" creationId="{A561F620-FE0F-E375-3983-6C0ED6777D18}"/>
          </ac:spMkLst>
        </pc:spChg>
        <pc:spChg chg="add del mod modVis">
          <ac:chgData name="福元 允亮" userId="12e1d508-426e-4c6a-b43b-7681266f9ca9" providerId="ADAL" clId="{D8E95375-B96A-A149-A5CB-FACFD16ECE8A}" dt="2026-03-14T04:26:17.733" v="656"/>
          <ac:spMkLst>
            <pc:docMk/>
            <pc:sldMk cId="3565654319" sldId="2147480766"/>
            <ac:spMk id="25" creationId="{92809EF5-87A7-732B-FBB8-E2D4CBC17590}"/>
          </ac:spMkLst>
        </pc:spChg>
        <pc:spChg chg="add mod">
          <ac:chgData name="福元 允亮" userId="12e1d508-426e-4c6a-b43b-7681266f9ca9" providerId="ADAL" clId="{D8E95375-B96A-A149-A5CB-FACFD16ECE8A}" dt="2026-03-14T04:26:42.996" v="709" actId="571"/>
          <ac:spMkLst>
            <pc:docMk/>
            <pc:sldMk cId="3565654319" sldId="2147480766"/>
            <ac:spMk id="26" creationId="{F3DCC6DE-573F-40D2-2FA4-0713D20F8153}"/>
          </ac:spMkLst>
        </pc:spChg>
        <pc:spChg chg="add mod">
          <ac:chgData name="福元 允亮" userId="12e1d508-426e-4c6a-b43b-7681266f9ca9" providerId="ADAL" clId="{D8E95375-B96A-A149-A5CB-FACFD16ECE8A}" dt="2026-03-14T04:26:45.414" v="710" actId="571"/>
          <ac:spMkLst>
            <pc:docMk/>
            <pc:sldMk cId="3565654319" sldId="2147480766"/>
            <ac:spMk id="27" creationId="{B8BD6B22-C673-4EBC-053F-0FB0436B4094}"/>
          </ac:spMkLst>
        </pc:spChg>
        <pc:spChg chg="add mod">
          <ac:chgData name="福元 允亮" userId="12e1d508-426e-4c6a-b43b-7681266f9ca9" providerId="ADAL" clId="{D8E95375-B96A-A149-A5CB-FACFD16ECE8A}" dt="2026-03-14T04:26:55.008" v="711" actId="571"/>
          <ac:spMkLst>
            <pc:docMk/>
            <pc:sldMk cId="3565654319" sldId="2147480766"/>
            <ac:spMk id="28" creationId="{DB8B0AC6-144A-0DB1-4C0E-9E2E81A04EBF}"/>
          </ac:spMkLst>
        </pc:spChg>
        <pc:spChg chg="del">
          <ac:chgData name="福元 允亮" userId="12e1d508-426e-4c6a-b43b-7681266f9ca9" providerId="ADAL" clId="{D8E95375-B96A-A149-A5CB-FACFD16ECE8A}" dt="2026-03-14T04:22:57.093" v="537" actId="478"/>
          <ac:spMkLst>
            <pc:docMk/>
            <pc:sldMk cId="3565654319" sldId="2147480766"/>
            <ac:spMk id="29" creationId="{9D444977-2135-366F-9419-1744B1706205}"/>
          </ac:spMkLst>
        </pc:spChg>
        <pc:spChg chg="mod">
          <ac:chgData name="福元 允亮" userId="12e1d508-426e-4c6a-b43b-7681266f9ca9" providerId="ADAL" clId="{D8E95375-B96A-A149-A5CB-FACFD16ECE8A}" dt="2026-03-14T04:26:17.981" v="684"/>
          <ac:spMkLst>
            <pc:docMk/>
            <pc:sldMk cId="3565654319" sldId="2147480766"/>
            <ac:spMk id="30" creationId="{E5055AEC-FE1C-49F3-ED4E-BC37964F8D7E}"/>
          </ac:spMkLst>
        </pc:spChg>
        <pc:spChg chg="add mod">
          <ac:chgData name="福元 允亮" userId="12e1d508-426e-4c6a-b43b-7681266f9ca9" providerId="ADAL" clId="{D8E95375-B96A-A149-A5CB-FACFD16ECE8A}" dt="2026-03-14T04:26:55.008" v="711" actId="571"/>
          <ac:spMkLst>
            <pc:docMk/>
            <pc:sldMk cId="3565654319" sldId="2147480766"/>
            <ac:spMk id="31" creationId="{E7C93B8F-46B6-8919-1063-B21E683A17A2}"/>
          </ac:spMkLst>
        </pc:spChg>
        <pc:spChg chg="add mod">
          <ac:chgData name="福元 允亮" userId="12e1d508-426e-4c6a-b43b-7681266f9ca9" providerId="ADAL" clId="{D8E95375-B96A-A149-A5CB-FACFD16ECE8A}" dt="2026-03-14T04:26:55.008" v="711" actId="571"/>
          <ac:spMkLst>
            <pc:docMk/>
            <pc:sldMk cId="3565654319" sldId="2147480766"/>
            <ac:spMk id="32" creationId="{F8B1029C-BAC1-D47F-72B6-200D252651F3}"/>
          </ac:spMkLst>
        </pc:spChg>
        <pc:spChg chg="add mod">
          <ac:chgData name="福元 允亮" userId="12e1d508-426e-4c6a-b43b-7681266f9ca9" providerId="ADAL" clId="{D8E95375-B96A-A149-A5CB-FACFD16ECE8A}" dt="2026-03-14T04:26:55.008" v="711" actId="571"/>
          <ac:spMkLst>
            <pc:docMk/>
            <pc:sldMk cId="3565654319" sldId="2147480766"/>
            <ac:spMk id="33" creationId="{A2A252E3-717B-7B30-746D-518FC1A5CFF0}"/>
          </ac:spMkLst>
        </pc:spChg>
        <pc:spChg chg="add mod">
          <ac:chgData name="福元 允亮" userId="12e1d508-426e-4c6a-b43b-7681266f9ca9" providerId="ADAL" clId="{D8E95375-B96A-A149-A5CB-FACFD16ECE8A}" dt="2026-03-14T04:26:55.008" v="711" actId="571"/>
          <ac:spMkLst>
            <pc:docMk/>
            <pc:sldMk cId="3565654319" sldId="2147480766"/>
            <ac:spMk id="34" creationId="{3401550E-E48E-D21A-802E-748D8D981ECC}"/>
          </ac:spMkLst>
        </pc:spChg>
        <pc:spChg chg="add mod">
          <ac:chgData name="福元 允亮" userId="12e1d508-426e-4c6a-b43b-7681266f9ca9" providerId="ADAL" clId="{D8E95375-B96A-A149-A5CB-FACFD16ECE8A}" dt="2026-03-14T04:26:55.008" v="711" actId="571"/>
          <ac:spMkLst>
            <pc:docMk/>
            <pc:sldMk cId="3565654319" sldId="2147480766"/>
            <ac:spMk id="35" creationId="{06EF616A-B154-C97D-D470-87F8D06DB029}"/>
          </ac:spMkLst>
        </pc:spChg>
        <pc:spChg chg="add mod">
          <ac:chgData name="福元 允亮" userId="12e1d508-426e-4c6a-b43b-7681266f9ca9" providerId="ADAL" clId="{D8E95375-B96A-A149-A5CB-FACFD16ECE8A}" dt="2026-03-14T04:26:57.872" v="712" actId="571"/>
          <ac:spMkLst>
            <pc:docMk/>
            <pc:sldMk cId="3565654319" sldId="2147480766"/>
            <ac:spMk id="36" creationId="{6E1CD3FB-A625-ED5D-F13C-974B4059778C}"/>
          </ac:spMkLst>
        </pc:spChg>
        <pc:spChg chg="add mod">
          <ac:chgData name="福元 允亮" userId="12e1d508-426e-4c6a-b43b-7681266f9ca9" providerId="ADAL" clId="{D8E95375-B96A-A149-A5CB-FACFD16ECE8A}" dt="2026-03-14T04:27:00.331" v="713" actId="571"/>
          <ac:spMkLst>
            <pc:docMk/>
            <pc:sldMk cId="3565654319" sldId="2147480766"/>
            <ac:spMk id="37" creationId="{541BD979-5084-7454-D128-C2B7AA4FACF6}"/>
          </ac:spMkLst>
        </pc:spChg>
        <pc:spChg chg="add mod">
          <ac:chgData name="福元 允亮" userId="12e1d508-426e-4c6a-b43b-7681266f9ca9" providerId="ADAL" clId="{D8E95375-B96A-A149-A5CB-FACFD16ECE8A}" dt="2026-03-14T04:27:02.276" v="714" actId="571"/>
          <ac:spMkLst>
            <pc:docMk/>
            <pc:sldMk cId="3565654319" sldId="2147480766"/>
            <ac:spMk id="38" creationId="{B2C57BCE-BADB-66A3-F90D-802CD9DDCF9F}"/>
          </ac:spMkLst>
        </pc:spChg>
        <pc:spChg chg="add mod">
          <ac:chgData name="福元 允亮" userId="12e1d508-426e-4c6a-b43b-7681266f9ca9" providerId="ADAL" clId="{D8E95375-B96A-A149-A5CB-FACFD16ECE8A}" dt="2026-03-14T04:27:08.270" v="730" actId="1037"/>
          <ac:spMkLst>
            <pc:docMk/>
            <pc:sldMk cId="3565654319" sldId="2147480766"/>
            <ac:spMk id="39" creationId="{CC9A4580-035E-0482-3E55-6E9B3D12837B}"/>
          </ac:spMkLst>
        </pc:spChg>
        <pc:grpChg chg="add mod">
          <ac:chgData name="福元 允亮" userId="12e1d508-426e-4c6a-b43b-7681266f9ca9" providerId="ADAL" clId="{D8E95375-B96A-A149-A5CB-FACFD16ECE8A}" dt="2026-03-14T04:26:17.981" v="689"/>
          <ac:grpSpMkLst>
            <pc:docMk/>
            <pc:sldMk cId="3565654319" sldId="2147480766"/>
            <ac:grpSpMk id="6" creationId="{1C3E6DE3-59C4-402D-43D5-3D76D42B94CA}"/>
          </ac:grpSpMkLst>
        </pc:grpChg>
        <pc:grpChg chg="add mod">
          <ac:chgData name="福元 允亮" userId="12e1d508-426e-4c6a-b43b-7681266f9ca9" providerId="ADAL" clId="{D8E95375-B96A-A149-A5CB-FACFD16ECE8A}" dt="2026-03-14T04:27:47.041" v="742" actId="554"/>
          <ac:grpSpMkLst>
            <pc:docMk/>
            <pc:sldMk cId="3565654319" sldId="2147480766"/>
            <ac:grpSpMk id="40" creationId="{E798AB03-13DD-0605-4E26-73BEB7721A6B}"/>
          </ac:grpSpMkLst>
        </pc:grpChg>
        <pc:grpChg chg="mod">
          <ac:chgData name="福元 允亮" userId="12e1d508-426e-4c6a-b43b-7681266f9ca9" providerId="ADAL" clId="{D8E95375-B96A-A149-A5CB-FACFD16ECE8A}" dt="2026-03-14T04:26:29.842" v="708" actId="1035"/>
          <ac:grpSpMkLst>
            <pc:docMk/>
            <pc:sldMk cId="3565654319" sldId="2147480766"/>
            <ac:grpSpMk id="51" creationId="{5342381F-652B-7D37-8CB3-8364F21EAF31}"/>
          </ac:grpSpMkLst>
        </pc:grpChg>
        <pc:graphicFrameChg chg="mod">
          <ac:chgData name="福元 允亮" userId="12e1d508-426e-4c6a-b43b-7681266f9ca9" providerId="ADAL" clId="{D8E95375-B96A-A149-A5CB-FACFD16ECE8A}" dt="2026-03-14T04:26:17.983" v="702"/>
          <ac:graphicFrameMkLst>
            <pc:docMk/>
            <pc:sldMk cId="3565654319" sldId="2147480766"/>
            <ac:graphicFrameMk id="8" creationId="{2AAAC022-9BE2-E88E-5F0E-3A72D59D74F5}"/>
          </ac:graphicFrameMkLst>
        </pc:graphicFrameChg>
        <pc:cxnChg chg="mod">
          <ac:chgData name="福元 允亮" userId="12e1d508-426e-4c6a-b43b-7681266f9ca9" providerId="ADAL" clId="{D8E95375-B96A-A149-A5CB-FACFD16ECE8A}" dt="2026-03-14T04:25:00.671" v="576" actId="571"/>
          <ac:cxnSpMkLst>
            <pc:docMk/>
            <pc:sldMk cId="3565654319" sldId="2147480766"/>
            <ac:cxnSpMk id="9" creationId="{4DC2F926-E13B-EF3F-0F08-3E2DEE820116}"/>
          </ac:cxnSpMkLst>
        </pc:cxnChg>
        <pc:cxnChg chg="mod">
          <ac:chgData name="福元 允亮" userId="12e1d508-426e-4c6a-b43b-7681266f9ca9" providerId="ADAL" clId="{D8E95375-B96A-A149-A5CB-FACFD16ECE8A}" dt="2026-03-14T04:25:00.671" v="576" actId="571"/>
          <ac:cxnSpMkLst>
            <pc:docMk/>
            <pc:sldMk cId="3565654319" sldId="2147480766"/>
            <ac:cxnSpMk id="11" creationId="{F663686F-A8D9-593E-20EB-9B242E19B6F8}"/>
          </ac:cxnSpMkLst>
        </pc:cxnChg>
        <pc:cxnChg chg="mod">
          <ac:chgData name="福元 允亮" userId="12e1d508-426e-4c6a-b43b-7681266f9ca9" providerId="ADAL" clId="{D8E95375-B96A-A149-A5CB-FACFD16ECE8A}" dt="2026-03-14T04:25:00.671" v="576" actId="571"/>
          <ac:cxnSpMkLst>
            <pc:docMk/>
            <pc:sldMk cId="3565654319" sldId="2147480766"/>
            <ac:cxnSpMk id="13" creationId="{54B3A68E-4E8C-4029-C7E1-9307706105DF}"/>
          </ac:cxnSpMkLst>
        </pc:cxnChg>
      </pc:sldChg>
      <pc:sldChg chg="add del">
        <pc:chgData name="福元 允亮" userId="12e1d508-426e-4c6a-b43b-7681266f9ca9" providerId="ADAL" clId="{D8E95375-B96A-A149-A5CB-FACFD16ECE8A}" dt="2026-03-14T04:29:03.179" v="748" actId="2696"/>
        <pc:sldMkLst>
          <pc:docMk/>
          <pc:sldMk cId="3491563622" sldId="2147480767"/>
        </pc:sldMkLst>
      </pc:sldChg>
    </pc:docChg>
  </pc:docChgLst>
  <pc:docChgLst>
    <pc:chgData name="福元 允亮" userId="12e1d508-426e-4c6a-b43b-7681266f9ca9" providerId="ADAL" clId="{3F8738D5-2550-AF4F-981D-A8C1866BE157}"/>
    <pc:docChg chg="undo custSel modSld">
      <pc:chgData name="福元 允亮" userId="12e1d508-426e-4c6a-b43b-7681266f9ca9" providerId="ADAL" clId="{3F8738D5-2550-AF4F-981D-A8C1866BE157}" dt="2026-03-12T07:19:16.668" v="249" actId="3064"/>
      <pc:docMkLst>
        <pc:docMk/>
      </pc:docMkLst>
      <pc:sldChg chg="addSp delSp modSp mod">
        <pc:chgData name="福元 允亮" userId="12e1d508-426e-4c6a-b43b-7681266f9ca9" providerId="ADAL" clId="{3F8738D5-2550-AF4F-981D-A8C1866BE157}" dt="2026-03-12T07:19:16.668" v="249" actId="3064"/>
        <pc:sldMkLst>
          <pc:docMk/>
          <pc:sldMk cId="3001053428" sldId="2147480764"/>
        </pc:sldMkLst>
      </pc:sldChg>
    </pc:docChg>
  </pc:docChgLst>
  <pc:docChgLst>
    <pc:chgData name="福元 允亮" userId="12e1d508-426e-4c6a-b43b-7681266f9ca9" providerId="ADAL" clId="{677DA6F4-90AE-E448-B5D9-A10FB8393A34}"/>
    <pc:docChg chg="custSel modSld">
      <pc:chgData name="福元 允亮" userId="12e1d508-426e-4c6a-b43b-7681266f9ca9" providerId="ADAL" clId="{677DA6F4-90AE-E448-B5D9-A10FB8393A34}" dt="2026-03-12T04:36:20.054" v="169" actId="403"/>
      <pc:docMkLst>
        <pc:docMk/>
      </pc:docMkLst>
      <pc:sldChg chg="addSp delSp modSp mod">
        <pc:chgData name="福元 允亮" userId="12e1d508-426e-4c6a-b43b-7681266f9ca9" providerId="ADAL" clId="{677DA6F4-90AE-E448-B5D9-A10FB8393A34}" dt="2026-03-12T04:36:20.054" v="169" actId="403"/>
        <pc:sldMkLst>
          <pc:docMk/>
          <pc:sldMk cId="3001053428" sldId="2147480764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>
              <a:latin typeface="+mn-ea"/>
            </a:endParaRP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BDCB57-7B26-864A-85AB-1FE6E8A71097}" type="datetimeFigureOut">
              <a:rPr kumimoji="1" lang="ja-JP" altLang="en-US" smtClean="0">
                <a:latin typeface="+mn-ea"/>
              </a:rPr>
              <a:t>2026/3/14</a:t>
            </a:fld>
            <a:endParaRPr kumimoji="1" lang="ja-JP" altLang="en-US">
              <a:latin typeface="+mn-ea"/>
            </a:endParaRPr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>
              <a:latin typeface="+mn-ea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41B73B-8F91-6845-8B45-1448A7A46D6E}" type="slidenum">
              <a:rPr kumimoji="1" lang="ja-JP" altLang="en-US" smtClean="0">
                <a:latin typeface="+mn-ea"/>
              </a:rPr>
              <a:t>‹#›</a:t>
            </a:fld>
            <a:endParaRPr kumimoji="1" lang="ja-JP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77408550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7B8588-1665-0A4A-AD47-68FFFFC620D1}" type="datetimeFigureOut">
              <a:rPr kumimoji="1" lang="ja-JP" altLang="en-US" smtClean="0"/>
              <a:t>2026/3/14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30237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3887785"/>
            <a:ext cx="5486400" cy="462597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9AAED7-EB68-B44B-A29A-E9CFE7A1147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139408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oleObject" Target="../embeddings/oleObject2.bin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oleObject" Target="../embeddings/oleObject3.bin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oleObject" Target="../embeddings/oleObject3.bin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26A9CB88-735E-6849-3DE2-E60599824D0A}"/>
              </a:ext>
            </a:extLst>
          </p:cNvPr>
          <p:cNvGraphicFramePr>
            <a:graphicFrameLocks noChangeAspect="1"/>
          </p:cNvGraphicFramePr>
          <p:nvPr userDrawn="1">
            <p:extLst>
              <p:ext uri="{D42A27DB-BD31-4B8C-83A1-F6EECF244321}">
                <p14:modId xmlns:p14="http://schemas.microsoft.com/office/powerpoint/2010/main" val="151189375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7772400" imgH="10058400" progId="TCLayout.ActiveDocument.1">
                  <p:embed/>
                </p:oleObj>
              </mc:Choice>
              <mc:Fallback>
                <p:oleObj name="think-cell Slide" r:id="rId2" imgW="7772400" imgH="10058400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6A9CB88-735E-6849-3DE2-E60599824D0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659282D-E203-D490-4B15-F802032603A3}"/>
              </a:ext>
            </a:extLst>
          </p:cNvPr>
          <p:cNvSpPr txBox="1"/>
          <p:nvPr userDrawn="1"/>
        </p:nvSpPr>
        <p:spPr>
          <a:xfrm>
            <a:off x="5943600" y="6562800"/>
            <a:ext cx="306000" cy="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fld id="{8DD8EB0B-AB08-A54E-B33C-ED72A04D9CE9}" type="slidenum">
              <a:rPr lang="ja-JP" altLang="en-US" sz="800" smtClean="0">
                <a:solidFill>
                  <a:srgbClr val="6B6B6B"/>
                </a:solidFill>
              </a:rPr>
              <a:pPr algn="ctr"/>
              <a:t>‹#›</a:t>
            </a:fld>
            <a:endParaRPr kumimoji="0" lang="en-US" altLang="ja-JP" sz="800">
              <a:solidFill>
                <a:srgbClr val="6B6B6B"/>
              </a:solidFill>
              <a:latin typeface="+mn-ea"/>
              <a:cs typeface="Meiryo UI" pitchFamily="50" charset="-128"/>
            </a:endParaRPr>
          </a:p>
        </p:txBody>
      </p:sp>
      <p:sp>
        <p:nvSpPr>
          <p:cNvPr id="2" name="タイトル 5">
            <a:extLst>
              <a:ext uri="{FF2B5EF4-FFF2-40B4-BE49-F238E27FC236}">
                <a16:creationId xmlns:a16="http://schemas.microsoft.com/office/drawing/2014/main" id="{62D4FB49-8661-3625-B1BB-3E9C6AC2C0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554966"/>
            <a:ext cx="11448000" cy="400110"/>
          </a:xfrm>
          <a:prstGeom prst="rect">
            <a:avLst/>
          </a:prstGeom>
        </p:spPr>
        <p:txBody>
          <a:bodyPr vert="horz" tIns="0" bIns="0" anchor="b" anchorCtr="0">
            <a:spAutoFit/>
          </a:bodyPr>
          <a:lstStyle>
            <a:lvl1pPr>
              <a:defRPr sz="2600">
                <a:solidFill>
                  <a:schemeClr val="tx1"/>
                </a:solidFill>
              </a:defRPr>
            </a:lvl1pPr>
          </a:lstStyle>
          <a:p>
            <a:r>
              <a:rPr kumimoji="1" lang="en-US" altLang="ja-JP"/>
              <a:t>Main Message</a:t>
            </a:r>
            <a:endParaRPr kumimoji="1" lang="ja-JP" altLang="en-US"/>
          </a:p>
        </p:txBody>
      </p:sp>
      <p:sp>
        <p:nvSpPr>
          <p:cNvPr id="8" name="テキスト プレースホルダー 2">
            <a:extLst>
              <a:ext uri="{FF2B5EF4-FFF2-40B4-BE49-F238E27FC236}">
                <a16:creationId xmlns:a16="http://schemas.microsoft.com/office/drawing/2014/main" id="{F7BBF3A6-210B-D5EF-F749-86E85CAF3D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4" y="979385"/>
            <a:ext cx="11448000" cy="28800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b="1">
                <a:solidFill>
                  <a:schemeClr val="accent1"/>
                </a:solidFill>
              </a:defRPr>
            </a:lvl1pPr>
          </a:lstStyle>
          <a:p>
            <a:pPr lvl="0"/>
            <a:r>
              <a:rPr kumimoji="1" lang="en-US" altLang="ja-JP"/>
              <a:t>Chart Title</a:t>
            </a:r>
            <a:endParaRPr kumimoji="1" lang="ja-JP" altLang="en-US"/>
          </a:p>
        </p:txBody>
      </p:sp>
      <p:sp>
        <p:nvSpPr>
          <p:cNvPr id="10" name="コンテンツ プレースホルダー 4">
            <a:extLst>
              <a:ext uri="{FF2B5EF4-FFF2-40B4-BE49-F238E27FC236}">
                <a16:creationId xmlns:a16="http://schemas.microsoft.com/office/drawing/2014/main" id="{447B21C3-A705-704B-2D1E-74B76A5A0E2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1474" y="1377538"/>
            <a:ext cx="11449051" cy="4857662"/>
          </a:xfrm>
          <a:prstGeom prst="rect">
            <a:avLst/>
          </a:prstGeom>
        </p:spPr>
        <p:txBody>
          <a:bodyPr tIns="0" bIns="0"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 marL="540000" indent="-180000">
              <a:buFont typeface="Wingdings" pitchFamily="2" charset="2"/>
              <a:buChar char="Ø"/>
              <a:defRPr sz="1600">
                <a:solidFill>
                  <a:schemeClr val="tx1"/>
                </a:solidFill>
              </a:defRPr>
            </a:lvl3pPr>
            <a:lvl4pPr marL="720000" indent="-180000">
              <a:buFont typeface="Wingdings" pitchFamily="2" charset="2"/>
              <a:buChar char="ü"/>
              <a:defRPr sz="1600">
                <a:solidFill>
                  <a:schemeClr val="tx1"/>
                </a:solidFill>
              </a:defRPr>
            </a:lvl4pPr>
            <a:lvl5pPr marL="900000" indent="-180000"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8587616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1265E79-47D9-4B17-A967-60D543C5CD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334800"/>
            <a:ext cx="11448000" cy="413999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>
              <a:defRPr sz="2600"/>
            </a:lvl1pPr>
          </a:lstStyle>
          <a:p>
            <a:r>
              <a:rPr kumimoji="1" lang="ja-JP" altLang="en-US"/>
              <a:t>［タイトル］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56F1922-EBFD-0984-2464-4DD07C5D3F5B}"/>
              </a:ext>
            </a:extLst>
          </p:cNvPr>
          <p:cNvSpPr txBox="1"/>
          <p:nvPr userDrawn="1"/>
        </p:nvSpPr>
        <p:spPr>
          <a:xfrm>
            <a:off x="5943600" y="6562800"/>
            <a:ext cx="306000" cy="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fld id="{8DD8EB0B-AB08-A54E-B33C-ED72A04D9CE9}" type="slidenum">
              <a:rPr lang="ja-JP" altLang="en-US" sz="800" smtClean="0">
                <a:solidFill>
                  <a:schemeClr val="bg1"/>
                </a:solidFill>
              </a:rPr>
              <a:pPr algn="ctr"/>
              <a:t>‹#›</a:t>
            </a:fld>
            <a:endParaRPr kumimoji="0" lang="en-US" altLang="ja-JP" sz="800">
              <a:solidFill>
                <a:schemeClr val="bg1"/>
              </a:solidFill>
              <a:latin typeface="+mn-ea"/>
              <a:cs typeface="Meiryo UI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1524771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ver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2">
            <a:extLst>
              <a:ext uri="{FF2B5EF4-FFF2-40B4-BE49-F238E27FC236}">
                <a16:creationId xmlns:a16="http://schemas.microsoft.com/office/drawing/2014/main" id="{6E2DD10F-9530-7664-057B-B2159A9B3A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752400"/>
            <a:ext cx="11440800" cy="396000"/>
          </a:xfrm>
          <a:prstGeom prst="rect">
            <a:avLst/>
          </a:prstGeom>
        </p:spPr>
        <p:txBody>
          <a:bodyPr lIns="0" rIns="0" anchor="b" anchorCtr="0"/>
          <a:lstStyle/>
          <a:p>
            <a:pPr lvl="0"/>
            <a:r>
              <a:rPr kumimoji="1" lang="ja-JP" altLang="en-US"/>
              <a:t>○○○○御中</a:t>
            </a:r>
          </a:p>
        </p:txBody>
      </p:sp>
      <p:sp>
        <p:nvSpPr>
          <p:cNvPr id="3" name="テキスト プレースホルダー 6">
            <a:extLst>
              <a:ext uri="{FF2B5EF4-FFF2-40B4-BE49-F238E27FC236}">
                <a16:creationId xmlns:a16="http://schemas.microsoft.com/office/drawing/2014/main" id="{68755F9C-61CE-506D-3491-59AA8741F68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800" y="1143727"/>
            <a:ext cx="11440800" cy="1422244"/>
          </a:xfrm>
          <a:prstGeom prst="rect">
            <a:avLst/>
          </a:prstGeom>
        </p:spPr>
        <p:txBody>
          <a:bodyPr lIns="0" tIns="46800" rIns="0" anchor="b"/>
          <a:lstStyle>
            <a:lvl1pPr>
              <a:lnSpc>
                <a:spcPct val="80000"/>
              </a:lnSpc>
              <a:defRPr sz="4400" b="1">
                <a:solidFill>
                  <a:schemeClr val="tx1"/>
                </a:solidFill>
              </a:defRPr>
            </a:lvl1pPr>
          </a:lstStyle>
          <a:p>
            <a:pPr lvl="0"/>
            <a:r>
              <a:rPr kumimoji="1" lang="ja-JP" altLang="en-US"/>
              <a:t>［タイトル］</a:t>
            </a:r>
          </a:p>
        </p:txBody>
      </p:sp>
      <p:sp>
        <p:nvSpPr>
          <p:cNvPr id="4" name="テキスト プレースホルダー 10">
            <a:extLst>
              <a:ext uri="{FF2B5EF4-FFF2-40B4-BE49-F238E27FC236}">
                <a16:creationId xmlns:a16="http://schemas.microsoft.com/office/drawing/2014/main" id="{129B1BAA-5126-4805-070E-09CC7DAA635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0800" y="2565971"/>
            <a:ext cx="11440800" cy="375900"/>
          </a:xfrm>
          <a:prstGeom prst="rect">
            <a:avLst/>
          </a:prstGeom>
        </p:spPr>
        <p:txBody>
          <a:bodyPr lIns="0" tIns="46800" rIns="0"/>
          <a:lstStyle>
            <a:lvl1pPr>
              <a:defRPr>
                <a:solidFill>
                  <a:schemeClr val="tx1"/>
                </a:solidFill>
              </a:defRPr>
            </a:lvl1pPr>
            <a:lvl5pPr marL="2438216" indent="0">
              <a:buNone/>
              <a:defRPr/>
            </a:lvl5pPr>
          </a:lstStyle>
          <a:p>
            <a:pPr lvl="0"/>
            <a:r>
              <a:rPr kumimoji="1" lang="en-US" altLang="ja-JP"/>
              <a:t>2026</a:t>
            </a:r>
            <a:r>
              <a:rPr kumimoji="1" lang="ja-JP" altLang="en-US"/>
              <a:t>年〇月〇日　</a:t>
            </a:r>
            <a:r>
              <a:rPr kumimoji="1" lang="en-US" altLang="ja-JP"/>
              <a:t>XXX</a:t>
            </a:r>
            <a:r>
              <a:rPr kumimoji="1" lang="ja-JP" altLang="en-US"/>
              <a:t>株式会社 ○○○○○○</a:t>
            </a:r>
          </a:p>
        </p:txBody>
      </p:sp>
    </p:spTree>
    <p:extLst>
      <p:ext uri="{BB962C8B-B14F-4D97-AF65-F5344CB8AC3E}">
        <p14:creationId xmlns:p14="http://schemas.microsoft.com/office/powerpoint/2010/main" val="1733420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2366C2E6-77B5-C628-99E9-2719E9BB1B9A}"/>
              </a:ext>
            </a:extLst>
          </p:cNvPr>
          <p:cNvGraphicFramePr>
            <a:graphicFrameLocks noChangeAspect="1"/>
          </p:cNvGraphicFramePr>
          <p:nvPr userDrawn="1"/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7772400" imgH="10058400" progId="TCLayout.ActiveDocument.1">
                  <p:embed/>
                </p:oleObj>
              </mc:Choice>
              <mc:Fallback>
                <p:oleObj name="think-cell Slide" r:id="rId2" imgW="7772400" imgH="1005840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366C2E6-77B5-C628-99E9-2719E9BB1B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タイトル 1">
            <a:extLst>
              <a:ext uri="{FF2B5EF4-FFF2-40B4-BE49-F238E27FC236}">
                <a16:creationId xmlns:a16="http://schemas.microsoft.com/office/drawing/2014/main" id="{4F42E522-CE3A-6008-C8C6-04F66A8E51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3222729"/>
            <a:ext cx="7480800" cy="412538"/>
          </a:xfrm>
          <a:prstGeom prst="rect">
            <a:avLst/>
          </a:prstGeom>
        </p:spPr>
        <p:txBody>
          <a:bodyPr vert="horz" tIns="0" bIns="0">
            <a:noAutofit/>
          </a:bodyPr>
          <a:lstStyle>
            <a:lvl1pPr>
              <a:defRPr sz="2600"/>
            </a:lvl1pPr>
          </a:lstStyle>
          <a:p>
            <a:r>
              <a:rPr kumimoji="1" lang="en-US" altLang="ja-JP"/>
              <a:t>Agenda</a:t>
            </a:r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C3C35FC-0C2C-C5D6-0210-3A570FE264A2}"/>
              </a:ext>
            </a:extLst>
          </p:cNvPr>
          <p:cNvSpPr txBox="1"/>
          <p:nvPr userDrawn="1"/>
        </p:nvSpPr>
        <p:spPr>
          <a:xfrm>
            <a:off x="5943600" y="6562800"/>
            <a:ext cx="306000" cy="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fld id="{8DD8EB0B-AB08-A54E-B33C-ED72A04D9CE9}" type="slidenum">
              <a:rPr lang="ja-JP" altLang="en-US" sz="800" smtClean="0">
                <a:solidFill>
                  <a:srgbClr val="6B6B6B"/>
                </a:solidFill>
              </a:rPr>
              <a:pPr algn="ctr"/>
              <a:t>‹#›</a:t>
            </a:fld>
            <a:endParaRPr kumimoji="0" lang="en-US" altLang="ja-JP" sz="800">
              <a:solidFill>
                <a:srgbClr val="6B6B6B"/>
              </a:solidFill>
              <a:latin typeface="+mn-ea"/>
              <a:cs typeface="Meiryo UI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94006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2366C2E6-77B5-C628-99E9-2719E9BB1B9A}"/>
              </a:ext>
            </a:extLst>
          </p:cNvPr>
          <p:cNvGraphicFramePr>
            <a:graphicFrameLocks noChangeAspect="1"/>
          </p:cNvGraphicFramePr>
          <p:nvPr userDrawn="1"/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7772400" imgH="10058400" progId="TCLayout.ActiveDocument.1">
                  <p:embed/>
                </p:oleObj>
              </mc:Choice>
              <mc:Fallback>
                <p:oleObj name="think-cell Slide" r:id="rId2" imgW="7772400" imgH="1005840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366C2E6-77B5-C628-99E9-2719E9BB1B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タイトル 1">
            <a:extLst>
              <a:ext uri="{FF2B5EF4-FFF2-40B4-BE49-F238E27FC236}">
                <a16:creationId xmlns:a16="http://schemas.microsoft.com/office/drawing/2014/main" id="{4F42E522-CE3A-6008-C8C6-04F66A8E51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3222729"/>
            <a:ext cx="7480800" cy="412538"/>
          </a:xfrm>
          <a:prstGeom prst="rect">
            <a:avLst/>
          </a:prstGeom>
        </p:spPr>
        <p:txBody>
          <a:bodyPr vert="horz" tIns="0" bIns="0">
            <a:noAutofit/>
          </a:bodyPr>
          <a:lstStyle>
            <a:lvl1pPr>
              <a:defRPr sz="2600"/>
            </a:lvl1pPr>
          </a:lstStyle>
          <a:p>
            <a:r>
              <a:rPr kumimoji="1" lang="en-US" altLang="ja-JP"/>
              <a:t>Agenda</a:t>
            </a:r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C3C35FC-0C2C-C5D6-0210-3A570FE264A2}"/>
              </a:ext>
            </a:extLst>
          </p:cNvPr>
          <p:cNvSpPr txBox="1"/>
          <p:nvPr userDrawn="1"/>
        </p:nvSpPr>
        <p:spPr>
          <a:xfrm>
            <a:off x="5943600" y="6562800"/>
            <a:ext cx="306000" cy="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fld id="{8DD8EB0B-AB08-A54E-B33C-ED72A04D9CE9}" type="slidenum">
              <a:rPr lang="ja-JP" altLang="en-US" sz="800" smtClean="0">
                <a:solidFill>
                  <a:srgbClr val="6B6B6B"/>
                </a:solidFill>
              </a:rPr>
              <a:pPr algn="ctr"/>
              <a:t>‹#›</a:t>
            </a:fld>
            <a:endParaRPr kumimoji="0" lang="en-US" altLang="ja-JP" sz="800">
              <a:solidFill>
                <a:srgbClr val="6B6B6B"/>
              </a:solidFill>
              <a:latin typeface="+mn-ea"/>
              <a:cs typeface="Meiryo UI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940068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7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10807434-350C-4893-6E94-4C9EB9C03B8B}"/>
              </a:ext>
            </a:extLst>
          </p:cNvPr>
          <p:cNvGraphicFramePr>
            <a:graphicFrameLocks noChangeAspect="1"/>
          </p:cNvGraphicFramePr>
          <p:nvPr userDrawn="1">
            <p:extLst>
              <p:ext uri="{D42A27DB-BD31-4B8C-83A1-F6EECF244321}">
                <p14:modId xmlns:p14="http://schemas.microsoft.com/office/powerpoint/2010/main" val="370971282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7772400" imgH="10058400" progId="TCLayout.ActiveDocument.1">
                  <p:embed/>
                </p:oleObj>
              </mc:Choice>
              <mc:Fallback>
                <p:oleObj name="think-cell Slide" r:id="rId7" imgW="7772400" imgH="10058400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0807434-350C-4893-6E94-4C9EB9C03B8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037A440-03F7-DC4B-BD06-698F971DD4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988" y="164693"/>
            <a:ext cx="11376026" cy="41253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6DD323A-9269-AE42-951E-F08FD291D3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7987" y="692150"/>
            <a:ext cx="11387161" cy="5796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D1D4E16-E062-D856-6161-F5C259925C14}"/>
              </a:ext>
            </a:extLst>
          </p:cNvPr>
          <p:cNvSpPr txBox="1"/>
          <p:nvPr userDrawn="1"/>
        </p:nvSpPr>
        <p:spPr>
          <a:xfrm>
            <a:off x="370800" y="6562800"/>
            <a:ext cx="4852800" cy="900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marL="0" marR="0" lvl="0" indent="0" algn="l" defTabSz="2880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000">
                <a:solidFill>
                  <a:srgbClr val="6B6B6B"/>
                </a:solidFill>
              </a:rPr>
              <a:t>© 2026</a:t>
            </a:r>
          </a:p>
        </p:txBody>
      </p:sp>
    </p:spTree>
    <p:extLst>
      <p:ext uri="{BB962C8B-B14F-4D97-AF65-F5344CB8AC3E}">
        <p14:creationId xmlns:p14="http://schemas.microsoft.com/office/powerpoint/2010/main" val="25257353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88" r:id="rId1"/>
    <p:sldLayoutId id="2147484089" r:id="rId2"/>
    <p:sldLayoutId id="2147484090" r:id="rId3"/>
    <p:sldLayoutId id="2147484091" r:id="rId4"/>
    <p:sldLayoutId id="2147484092" r:id="rId5"/>
  </p:sldLayoutIdLst>
  <p:hf hdr="0" dt="0"/>
  <p:txStyles>
    <p:titleStyle>
      <a:lvl1pPr algn="l" defTabSz="609555" rtl="0" eaLnBrk="1" fontAlgn="base" hangingPunct="1">
        <a:spcBef>
          <a:spcPct val="0"/>
        </a:spcBef>
        <a:spcAft>
          <a:spcPct val="0"/>
        </a:spcAft>
        <a:defRPr kumimoji="1" sz="2400" b="1" i="0" kern="1200" spc="0" baseline="0">
          <a:solidFill>
            <a:schemeClr val="tx1"/>
          </a:solidFill>
          <a:latin typeface="+mj-ea"/>
          <a:ea typeface="+mj-ea"/>
          <a:cs typeface="HGPGothicE" charset="-128"/>
        </a:defRPr>
      </a:lvl1pPr>
      <a:lvl2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2pPr>
      <a:lvl3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3pPr>
      <a:lvl4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4pPr>
      <a:lvl5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5pPr>
      <a:lvl6pPr marL="609555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6pPr>
      <a:lvl7pPr marL="1219110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7pPr>
      <a:lvl8pPr marL="1828664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8pPr>
      <a:lvl9pPr marL="2438218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9pPr>
    </p:titleStyle>
    <p:bodyStyle>
      <a:lvl1pPr marL="0" indent="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None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1pPr>
      <a:lvl2pPr marL="36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2pPr>
      <a:lvl3pPr marL="54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3pPr>
      <a:lvl4pPr marL="72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4pPr>
      <a:lvl5pPr marL="90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5pPr>
      <a:lvl6pPr marL="3352548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104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658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212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55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10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64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18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772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327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880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435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Relationship Id="rId4" Type="http://schemas.openxmlformats.org/officeDocument/2006/relationships/image" Target="../media/image4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9D4F4C-4CFD-1A1B-A4AD-4B080A16C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2AAAC022-9BE2-E88E-5F0E-3A72D59D74F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81117805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AAAC022-9BE2-E88E-5F0E-3A72D59D74F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CBD8C0B6-8044-FFE2-506B-C0EDA0D841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/>
              <a:t>Main Message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F9F911-1F45-B99D-CBD4-A6B4B4EF43A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GB"/>
              <a:t>Chart Title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5055AEC-FE1C-49F3-ED4E-BC37964F8D7E}"/>
              </a:ext>
            </a:extLst>
          </p:cNvPr>
          <p:cNvSpPr txBox="1"/>
          <p:nvPr/>
        </p:nvSpPr>
        <p:spPr>
          <a:xfrm>
            <a:off x="8705088" y="1393756"/>
            <a:ext cx="3113712" cy="477493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lIns="72000" tIns="72000" rIns="72000" bIns="72000" rtlCol="0">
            <a:noAutofit/>
          </a:bodyPr>
          <a:lstStyle/>
          <a:p>
            <a:pPr algn="l" defTabSz="288000">
              <a:spcAft>
                <a:spcPts val="600"/>
              </a:spcAft>
            </a:pPr>
            <a:r>
              <a:rPr lang="en-JP" sz="2000" b="1">
                <a:latin typeface="+mn-ea"/>
              </a:rPr>
              <a:t>意味合い</a:t>
            </a:r>
            <a:endParaRPr kumimoji="1" lang="en-JP" sz="2000" b="1">
              <a:latin typeface="+mn-ea"/>
            </a:endParaRPr>
          </a:p>
          <a:p>
            <a:pPr marL="285750" indent="-285750" algn="l" defTabSz="2880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JP" sz="1600">
                <a:latin typeface="+mn-ea"/>
              </a:rPr>
              <a:t>Implication1</a:t>
            </a:r>
          </a:p>
          <a:p>
            <a:pPr marL="285750" indent="-285750" defTabSz="2880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JP" sz="1600">
                <a:latin typeface="+mn-ea"/>
              </a:rPr>
              <a:t>Implication2</a:t>
            </a:r>
          </a:p>
          <a:p>
            <a:pPr marL="285750" indent="-285750" defTabSz="2880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JP" sz="1600">
                <a:latin typeface="+mn-ea"/>
              </a:rPr>
              <a:t>Implication3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7FA1F1-03E3-FE5A-433E-7D0CFE9E1023}"/>
              </a:ext>
            </a:extLst>
          </p:cNvPr>
          <p:cNvSpPr txBox="1"/>
          <p:nvPr/>
        </p:nvSpPr>
        <p:spPr>
          <a:xfrm>
            <a:off x="3290908" y="1393756"/>
            <a:ext cx="5136553" cy="4339650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l" defTabSz="288000">
              <a:spcAft>
                <a:spcPts val="600"/>
              </a:spcAft>
            </a:pPr>
            <a:r>
              <a:rPr kumimoji="1" lang="en-GB" sz="1600" b="1">
                <a:latin typeface="+mn-ea"/>
              </a:rPr>
              <a:t>Filter1</a:t>
            </a:r>
          </a:p>
          <a:p>
            <a:pPr marL="285750" indent="-285750" algn="l" defTabSz="2880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200">
                <a:latin typeface="+mn-ea"/>
              </a:rPr>
              <a:t>Filter1-Feature1</a:t>
            </a:r>
          </a:p>
          <a:p>
            <a:pPr marL="285750" indent="-285750" defTabSz="2880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200">
                <a:latin typeface="+mn-ea"/>
              </a:rPr>
              <a:t>Filter1-Feature2</a:t>
            </a:r>
          </a:p>
          <a:p>
            <a:pPr defTabSz="288000">
              <a:spcAft>
                <a:spcPts val="600"/>
              </a:spcAft>
            </a:pPr>
            <a:r>
              <a:rPr lang="en-GB" sz="1600" b="1">
                <a:latin typeface="+mn-ea"/>
              </a:rPr>
              <a:t>Filter2</a:t>
            </a:r>
            <a:endParaRPr lang="en-GB" sz="1200" b="1">
              <a:latin typeface="+mn-ea"/>
            </a:endParaRPr>
          </a:p>
          <a:p>
            <a:pPr marL="285750" indent="-285750" defTabSz="2880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200">
                <a:latin typeface="+mn-ea"/>
              </a:rPr>
              <a:t>Filter2-Feature1</a:t>
            </a:r>
          </a:p>
          <a:p>
            <a:pPr marL="285750" indent="-285750" defTabSz="2880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200">
                <a:latin typeface="+mn-ea"/>
              </a:rPr>
              <a:t>Filter2-Feature2</a:t>
            </a:r>
          </a:p>
          <a:p>
            <a:pPr defTabSz="288000">
              <a:spcAft>
                <a:spcPts val="600"/>
              </a:spcAft>
            </a:pPr>
            <a:r>
              <a:rPr lang="en-GB" sz="1600" b="1">
                <a:latin typeface="+mn-ea"/>
              </a:rPr>
              <a:t>Filter3</a:t>
            </a:r>
            <a:endParaRPr lang="en-GB" sz="1200" b="1">
              <a:latin typeface="+mn-ea"/>
            </a:endParaRPr>
          </a:p>
          <a:p>
            <a:pPr marL="285750" indent="-285750" defTabSz="2880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200">
                <a:latin typeface="+mn-ea"/>
              </a:rPr>
              <a:t>Filter3-Feature1</a:t>
            </a:r>
          </a:p>
          <a:p>
            <a:pPr marL="285750" indent="-285750" defTabSz="2880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200">
                <a:latin typeface="+mn-ea"/>
              </a:rPr>
              <a:t>Filter3-Feature2</a:t>
            </a:r>
          </a:p>
          <a:p>
            <a:pPr defTabSz="288000">
              <a:spcAft>
                <a:spcPts val="600"/>
              </a:spcAft>
            </a:pPr>
            <a:r>
              <a:rPr lang="en-GB" sz="1600" b="1">
                <a:latin typeface="+mn-ea"/>
              </a:rPr>
              <a:t>Filter4</a:t>
            </a:r>
            <a:endParaRPr lang="en-GB" sz="1200" b="1">
              <a:latin typeface="+mn-ea"/>
            </a:endParaRPr>
          </a:p>
          <a:p>
            <a:pPr marL="285750" indent="-285750" defTabSz="2880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200">
                <a:latin typeface="+mn-ea"/>
              </a:rPr>
              <a:t>Filter4-Feature1</a:t>
            </a:r>
          </a:p>
          <a:p>
            <a:pPr marL="285750" indent="-285750" defTabSz="2880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200">
                <a:latin typeface="+mn-ea"/>
              </a:rPr>
              <a:t>Filter4-Feature2</a:t>
            </a:r>
          </a:p>
          <a:p>
            <a:pPr defTabSz="288000">
              <a:spcAft>
                <a:spcPts val="600"/>
              </a:spcAft>
            </a:pPr>
            <a:r>
              <a:rPr lang="en-GB" sz="1600" b="1">
                <a:latin typeface="+mn-ea"/>
              </a:rPr>
              <a:t>Filter5</a:t>
            </a:r>
            <a:endParaRPr lang="en-GB" sz="1200" b="1">
              <a:latin typeface="+mn-ea"/>
            </a:endParaRPr>
          </a:p>
          <a:p>
            <a:pPr marL="285750" indent="-285750" defTabSz="2880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200">
                <a:latin typeface="+mn-ea"/>
              </a:rPr>
              <a:t>Filter5-Feature1</a:t>
            </a:r>
          </a:p>
          <a:p>
            <a:pPr marL="285750" indent="-285750" defTabSz="2880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200">
                <a:latin typeface="+mn-ea"/>
              </a:rPr>
              <a:t>Filter5-Feature2</a:t>
            </a:r>
          </a:p>
        </p:txBody>
      </p:sp>
      <p:sp>
        <p:nvSpPr>
          <p:cNvPr id="7" name="Trapezoid 6">
            <a:extLst>
              <a:ext uri="{FF2B5EF4-FFF2-40B4-BE49-F238E27FC236}">
                <a16:creationId xmlns:a16="http://schemas.microsoft.com/office/drawing/2014/main" id="{8CE85510-0DAA-6A3E-6460-CFC22CC3F058}"/>
              </a:ext>
            </a:extLst>
          </p:cNvPr>
          <p:cNvSpPr/>
          <p:nvPr/>
        </p:nvSpPr>
        <p:spPr>
          <a:xfrm rot="10800000">
            <a:off x="370800" y="1802110"/>
            <a:ext cx="2387568" cy="3639916"/>
          </a:xfrm>
          <a:prstGeom prst="trapezoid">
            <a:avLst>
              <a:gd name="adj" fmla="val 37911"/>
            </a:avLst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en-GB" sz="1400" dirty="0" err="1">
              <a:solidFill>
                <a:schemeClr val="tx1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5294DD6-AF18-3731-E9F9-0B4AFB7859FB}"/>
              </a:ext>
            </a:extLst>
          </p:cNvPr>
          <p:cNvSpPr/>
          <p:nvPr/>
        </p:nvSpPr>
        <p:spPr>
          <a:xfrm>
            <a:off x="530169" y="2288357"/>
            <a:ext cx="2068829" cy="316800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b="1" dirty="0" err="1">
                <a:solidFill>
                  <a:schemeClr val="tx1"/>
                </a:solidFill>
              </a:rPr>
              <a:t>Filter1</a:t>
            </a:r>
            <a:endParaRPr kumimoji="1" lang="en-GB" sz="1400" b="1" dirty="0" err="1">
              <a:solidFill>
                <a:schemeClr val="tx1"/>
              </a:solidFill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A60907AD-F744-885C-6D3F-090580FFDFBD}"/>
              </a:ext>
            </a:extLst>
          </p:cNvPr>
          <p:cNvSpPr/>
          <p:nvPr/>
        </p:nvSpPr>
        <p:spPr>
          <a:xfrm>
            <a:off x="772484" y="3066369"/>
            <a:ext cx="1584199" cy="316800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b="1" dirty="0" err="1">
                <a:solidFill>
                  <a:schemeClr val="tx1"/>
                </a:solidFill>
              </a:rPr>
              <a:t>Filter2</a:t>
            </a:r>
            <a:endParaRPr kumimoji="1" lang="en-GB" sz="1400" b="1" dirty="0" err="1">
              <a:solidFill>
                <a:schemeClr val="tx1"/>
              </a:solidFill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782F690-EDF1-6811-B83C-E4D5538CD8D4}"/>
              </a:ext>
            </a:extLst>
          </p:cNvPr>
          <p:cNvSpPr/>
          <p:nvPr/>
        </p:nvSpPr>
        <p:spPr>
          <a:xfrm>
            <a:off x="1218652" y="5234439"/>
            <a:ext cx="691862" cy="316800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b="1" dirty="0" err="1">
                <a:solidFill>
                  <a:schemeClr val="tx1"/>
                </a:solidFill>
              </a:rPr>
              <a:t>Filter5</a:t>
            </a:r>
            <a:endParaRPr kumimoji="1" lang="en-GB" sz="1400" b="1" dirty="0" err="1">
              <a:solidFill>
                <a:schemeClr val="tx1"/>
              </a:solidFill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C3E6DE3-59C4-402D-43D5-3D76D42B94CA}"/>
              </a:ext>
            </a:extLst>
          </p:cNvPr>
          <p:cNvGrpSpPr/>
          <p:nvPr/>
        </p:nvGrpSpPr>
        <p:grpSpPr>
          <a:xfrm rot="5400000">
            <a:off x="1404704" y="5699185"/>
            <a:ext cx="319756" cy="313425"/>
            <a:chOff x="370800" y="3037787"/>
            <a:chExt cx="623113" cy="894241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4DC2F926-E13B-EF3F-0F08-3E2DEE820116}"/>
                </a:ext>
              </a:extLst>
            </p:cNvPr>
            <p:cNvCxnSpPr/>
            <p:nvPr/>
          </p:nvCxnSpPr>
          <p:spPr>
            <a:xfrm>
              <a:off x="370800" y="3037787"/>
              <a:ext cx="623113" cy="0"/>
            </a:xfrm>
            <a:prstGeom prst="straightConnector1">
              <a:avLst/>
            </a:prstGeom>
            <a:ln w="3175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F663686F-A8D9-593E-20EB-9B242E19B6F8}"/>
                </a:ext>
              </a:extLst>
            </p:cNvPr>
            <p:cNvCxnSpPr/>
            <p:nvPr/>
          </p:nvCxnSpPr>
          <p:spPr>
            <a:xfrm>
              <a:off x="370800" y="3484908"/>
              <a:ext cx="623113" cy="0"/>
            </a:xfrm>
            <a:prstGeom prst="straightConnector1">
              <a:avLst/>
            </a:prstGeom>
            <a:ln w="3175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54B3A68E-4E8C-4029-C7E1-9307706105DF}"/>
                </a:ext>
              </a:extLst>
            </p:cNvPr>
            <p:cNvCxnSpPr/>
            <p:nvPr/>
          </p:nvCxnSpPr>
          <p:spPr>
            <a:xfrm>
              <a:off x="370800" y="3932028"/>
              <a:ext cx="623113" cy="0"/>
            </a:xfrm>
            <a:prstGeom prst="straightConnector1">
              <a:avLst/>
            </a:prstGeom>
            <a:ln w="3175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Oval 13">
            <a:extLst>
              <a:ext uri="{FF2B5EF4-FFF2-40B4-BE49-F238E27FC236}">
                <a16:creationId xmlns:a16="http://schemas.microsoft.com/office/drawing/2014/main" id="{0F9C535E-1545-89B9-DB82-F8DB5909B108}"/>
              </a:ext>
            </a:extLst>
          </p:cNvPr>
          <p:cNvSpPr/>
          <p:nvPr/>
        </p:nvSpPr>
        <p:spPr>
          <a:xfrm>
            <a:off x="685123" y="1909257"/>
            <a:ext cx="159878" cy="159878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b="1" dirty="0" err="1">
              <a:solidFill>
                <a:schemeClr val="tx1"/>
              </a:solidFill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60B7A51-9BAE-C233-E589-74E17418CA9B}"/>
              </a:ext>
            </a:extLst>
          </p:cNvPr>
          <p:cNvSpPr/>
          <p:nvPr/>
        </p:nvSpPr>
        <p:spPr>
          <a:xfrm>
            <a:off x="909956" y="2069135"/>
            <a:ext cx="159878" cy="159878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b="1" dirty="0" err="1">
              <a:solidFill>
                <a:schemeClr val="tx1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D72145C-60BB-90F2-262A-E7D920EA4C91}"/>
              </a:ext>
            </a:extLst>
          </p:cNvPr>
          <p:cNvSpPr/>
          <p:nvPr/>
        </p:nvSpPr>
        <p:spPr>
          <a:xfrm>
            <a:off x="1027403" y="1902230"/>
            <a:ext cx="159878" cy="159878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b="1" dirty="0" err="1">
              <a:solidFill>
                <a:schemeClr val="tx1"/>
              </a:solidFill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8DF55853-3CCA-125B-84E6-7522AC382BD6}"/>
              </a:ext>
            </a:extLst>
          </p:cNvPr>
          <p:cNvSpPr/>
          <p:nvPr/>
        </p:nvSpPr>
        <p:spPr>
          <a:xfrm>
            <a:off x="1179803" y="2054630"/>
            <a:ext cx="159878" cy="159878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b="1" dirty="0" err="1">
              <a:solidFill>
                <a:schemeClr val="tx1"/>
              </a:solidFill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941D313-1DD7-654C-AF87-025C7CE29659}"/>
              </a:ext>
            </a:extLst>
          </p:cNvPr>
          <p:cNvSpPr/>
          <p:nvPr/>
        </p:nvSpPr>
        <p:spPr>
          <a:xfrm>
            <a:off x="1423572" y="2054630"/>
            <a:ext cx="159878" cy="159878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b="1" dirty="0" err="1">
              <a:solidFill>
                <a:schemeClr val="tx1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109D87E-F3B4-772F-9752-ED4D5F7BB300}"/>
              </a:ext>
            </a:extLst>
          </p:cNvPr>
          <p:cNvSpPr/>
          <p:nvPr/>
        </p:nvSpPr>
        <p:spPr>
          <a:xfrm>
            <a:off x="1569032" y="1902230"/>
            <a:ext cx="159878" cy="159878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b="1" dirty="0" err="1">
              <a:solidFill>
                <a:schemeClr val="tx1"/>
              </a:solidFill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CE55677-9ED4-3EE1-1317-7BDBB3603D52}"/>
              </a:ext>
            </a:extLst>
          </p:cNvPr>
          <p:cNvSpPr/>
          <p:nvPr/>
        </p:nvSpPr>
        <p:spPr>
          <a:xfrm>
            <a:off x="1751194" y="2054630"/>
            <a:ext cx="159878" cy="159878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b="1" dirty="0" err="1">
              <a:solidFill>
                <a:schemeClr val="tx1"/>
              </a:solidFill>
            </a:endParaRP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271A528D-C8A4-DDCD-B1BD-4A9AD2FC296C}"/>
              </a:ext>
            </a:extLst>
          </p:cNvPr>
          <p:cNvSpPr/>
          <p:nvPr/>
        </p:nvSpPr>
        <p:spPr>
          <a:xfrm>
            <a:off x="1949467" y="1902230"/>
            <a:ext cx="159878" cy="159878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b="1" dirty="0" err="1">
              <a:solidFill>
                <a:schemeClr val="tx1"/>
              </a:solidFill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D5C43B7C-5676-064D-9EBE-77C1E49105E3}"/>
              </a:ext>
            </a:extLst>
          </p:cNvPr>
          <p:cNvSpPr/>
          <p:nvPr/>
        </p:nvSpPr>
        <p:spPr>
          <a:xfrm>
            <a:off x="2059333" y="2069135"/>
            <a:ext cx="159878" cy="159878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b="1" dirty="0" err="1">
              <a:solidFill>
                <a:schemeClr val="tx1"/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A561F620-FE0F-E375-3983-6C0ED6777D18}"/>
              </a:ext>
            </a:extLst>
          </p:cNvPr>
          <p:cNvSpPr/>
          <p:nvPr/>
        </p:nvSpPr>
        <p:spPr>
          <a:xfrm>
            <a:off x="2246830" y="1909257"/>
            <a:ext cx="159878" cy="159878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b="1" dirty="0" err="1">
              <a:solidFill>
                <a:schemeClr val="tx1"/>
              </a:solidFill>
            </a:endParaRP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5342381F-652B-7D37-8CB3-8364F21EAF31}"/>
              </a:ext>
            </a:extLst>
          </p:cNvPr>
          <p:cNvGrpSpPr/>
          <p:nvPr/>
        </p:nvGrpSpPr>
        <p:grpSpPr>
          <a:xfrm rot="5400000">
            <a:off x="1404704" y="1506938"/>
            <a:ext cx="319756" cy="555253"/>
            <a:chOff x="370800" y="3037787"/>
            <a:chExt cx="623113" cy="894241"/>
          </a:xfrm>
        </p:grpSpPr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A57B84F5-B28A-FAFB-E97B-A350C7A0B927}"/>
                </a:ext>
              </a:extLst>
            </p:cNvPr>
            <p:cNvCxnSpPr/>
            <p:nvPr/>
          </p:nvCxnSpPr>
          <p:spPr>
            <a:xfrm>
              <a:off x="370800" y="3037787"/>
              <a:ext cx="623113" cy="0"/>
            </a:xfrm>
            <a:prstGeom prst="straightConnector1">
              <a:avLst/>
            </a:prstGeom>
            <a:ln w="3175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AC370509-E3BB-A3B9-8A77-8F4CFE87EBB8}"/>
                </a:ext>
              </a:extLst>
            </p:cNvPr>
            <p:cNvCxnSpPr/>
            <p:nvPr/>
          </p:nvCxnSpPr>
          <p:spPr>
            <a:xfrm>
              <a:off x="370800" y="3484908"/>
              <a:ext cx="623113" cy="0"/>
            </a:xfrm>
            <a:prstGeom prst="straightConnector1">
              <a:avLst/>
            </a:prstGeom>
            <a:ln w="3175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5277540A-3EE7-07EB-8555-C766EE631E34}"/>
                </a:ext>
              </a:extLst>
            </p:cNvPr>
            <p:cNvCxnSpPr/>
            <p:nvPr/>
          </p:nvCxnSpPr>
          <p:spPr>
            <a:xfrm>
              <a:off x="370800" y="3932028"/>
              <a:ext cx="623113" cy="0"/>
            </a:xfrm>
            <a:prstGeom prst="straightConnector1">
              <a:avLst/>
            </a:prstGeom>
            <a:ln w="3175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Oval 25">
            <a:extLst>
              <a:ext uri="{FF2B5EF4-FFF2-40B4-BE49-F238E27FC236}">
                <a16:creationId xmlns:a16="http://schemas.microsoft.com/office/drawing/2014/main" id="{F3DCC6DE-573F-40D2-2FA4-0713D20F8153}"/>
              </a:ext>
            </a:extLst>
          </p:cNvPr>
          <p:cNvSpPr/>
          <p:nvPr/>
        </p:nvSpPr>
        <p:spPr>
          <a:xfrm>
            <a:off x="535821" y="2069135"/>
            <a:ext cx="159878" cy="159878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b="1" dirty="0" err="1">
              <a:solidFill>
                <a:schemeClr val="tx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B8BD6B22-C673-4EBC-053F-0FB0436B4094}"/>
              </a:ext>
            </a:extLst>
          </p:cNvPr>
          <p:cNvSpPr/>
          <p:nvPr/>
        </p:nvSpPr>
        <p:spPr>
          <a:xfrm>
            <a:off x="2395091" y="2069135"/>
            <a:ext cx="159878" cy="159878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b="1" dirty="0" err="1">
              <a:solidFill>
                <a:schemeClr val="tx1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DB8B0AC6-144A-0DB1-4C0E-9E2E81A04EBF}"/>
              </a:ext>
            </a:extLst>
          </p:cNvPr>
          <p:cNvSpPr/>
          <p:nvPr/>
        </p:nvSpPr>
        <p:spPr>
          <a:xfrm>
            <a:off x="1027403" y="2654779"/>
            <a:ext cx="159878" cy="159878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b="1" dirty="0" err="1">
              <a:solidFill>
                <a:schemeClr val="tx1"/>
              </a:solidFill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E7C93B8F-46B6-8919-1063-B21E683A17A2}"/>
              </a:ext>
            </a:extLst>
          </p:cNvPr>
          <p:cNvSpPr/>
          <p:nvPr/>
        </p:nvSpPr>
        <p:spPr>
          <a:xfrm>
            <a:off x="1179803" y="2807179"/>
            <a:ext cx="159878" cy="159878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b="1" dirty="0" err="1">
              <a:solidFill>
                <a:schemeClr val="tx1"/>
              </a:solidFill>
            </a:endParaRP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F8B1029C-BAC1-D47F-72B6-200D252651F3}"/>
              </a:ext>
            </a:extLst>
          </p:cNvPr>
          <p:cNvSpPr/>
          <p:nvPr/>
        </p:nvSpPr>
        <p:spPr>
          <a:xfrm>
            <a:off x="1423572" y="2807179"/>
            <a:ext cx="159878" cy="159878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b="1" dirty="0" err="1">
              <a:solidFill>
                <a:schemeClr val="tx1"/>
              </a:solidFill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A2A252E3-717B-7B30-746D-518FC1A5CFF0}"/>
              </a:ext>
            </a:extLst>
          </p:cNvPr>
          <p:cNvSpPr/>
          <p:nvPr/>
        </p:nvSpPr>
        <p:spPr>
          <a:xfrm>
            <a:off x="1569032" y="2654779"/>
            <a:ext cx="159878" cy="159878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b="1" dirty="0" err="1">
              <a:solidFill>
                <a:schemeClr val="tx1"/>
              </a:solidFill>
            </a:endParaRP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3401550E-E48E-D21A-802E-748D8D981ECC}"/>
              </a:ext>
            </a:extLst>
          </p:cNvPr>
          <p:cNvSpPr/>
          <p:nvPr/>
        </p:nvSpPr>
        <p:spPr>
          <a:xfrm>
            <a:off x="1751194" y="2807179"/>
            <a:ext cx="159878" cy="159878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b="1" dirty="0" err="1">
              <a:solidFill>
                <a:schemeClr val="tx1"/>
              </a:solidFill>
            </a:endParaRP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06EF616A-B154-C97D-D470-87F8D06DB029}"/>
              </a:ext>
            </a:extLst>
          </p:cNvPr>
          <p:cNvSpPr/>
          <p:nvPr/>
        </p:nvSpPr>
        <p:spPr>
          <a:xfrm>
            <a:off x="1949467" y="2654779"/>
            <a:ext cx="159878" cy="159878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b="1" dirty="0" err="1">
              <a:solidFill>
                <a:schemeClr val="tx1"/>
              </a:solidFill>
            </a:endParaRP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6E1CD3FB-A625-ED5D-F13C-974B4059778C}"/>
              </a:ext>
            </a:extLst>
          </p:cNvPr>
          <p:cNvSpPr/>
          <p:nvPr/>
        </p:nvSpPr>
        <p:spPr>
          <a:xfrm>
            <a:off x="1423572" y="4120519"/>
            <a:ext cx="159878" cy="159878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b="1" dirty="0" err="1">
              <a:solidFill>
                <a:schemeClr val="tx1"/>
              </a:solidFill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541BD979-5084-7454-D128-C2B7AA4FACF6}"/>
              </a:ext>
            </a:extLst>
          </p:cNvPr>
          <p:cNvSpPr/>
          <p:nvPr/>
        </p:nvSpPr>
        <p:spPr>
          <a:xfrm>
            <a:off x="1751194" y="4190240"/>
            <a:ext cx="159878" cy="159878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b="1" dirty="0" err="1">
              <a:solidFill>
                <a:schemeClr val="tx1"/>
              </a:solidFill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B2C57BCE-BADB-66A3-F90D-802CD9DDCF9F}"/>
              </a:ext>
            </a:extLst>
          </p:cNvPr>
          <p:cNvSpPr/>
          <p:nvPr/>
        </p:nvSpPr>
        <p:spPr>
          <a:xfrm>
            <a:off x="1179803" y="4242804"/>
            <a:ext cx="159878" cy="159878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b="1" dirty="0" err="1">
              <a:solidFill>
                <a:schemeClr val="tx1"/>
              </a:solidFill>
            </a:endParaRP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CC9A4580-035E-0482-3E55-6E9B3D12837B}"/>
              </a:ext>
            </a:extLst>
          </p:cNvPr>
          <p:cNvSpPr/>
          <p:nvPr/>
        </p:nvSpPr>
        <p:spPr>
          <a:xfrm>
            <a:off x="1470637" y="6150524"/>
            <a:ext cx="159878" cy="159878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b="1" dirty="0" err="1">
              <a:solidFill>
                <a:schemeClr val="tx1"/>
              </a:solidFill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2ED98FAE-0613-EF83-F4D2-F9E69F656F2B}"/>
              </a:ext>
            </a:extLst>
          </p:cNvPr>
          <p:cNvSpPr/>
          <p:nvPr/>
        </p:nvSpPr>
        <p:spPr>
          <a:xfrm>
            <a:off x="864066" y="2807179"/>
            <a:ext cx="159878" cy="159878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b="1" dirty="0" err="1">
              <a:solidFill>
                <a:schemeClr val="tx1"/>
              </a:solidFill>
            </a:endParaRP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8459BD76-C32D-835B-1ED1-87FD5029C718}"/>
              </a:ext>
            </a:extLst>
          </p:cNvPr>
          <p:cNvSpPr/>
          <p:nvPr/>
        </p:nvSpPr>
        <p:spPr>
          <a:xfrm>
            <a:off x="2090970" y="2807179"/>
            <a:ext cx="159878" cy="159878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b="1" dirty="0" err="1">
              <a:solidFill>
                <a:schemeClr val="tx1"/>
              </a:solidFill>
            </a:endParaRP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578ABE97-CE1A-0BB8-5D19-D5AFF41EA4AF}"/>
              </a:ext>
            </a:extLst>
          </p:cNvPr>
          <p:cNvSpPr/>
          <p:nvPr/>
        </p:nvSpPr>
        <p:spPr>
          <a:xfrm>
            <a:off x="2242325" y="2654779"/>
            <a:ext cx="159878" cy="159878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b="1" dirty="0" err="1">
              <a:solidFill>
                <a:schemeClr val="tx1"/>
              </a:solidFill>
            </a:endParaRP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58AFDB54-D056-28B3-D578-E413E7884597}"/>
              </a:ext>
            </a:extLst>
          </p:cNvPr>
          <p:cNvSpPr/>
          <p:nvPr/>
        </p:nvSpPr>
        <p:spPr>
          <a:xfrm>
            <a:off x="909956" y="3748247"/>
            <a:ext cx="1309255" cy="316800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b="1" dirty="0" err="1">
                <a:solidFill>
                  <a:schemeClr val="tx1"/>
                </a:solidFill>
              </a:rPr>
              <a:t>Filter3</a:t>
            </a:r>
            <a:endParaRPr kumimoji="1" lang="en-GB" sz="1400" b="1" dirty="0" err="1">
              <a:solidFill>
                <a:schemeClr val="tx1"/>
              </a:solidFill>
            </a:endParaRP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291A74DD-277D-8B7B-255F-D09BAF49C410}"/>
              </a:ext>
            </a:extLst>
          </p:cNvPr>
          <p:cNvSpPr/>
          <p:nvPr/>
        </p:nvSpPr>
        <p:spPr>
          <a:xfrm>
            <a:off x="991796" y="3542704"/>
            <a:ext cx="159878" cy="159878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b="1" dirty="0" err="1">
              <a:solidFill>
                <a:schemeClr val="tx1"/>
              </a:solidFill>
            </a:endParaRP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666F1BF4-F312-2E6B-C9E3-C2669B3B1EAF}"/>
              </a:ext>
            </a:extLst>
          </p:cNvPr>
          <p:cNvSpPr/>
          <p:nvPr/>
        </p:nvSpPr>
        <p:spPr>
          <a:xfrm>
            <a:off x="1235565" y="3542704"/>
            <a:ext cx="159878" cy="159878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b="1" dirty="0" err="1">
              <a:solidFill>
                <a:schemeClr val="tx1"/>
              </a:solidFill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A7B3605A-1813-E0D9-05A7-1B5ABE421FA4}"/>
              </a:ext>
            </a:extLst>
          </p:cNvPr>
          <p:cNvSpPr/>
          <p:nvPr/>
        </p:nvSpPr>
        <p:spPr>
          <a:xfrm>
            <a:off x="1381025" y="3390304"/>
            <a:ext cx="159878" cy="159878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b="1" dirty="0" err="1">
              <a:solidFill>
                <a:schemeClr val="tx1"/>
              </a:solidFill>
            </a:endParaRP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219F52FB-B0F9-F8AC-7900-4CB53CD1570F}"/>
              </a:ext>
            </a:extLst>
          </p:cNvPr>
          <p:cNvSpPr/>
          <p:nvPr/>
        </p:nvSpPr>
        <p:spPr>
          <a:xfrm>
            <a:off x="1563187" y="3542704"/>
            <a:ext cx="159878" cy="159878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b="1" dirty="0" err="1">
              <a:solidFill>
                <a:schemeClr val="tx1"/>
              </a:solidFill>
            </a:endParaRP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06AC4DC8-FA18-5EF7-3039-9B3DB85485BB}"/>
              </a:ext>
            </a:extLst>
          </p:cNvPr>
          <p:cNvSpPr/>
          <p:nvPr/>
        </p:nvSpPr>
        <p:spPr>
          <a:xfrm>
            <a:off x="1761460" y="3390304"/>
            <a:ext cx="159878" cy="159878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b="1" dirty="0" err="1">
              <a:solidFill>
                <a:schemeClr val="tx1"/>
              </a:solidFill>
            </a:endParaRP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FDBE8007-EB35-6CB2-8535-5634781ECC8A}"/>
              </a:ext>
            </a:extLst>
          </p:cNvPr>
          <p:cNvSpPr/>
          <p:nvPr/>
        </p:nvSpPr>
        <p:spPr>
          <a:xfrm>
            <a:off x="1902963" y="3542704"/>
            <a:ext cx="159878" cy="159878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b="1" dirty="0" err="1">
              <a:solidFill>
                <a:schemeClr val="tx1"/>
              </a:solidFill>
            </a:endParaRP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2FC8981E-19B7-F446-47C9-4E10BEAA546F}"/>
              </a:ext>
            </a:extLst>
          </p:cNvPr>
          <p:cNvSpPr/>
          <p:nvPr/>
        </p:nvSpPr>
        <p:spPr>
          <a:xfrm>
            <a:off x="1117464" y="4506103"/>
            <a:ext cx="894239" cy="316800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b="1" dirty="0" err="1">
                <a:solidFill>
                  <a:schemeClr val="tx1"/>
                </a:solidFill>
              </a:rPr>
              <a:t>Filter4</a:t>
            </a:r>
            <a:endParaRPr kumimoji="1" lang="en-GB" sz="1400" b="1" dirty="0" err="1">
              <a:solidFill>
                <a:schemeClr val="tx1"/>
              </a:solidFill>
            </a:endParaRP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DB5F994D-D864-2DAA-2D12-1399DC19C9D0}"/>
              </a:ext>
            </a:extLst>
          </p:cNvPr>
          <p:cNvSpPr/>
          <p:nvPr/>
        </p:nvSpPr>
        <p:spPr>
          <a:xfrm>
            <a:off x="1423572" y="4901570"/>
            <a:ext cx="159878" cy="159878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b="1" dirty="0" err="1">
              <a:solidFill>
                <a:schemeClr val="tx1"/>
              </a:solidFill>
            </a:endParaRP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5ACBAA68-1687-FFA7-8BC2-12775D6B99CD}"/>
              </a:ext>
            </a:extLst>
          </p:cNvPr>
          <p:cNvSpPr/>
          <p:nvPr/>
        </p:nvSpPr>
        <p:spPr>
          <a:xfrm>
            <a:off x="1751194" y="4971291"/>
            <a:ext cx="159878" cy="159878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b="1" dirty="0" err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6565431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8224&quot;&gt;&lt;version val=&quot;35829&quot;/&gt;&lt;CPresentation id=&quot;1&quot;&gt;&lt;m_precDefaultNumber&gt;&lt;m_yearfmt&gt;&lt;begin val=&quot;0&quot;/&gt;&lt;end val=&quot;4&quot;/&gt;&lt;/m_yearfmt&gt;&lt;/m_precDefaultNumber&gt;&lt;m_precDefaultPercent&gt;&lt;m_yearfmt&gt;&lt;begin val=&quot;0&quot;/&gt;&lt;end val=&quot;4&quot;/&gt;&lt;/m_yearfmt&gt;&lt;/m_precDefaultPercent&gt;&lt;m_precDefaultDate&gt;&lt;m_bNumberIsYear val=&quot;0&quot;/&gt;&lt;m_strFormatTime&gt;%d/%m/%Y&lt;/m_strFormatTime&gt;&lt;m_yearfmt&gt;&lt;begin val=&quot;0&quot;/&gt;&lt;end val=&quot;0&quot;/&gt;&lt;/m_yearfmt&gt;&lt;/m_precDefaultDate&gt;&lt;m_precDefaultDay&gt;&lt;m_bNumberIsYear val=&quot;0&quot;/&gt;&lt;m_strFormatTime&gt;%#d&lt;/m_strFormatTime&gt;&lt;m_yearfmt&gt;&lt;begin val=&quot;0&quot;/&gt;&lt;end val=&quot;4&quot;/&gt;&lt;/m_yearfmt&gt;&lt;/m_precDefaultDay&gt;&lt;m_precDefaultWeek&gt;&lt;m_bNumberIsYear val=&quot;0&quot;/&gt;&lt;m_strFormatTime&gt;%d.&lt;/m_strFormatTime&gt;&lt;m_yearfmt&gt;&lt;begin val=&quot;0&quot;/&gt;&lt;end val=&quot;4&quot;/&gt;&lt;/m_yearfmt&gt;&lt;/m_precDefaultWeek&gt;&lt;m_precDefaultMonth&gt;&lt;m_bNumberIsYear val=&quot;0&quot;/&gt;&lt;m_strFormatTime&gt;%1&lt;/m_strFormatTime&gt;&lt;m_yearfmt&gt;&lt;begin val=&quot;4&quot;/&gt;&lt;end val=&quot;4&quot;/&gt;&lt;/m_yearfmt&gt;&lt;/m_precDefaultMonth&gt;&lt;m_precDefaultQuarter&gt;&lt;m_bNumberIsYear val=&quot;0&quot;/&gt;&lt;m_strFormatTime&gt;Q%5&lt;/m_strFormatTime&gt;&lt;m_yearfmt&gt;&lt;begin val=&quot;0&quot;/&gt;&lt;end val=&quot;4&quot;/&gt;&lt;/m_yearfmt&gt;&lt;/m_precDefaultQuarter&gt;&lt;m_precDefaultYear&gt;&lt;m_bNumberIsYear val=&quot;0&quot;/&gt;&lt;m_strFormatTime&gt;%Y&lt;/m_strFormatTime&gt;&lt;m_yearfmt&gt;&lt;begin val=&quot;0&quot;/&gt;&lt;end val=&quot;0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m_eweekdayFirstOfWeek val=&quot;2&quot;/&gt;&lt;m_eweekdayFirstOfWorkweek val=&quot;2&quot;/&gt;&lt;m_eweekdayFirstOfWeekend val=&quot;7&quot;/&gt;&lt;/CPresentation&gt;&lt;/root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1_コンテンツ_Light">
  <a:themeElements>
    <a:clrScheme name="NTT DATA Group Corp.">
      <a:dk1>
        <a:srgbClr val="000000"/>
      </a:dk1>
      <a:lt1>
        <a:srgbClr val="FFFFFF"/>
      </a:lt1>
      <a:dk2>
        <a:srgbClr val="2E404D"/>
      </a:dk2>
      <a:lt2>
        <a:srgbClr val="19A3FC"/>
      </a:lt2>
      <a:accent1>
        <a:srgbClr val="3B82F6"/>
      </a:accent1>
      <a:accent2>
        <a:srgbClr val="051C2A"/>
      </a:accent2>
      <a:accent3>
        <a:srgbClr val="10B981"/>
      </a:accent3>
      <a:accent4>
        <a:srgbClr val="EF4444"/>
      </a:accent4>
      <a:accent5>
        <a:srgbClr val="F59E0B"/>
      </a:accent5>
      <a:accent6>
        <a:srgbClr val="A855F7"/>
      </a:accent6>
      <a:hlink>
        <a:srgbClr val="19A3FC"/>
      </a:hlink>
      <a:folHlink>
        <a:srgbClr val="0072BC"/>
      </a:folHlink>
    </a:clrScheme>
    <a:fontScheme name="NTT DATA Group Corp.">
      <a:majorFont>
        <a:latin typeface="Arial"/>
        <a:ea typeface="Meiryo UI"/>
        <a:cs typeface=""/>
      </a:majorFont>
      <a:minorFont>
        <a:latin typeface="Arial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2">
            <a:lumMod val="10000"/>
            <a:lumOff val="90000"/>
          </a:schemeClr>
        </a:solidFill>
        <a:ln w="3175">
          <a:solidFill>
            <a:schemeClr val="tx1"/>
          </a:solidFill>
        </a:ln>
        <a:effectLst/>
      </a:spPr>
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kumimoji="1" sz="1400" dirty="0" err="1" smtClean="0">
            <a:solidFill>
              <a:schemeClr val="tx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3175">
          <a:solidFill>
            <a:schemeClr val="tx1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rIns="0" rtlCol="0">
        <a:spAutoFit/>
      </a:bodyPr>
      <a:lstStyle>
        <a:defPPr algn="l" defTabSz="288000">
          <a:defRPr kumimoji="1" sz="1600">
            <a:latin typeface="+mn-ea"/>
          </a:defRPr>
        </a:defPPr>
      </a:lstStyle>
    </a:txDef>
  </a:objectDefaults>
  <a:extraClrSchemeLst/>
  <a:custClrLst>
    <a:custClr name="Yellow">
      <a:srgbClr val="FFC400"/>
    </a:custClr>
    <a:custClr name="Orange">
      <a:srgbClr val="FF7A00"/>
    </a:custClr>
    <a:custClr name="Orange 100">
      <a:srgbClr val="E42600"/>
    </a:custClr>
    <a:custClr name="Orange 150">
      <a:srgbClr val="B22000"/>
    </a:custClr>
  </a:custClrLst>
  <a:extLst>
    <a:ext uri="{05A4C25C-085E-4340-85A3-A5531E510DB2}">
      <thm15:themeFamily xmlns:thm15="http://schemas.microsoft.com/office/thememl/2012/main" name="NTT_DATA_Template_1609_JP.potx" id="{1EE4CAFD-5AE2-4E1A-8481-AE49321A04D9}" vid="{C426D7B0-6ED6-450F-975A-2903BD4810FA}"/>
    </a:ext>
  </a:extLst>
</a:theme>
</file>

<file path=ppt/theme/theme2.xml><?xml version="1.0" encoding="utf-8"?>
<a:theme xmlns:a="http://schemas.openxmlformats.org/drawingml/2006/main" name="ホワイト">
  <a:themeElements>
    <a:clrScheme name="NTT DATA Group Corp.">
      <a:dk1>
        <a:srgbClr val="000000"/>
      </a:dk1>
      <a:lt1>
        <a:srgbClr val="FFFFFF"/>
      </a:lt1>
      <a:dk2>
        <a:srgbClr val="2E404D"/>
      </a:dk2>
      <a:lt2>
        <a:srgbClr val="19A3FC"/>
      </a:lt2>
      <a:accent1>
        <a:srgbClr val="070F26"/>
      </a:accent1>
      <a:accent2>
        <a:srgbClr val="0072BC"/>
      </a:accent2>
      <a:accent3>
        <a:srgbClr val="005B96"/>
      </a:accent3>
      <a:accent4>
        <a:srgbClr val="00DFED"/>
      </a:accent4>
      <a:accent5>
        <a:srgbClr val="00CB5D"/>
      </a:accent5>
      <a:accent6>
        <a:srgbClr val="949494"/>
      </a:accent6>
      <a:hlink>
        <a:srgbClr val="19A3FC"/>
      </a:hlink>
      <a:folHlink>
        <a:srgbClr val="0072BC"/>
      </a:folHlink>
    </a:clrScheme>
    <a:fontScheme name="NTT DATA Group corp.">
      <a:majorFont>
        <a:latin typeface="Arial"/>
        <a:ea typeface="Meiryo UI"/>
        <a:cs typeface=""/>
      </a:majorFont>
      <a:minorFont>
        <a:latin typeface="Arial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>
            <a:lumMod val="10000"/>
            <a:lumOff val="90000"/>
          </a:schemeClr>
        </a:solidFill>
        <a:ln w="3175">
          <a:solidFill>
            <a:schemeClr val="tx1"/>
          </a:solidFill>
        </a:ln>
        <a:effectLst/>
      </a:spPr>
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kumimoji="1" sz="1400" dirty="0" err="1" smtClean="0">
            <a:solidFill>
              <a:schemeClr val="tx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custClrLst>
    <a:custClr name="Yellow">
      <a:srgbClr val="FFC400"/>
    </a:custClr>
    <a:custClr name="Orange">
      <a:srgbClr val="FF7A00"/>
    </a:custClr>
    <a:custClr name="Orange 100">
      <a:srgbClr val="E42600"/>
    </a:custClr>
    <a:custClr name="Orange 150">
      <a:srgbClr val="B22000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ホワイト">
  <a:themeElements>
    <a:clrScheme name="NTT DATA Group Corp.">
      <a:dk1>
        <a:srgbClr val="000000"/>
      </a:dk1>
      <a:lt1>
        <a:srgbClr val="FFFFFF"/>
      </a:lt1>
      <a:dk2>
        <a:srgbClr val="2E404D"/>
      </a:dk2>
      <a:lt2>
        <a:srgbClr val="19A3FC"/>
      </a:lt2>
      <a:accent1>
        <a:srgbClr val="070F26"/>
      </a:accent1>
      <a:accent2>
        <a:srgbClr val="0072BC"/>
      </a:accent2>
      <a:accent3>
        <a:srgbClr val="005B96"/>
      </a:accent3>
      <a:accent4>
        <a:srgbClr val="00DFED"/>
      </a:accent4>
      <a:accent5>
        <a:srgbClr val="00CB5D"/>
      </a:accent5>
      <a:accent6>
        <a:srgbClr val="949494"/>
      </a:accent6>
      <a:hlink>
        <a:srgbClr val="19A3FC"/>
      </a:hlink>
      <a:folHlink>
        <a:srgbClr val="0072BC"/>
      </a:folHlink>
    </a:clrScheme>
    <a:fontScheme name="NTT DATA Group Corp.">
      <a:majorFont>
        <a:latin typeface="Arial"/>
        <a:ea typeface="Meiryo UI"/>
        <a:cs typeface=""/>
      </a:majorFont>
      <a:minorFont>
        <a:latin typeface="Arial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>
            <a:lumMod val="10000"/>
            <a:lumOff val="90000"/>
          </a:schemeClr>
        </a:solidFill>
        <a:ln w="3175">
          <a:solidFill>
            <a:schemeClr val="tx1"/>
          </a:solidFill>
        </a:ln>
        <a:effectLst/>
      </a:spPr>
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kumimoji="1" sz="1400" dirty="0" err="1" smtClean="0">
            <a:solidFill>
              <a:schemeClr val="tx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custClrLst>
    <a:custClr name="Yellow">
      <a:srgbClr val="FFC400"/>
    </a:custClr>
    <a:custClr name="Orange">
      <a:srgbClr val="FF7A00"/>
    </a:custClr>
    <a:custClr name="Orange 100">
      <a:srgbClr val="E42600"/>
    </a:custClr>
    <a:custClr name="Orange 150">
      <a:srgbClr val="B22000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DBFA6A1-4DFF-0547-A259-06F47DFE0BE9}">
  <we:reference id="wa200010001" version="1.0.0.0" store="en-US" storeType="OMEX"/>
  <we:alternateReferences>
    <we:reference id="WA200010001" version="1.0.0.0" store="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389E5ACB7EEC446B5C0A053F7ABC581" ma:contentTypeVersion="12" ma:contentTypeDescription="Create a new document." ma:contentTypeScope="" ma:versionID="49a6381a5d329bcfaed59379faf28558">
  <xsd:schema xmlns:xsd="http://www.w3.org/2001/XMLSchema" xmlns:xs="http://www.w3.org/2001/XMLSchema" xmlns:p="http://schemas.microsoft.com/office/2006/metadata/properties" xmlns:ns2="17f56e19-48dc-4865-971f-f3b491f58a87" xmlns:ns3="0ae734c6-b731-48fe-9f9a-77498299e3e1" targetNamespace="http://schemas.microsoft.com/office/2006/metadata/properties" ma:root="true" ma:fieldsID="35126cdf82824cec3c7d4aa0c3dbcd07" ns2:_="" ns3:_="">
    <xsd:import namespace="17f56e19-48dc-4865-971f-f3b491f58a87"/>
    <xsd:import namespace="0ae734c6-b731-48fe-9f9a-77498299e3e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7f56e19-48dc-4865-971f-f3b491f58a8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0a46d487-6153-4679-b33a-1c23836d6ac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ae734c6-b731-48fe-9f9a-77498299e3e1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ed946c69-c5f6-49a2-9b20-89fcb4f2bd81}" ma:internalName="TaxCatchAll" ma:showField="CatchAllData" ma:web="0ae734c6-b731-48fe-9f9a-77498299e3e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7f56e19-48dc-4865-971f-f3b491f58a87">
      <Terms xmlns="http://schemas.microsoft.com/office/infopath/2007/PartnerControls"/>
    </lcf76f155ced4ddcb4097134ff3c332f>
    <TaxCatchAll xmlns="0ae734c6-b731-48fe-9f9a-77498299e3e1" xsi:nil="true"/>
  </documentManagement>
</p:properties>
</file>

<file path=customXml/itemProps1.xml><?xml version="1.0" encoding="utf-8"?>
<ds:datastoreItem xmlns:ds="http://schemas.openxmlformats.org/officeDocument/2006/customXml" ds:itemID="{70B14AEB-52D7-4791-93EF-FC8A0B2FF5A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7f56e19-48dc-4865-971f-f3b491f58a87"/>
    <ds:schemaRef ds:uri="0ae734c6-b731-48fe-9f9a-77498299e3e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48F579-53B8-4B8C-9F58-0D818877B6A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0F19364-6506-4AE9-B1C7-2E3E6444FD05}">
  <ds:schemaRefs>
    <ds:schemaRef ds:uri="http://schemas.microsoft.com/office/infopath/2007/PartnerControls"/>
    <ds:schemaRef ds:uri="http://schemas.microsoft.com/office/2006/metadata/properties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www.w3.org/XML/1998/namespace"/>
    <ds:schemaRef ds:uri="0ae734c6-b731-48fe-9f9a-77498299e3e1"/>
    <ds:schemaRef ds:uri="http://schemas.openxmlformats.org/package/2006/metadata/core-properties"/>
    <ds:schemaRef ds:uri="17f56e19-48dc-4865-971f-f3b491f58a87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CorpPresentation_Template_169_J</Template>
  <TotalTime>67</TotalTime>
  <Words>28</Words>
  <Application>Microsoft Macintosh PowerPoint</Application>
  <PresentationFormat>Widescreen</PresentationFormat>
  <Paragraphs>26</Paragraphs>
  <Slides>1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Meiryo UI</vt:lpstr>
      <vt:lpstr>Arial</vt:lpstr>
      <vt:lpstr>Wingdings</vt:lpstr>
      <vt:lpstr>1_コンテンツ_Light</vt:lpstr>
      <vt:lpstr>think-cell Slide</vt:lpstr>
      <vt:lpstr>Main Message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上原　光徳</dc:creator>
  <cp:lastModifiedBy>福元 允亮</cp:lastModifiedBy>
  <cp:revision>2</cp:revision>
  <cp:lastPrinted>2025-09-08T08:32:45Z</cp:lastPrinted>
  <dcterms:created xsi:type="dcterms:W3CDTF">2023-08-02T14:40:51Z</dcterms:created>
  <dcterms:modified xsi:type="dcterms:W3CDTF">2026-03-14T04:46:01Z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0x010100F389E5ACB7EEC446B5C0A053F7ABC581</vt:lpwstr>
  </property>
  <property fmtid="{D5CDD505-2E9C-101B-9397-08002B2CF9AE}" pid="3" name="MediaServiceImageTags">
    <vt:lpwstr/>
  </property>
</Properties>
</file>