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6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C7050-1620-E044-8EC2-C439D30450EF}" v="14" dt="2026-03-14T04:45:36.430"/>
    <p1510:client id="{D8E95375-B96A-A149-A5CB-FACFD16ECE8A}" v="195" dt="2026-03-14T04:28:53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708"/>
  </p:normalViewPr>
  <p:slideViewPr>
    <p:cSldViewPr snapToGrid="0">
      <p:cViewPr varScale="1">
        <p:scale>
          <a:sx n="61" d="100"/>
          <a:sy n="61" d="100"/>
        </p:scale>
        <p:origin x="240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CF2C7050-1620-E044-8EC2-C439D30450EF}"/>
    <pc:docChg chg="custSel modSld">
      <pc:chgData name="福元 允亮" userId="12e1d508-426e-4c6a-b43b-7681266f9ca9" providerId="ADAL" clId="{CF2C7050-1620-E044-8EC2-C439D30450EF}" dt="2026-03-14T04:45:59.562" v="181" actId="14861"/>
      <pc:docMkLst>
        <pc:docMk/>
      </pc:docMkLst>
      <pc:sldChg chg="addSp delSp modSp mod">
        <pc:chgData name="福元 允亮" userId="12e1d508-426e-4c6a-b43b-7681266f9ca9" providerId="ADAL" clId="{CF2C7050-1620-E044-8EC2-C439D30450EF}" dt="2026-03-14T04:45:59.562" v="181" actId="14861"/>
        <pc:sldMkLst>
          <pc:docMk/>
          <pc:sldMk cId="3565654319" sldId="2147480766"/>
        </pc:sldMkLst>
        <pc:spChg chg="mod topLvl">
          <ac:chgData name="福元 允亮" userId="12e1d508-426e-4c6a-b43b-7681266f9ca9" providerId="ADAL" clId="{CF2C7050-1620-E044-8EC2-C439D30450EF}" dt="2026-03-14T04:45:59.562" v="181" actId="14861"/>
          <ac:spMkLst>
            <pc:docMk/>
            <pc:sldMk cId="3565654319" sldId="2147480766"/>
            <ac:spMk id="4" creationId="{A60907AD-F744-885C-6D3F-090580FFDFBD}"/>
          </ac:spMkLst>
        </pc:spChg>
        <pc:spChg chg="mod">
          <ac:chgData name="福元 允亮" userId="12e1d508-426e-4c6a-b43b-7681266f9ca9" providerId="ADAL" clId="{CF2C7050-1620-E044-8EC2-C439D30450EF}" dt="2026-03-14T04:45:59.562" v="181" actId="14861"/>
          <ac:spMkLst>
            <pc:docMk/>
            <pc:sldMk cId="3565654319" sldId="2147480766"/>
            <ac:spMk id="5" creationId="{B782F690-EDF1-6811-B83C-E4D5538CD8D4}"/>
          </ac:spMkLst>
        </pc:spChg>
        <pc:spChg chg="mod topLvl">
          <ac:chgData name="福元 允亮" userId="12e1d508-426e-4c6a-b43b-7681266f9ca9" providerId="ADAL" clId="{CF2C7050-1620-E044-8EC2-C439D30450EF}" dt="2026-03-14T04:45:48.376" v="180" actId="692"/>
          <ac:spMkLst>
            <pc:docMk/>
            <pc:sldMk cId="3565654319" sldId="2147480766"/>
            <ac:spMk id="7" creationId="{8CE85510-0DAA-6A3E-6460-CFC22CC3F058}"/>
          </ac:spMkLst>
        </pc:spChg>
        <pc:spChg chg="mod">
          <ac:chgData name="福元 允亮" userId="12e1d508-426e-4c6a-b43b-7681266f9ca9" providerId="ADAL" clId="{CF2C7050-1620-E044-8EC2-C439D30450EF}" dt="2026-03-14T04:33:30.206" v="163" actId="404"/>
          <ac:spMkLst>
            <pc:docMk/>
            <pc:sldMk cId="3565654319" sldId="2147480766"/>
            <ac:spMk id="10" creationId="{937FA1F1-03E3-FE5A-433E-7D0CFE9E1023}"/>
          </ac:spMkLst>
        </pc:spChg>
        <pc:spChg chg="mod topLvl">
          <ac:chgData name="福元 允亮" userId="12e1d508-426e-4c6a-b43b-7681266f9ca9" providerId="ADAL" clId="{CF2C7050-1620-E044-8EC2-C439D30450EF}" dt="2026-03-14T04:45:59.562" v="181" actId="14861"/>
          <ac:spMkLst>
            <pc:docMk/>
            <pc:sldMk cId="3565654319" sldId="2147480766"/>
            <ac:spMk id="12" creationId="{F5294DD6-AF18-3731-E9F9-0B4AFB7859FB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14" creationId="{0F9C535E-1545-89B9-DB82-F8DB5909B108}"/>
          </ac:spMkLst>
        </pc:spChg>
        <pc:spChg chg="topLvl">
          <ac:chgData name="福元 允亮" userId="12e1d508-426e-4c6a-b43b-7681266f9ca9" providerId="ADAL" clId="{CF2C7050-1620-E044-8EC2-C439D30450EF}" dt="2026-03-14T04:29:46.787" v="0" actId="165"/>
          <ac:spMkLst>
            <pc:docMk/>
            <pc:sldMk cId="3565654319" sldId="2147480766"/>
            <ac:spMk id="15" creationId="{B60B7A51-9BAE-C233-E589-74E17418CA9B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16" creationId="{AD72145C-60BB-90F2-262A-E7D920EA4C91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17" creationId="{8DF55853-3CCA-125B-84E6-7522AC382BD6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18" creationId="{E941D313-1DD7-654C-AF87-025C7CE29659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19" creationId="{C109D87E-F3B4-772F-9752-ED4D5F7BB300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20" creationId="{7CE55677-9ED4-3EE1-1317-7BDBB3603D52}"/>
          </ac:spMkLst>
        </pc:spChg>
        <pc:spChg chg="add mod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21" creationId="{2ED98FAE-0613-EF83-F4D2-F9E69F656F2B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23" creationId="{D5C43B7C-5676-064D-9EBE-77C1E49105E3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24" creationId="{A561F620-FE0F-E375-3983-6C0ED6777D18}"/>
          </ac:spMkLst>
        </pc:spChg>
        <pc:spChg chg="add mod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25" creationId="{8459BD76-C32D-835B-1ED1-87FD5029C718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26" creationId="{F3DCC6DE-573F-40D2-2FA4-0713D20F8153}"/>
          </ac:spMkLst>
        </pc:spChg>
        <pc:spChg chg="mod">
          <ac:chgData name="福元 允亮" userId="12e1d508-426e-4c6a-b43b-7681266f9ca9" providerId="ADAL" clId="{CF2C7050-1620-E044-8EC2-C439D30450EF}" dt="2026-03-14T04:45:15.965" v="166" actId="692"/>
          <ac:spMkLst>
            <pc:docMk/>
            <pc:sldMk cId="3565654319" sldId="2147480766"/>
            <ac:spMk id="27" creationId="{B8BD6B22-C673-4EBC-053F-0FB0436B4094}"/>
          </ac:spMkLst>
        </pc:spChg>
        <pc:spChg chg="mod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28" creationId="{DB8B0AC6-144A-0DB1-4C0E-9E2E81A04EBF}"/>
          </ac:spMkLst>
        </pc:spChg>
        <pc:spChg chg="add mod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29" creationId="{578ABE97-CE1A-0BB8-5D19-D5AFF41EA4AF}"/>
          </ac:spMkLst>
        </pc:spChg>
        <pc:spChg chg="mod">
          <ac:chgData name="福元 允亮" userId="12e1d508-426e-4c6a-b43b-7681266f9ca9" providerId="ADAL" clId="{CF2C7050-1620-E044-8EC2-C439D30450EF}" dt="2026-03-14T04:32:40.373" v="160" actId="554"/>
          <ac:spMkLst>
            <pc:docMk/>
            <pc:sldMk cId="3565654319" sldId="2147480766"/>
            <ac:spMk id="30" creationId="{E5055AEC-FE1C-49F3-ED4E-BC37964F8D7E}"/>
          </ac:spMkLst>
        </pc:spChg>
        <pc:spChg chg="mod topLvl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31" creationId="{E7C93B8F-46B6-8919-1063-B21E683A17A2}"/>
          </ac:spMkLst>
        </pc:spChg>
        <pc:spChg chg="mod topLvl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32" creationId="{F8B1029C-BAC1-D47F-72B6-200D252651F3}"/>
          </ac:spMkLst>
        </pc:spChg>
        <pc:spChg chg="mod topLvl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33" creationId="{A2A252E3-717B-7B30-746D-518FC1A5CFF0}"/>
          </ac:spMkLst>
        </pc:spChg>
        <pc:spChg chg="mod topLvl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34" creationId="{3401550E-E48E-D21A-802E-748D8D981ECC}"/>
          </ac:spMkLst>
        </pc:spChg>
        <pc:spChg chg="mod">
          <ac:chgData name="福元 允亮" userId="12e1d508-426e-4c6a-b43b-7681266f9ca9" providerId="ADAL" clId="{CF2C7050-1620-E044-8EC2-C439D30450EF}" dt="2026-03-14T04:45:22.740" v="168"/>
          <ac:spMkLst>
            <pc:docMk/>
            <pc:sldMk cId="3565654319" sldId="2147480766"/>
            <ac:spMk id="35" creationId="{06EF616A-B154-C97D-D470-87F8D06DB029}"/>
          </ac:spMkLst>
        </pc:spChg>
        <pc:spChg chg="mod">
          <ac:chgData name="福元 允亮" userId="12e1d508-426e-4c6a-b43b-7681266f9ca9" providerId="ADAL" clId="{CF2C7050-1620-E044-8EC2-C439D30450EF}" dt="2026-03-14T04:45:31.851" v="172"/>
          <ac:spMkLst>
            <pc:docMk/>
            <pc:sldMk cId="3565654319" sldId="2147480766"/>
            <ac:spMk id="36" creationId="{6E1CD3FB-A625-ED5D-F13C-974B4059778C}"/>
          </ac:spMkLst>
        </pc:spChg>
        <pc:spChg chg="mod topLvl">
          <ac:chgData name="福元 允亮" userId="12e1d508-426e-4c6a-b43b-7681266f9ca9" providerId="ADAL" clId="{CF2C7050-1620-E044-8EC2-C439D30450EF}" dt="2026-03-14T04:45:31.851" v="172"/>
          <ac:spMkLst>
            <pc:docMk/>
            <pc:sldMk cId="3565654319" sldId="2147480766"/>
            <ac:spMk id="37" creationId="{541BD979-5084-7454-D128-C2B7AA4FACF6}"/>
          </ac:spMkLst>
        </pc:spChg>
        <pc:spChg chg="mod topLvl">
          <ac:chgData name="福元 允亮" userId="12e1d508-426e-4c6a-b43b-7681266f9ca9" providerId="ADAL" clId="{CF2C7050-1620-E044-8EC2-C439D30450EF}" dt="2026-03-14T04:45:31.851" v="172"/>
          <ac:spMkLst>
            <pc:docMk/>
            <pc:sldMk cId="3565654319" sldId="2147480766"/>
            <ac:spMk id="38" creationId="{B2C57BCE-BADB-66A3-F90D-802CD9DDCF9F}"/>
          </ac:spMkLst>
        </pc:spChg>
        <pc:spChg chg="mod">
          <ac:chgData name="福元 允亮" userId="12e1d508-426e-4c6a-b43b-7681266f9ca9" providerId="ADAL" clId="{CF2C7050-1620-E044-8EC2-C439D30450EF}" dt="2026-03-14T04:45:36.430" v="176"/>
          <ac:spMkLst>
            <pc:docMk/>
            <pc:sldMk cId="3565654319" sldId="2147480766"/>
            <ac:spMk id="39" creationId="{CC9A4580-035E-0482-3E55-6E9B3D12837B}"/>
          </ac:spMkLst>
        </pc:spChg>
        <pc:spChg chg="add mod">
          <ac:chgData name="福元 允亮" userId="12e1d508-426e-4c6a-b43b-7681266f9ca9" providerId="ADAL" clId="{CF2C7050-1620-E044-8EC2-C439D30450EF}" dt="2026-03-14T04:45:59.562" v="181" actId="14861"/>
          <ac:spMkLst>
            <pc:docMk/>
            <pc:sldMk cId="3565654319" sldId="2147480766"/>
            <ac:spMk id="41" creationId="{58AFDB54-D056-28B3-D578-E413E7884597}"/>
          </ac:spMkLst>
        </pc:spChg>
        <pc:spChg chg="add mod">
          <ac:chgData name="福元 允亮" userId="12e1d508-426e-4c6a-b43b-7681266f9ca9" providerId="ADAL" clId="{CF2C7050-1620-E044-8EC2-C439D30450EF}" dt="2026-03-14T04:45:25.500" v="170"/>
          <ac:spMkLst>
            <pc:docMk/>
            <pc:sldMk cId="3565654319" sldId="2147480766"/>
            <ac:spMk id="42" creationId="{291A74DD-277D-8B7B-255F-D09BAF49C410}"/>
          </ac:spMkLst>
        </pc:spChg>
        <pc:spChg chg="add mod">
          <ac:chgData name="福元 允亮" userId="12e1d508-426e-4c6a-b43b-7681266f9ca9" providerId="ADAL" clId="{CF2C7050-1620-E044-8EC2-C439D30450EF}" dt="2026-03-14T04:45:25.500" v="170"/>
          <ac:spMkLst>
            <pc:docMk/>
            <pc:sldMk cId="3565654319" sldId="2147480766"/>
            <ac:spMk id="43" creationId="{666F1BF4-F312-2E6B-C9E3-C2669B3B1EAF}"/>
          </ac:spMkLst>
        </pc:spChg>
        <pc:spChg chg="add mod">
          <ac:chgData name="福元 允亮" userId="12e1d508-426e-4c6a-b43b-7681266f9ca9" providerId="ADAL" clId="{CF2C7050-1620-E044-8EC2-C439D30450EF}" dt="2026-03-14T04:45:25.500" v="170"/>
          <ac:spMkLst>
            <pc:docMk/>
            <pc:sldMk cId="3565654319" sldId="2147480766"/>
            <ac:spMk id="44" creationId="{A7B3605A-1813-E0D9-05A7-1B5ABE421FA4}"/>
          </ac:spMkLst>
        </pc:spChg>
        <pc:spChg chg="add mod">
          <ac:chgData name="福元 允亮" userId="12e1d508-426e-4c6a-b43b-7681266f9ca9" providerId="ADAL" clId="{CF2C7050-1620-E044-8EC2-C439D30450EF}" dt="2026-03-14T04:45:25.500" v="170"/>
          <ac:spMkLst>
            <pc:docMk/>
            <pc:sldMk cId="3565654319" sldId="2147480766"/>
            <ac:spMk id="45" creationId="{219F52FB-B0F9-F8AC-7900-4CB53CD1570F}"/>
          </ac:spMkLst>
        </pc:spChg>
        <pc:spChg chg="add mod">
          <ac:chgData name="福元 允亮" userId="12e1d508-426e-4c6a-b43b-7681266f9ca9" providerId="ADAL" clId="{CF2C7050-1620-E044-8EC2-C439D30450EF}" dt="2026-03-14T04:45:25.500" v="170"/>
          <ac:spMkLst>
            <pc:docMk/>
            <pc:sldMk cId="3565654319" sldId="2147480766"/>
            <ac:spMk id="46" creationId="{06AC4DC8-FA18-5EF7-3039-9B3DB85485BB}"/>
          </ac:spMkLst>
        </pc:spChg>
        <pc:spChg chg="add mod">
          <ac:chgData name="福元 允亮" userId="12e1d508-426e-4c6a-b43b-7681266f9ca9" providerId="ADAL" clId="{CF2C7050-1620-E044-8EC2-C439D30450EF}" dt="2026-03-14T04:45:25.500" v="170"/>
          <ac:spMkLst>
            <pc:docMk/>
            <pc:sldMk cId="3565654319" sldId="2147480766"/>
            <ac:spMk id="47" creationId="{FDBE8007-EB35-6CB2-8535-5634781ECC8A}"/>
          </ac:spMkLst>
        </pc:spChg>
        <pc:spChg chg="add del mod">
          <ac:chgData name="福元 允亮" userId="12e1d508-426e-4c6a-b43b-7681266f9ca9" providerId="ADAL" clId="{CF2C7050-1620-E044-8EC2-C439D30450EF}" dt="2026-03-14T04:31:13.582" v="78" actId="478"/>
          <ac:spMkLst>
            <pc:docMk/>
            <pc:sldMk cId="3565654319" sldId="2147480766"/>
            <ac:spMk id="52" creationId="{5CCBF426-464E-DBF8-DF05-149183C48EF3}"/>
          </ac:spMkLst>
        </pc:spChg>
        <pc:spChg chg="add mod">
          <ac:chgData name="福元 允亮" userId="12e1d508-426e-4c6a-b43b-7681266f9ca9" providerId="ADAL" clId="{CF2C7050-1620-E044-8EC2-C439D30450EF}" dt="2026-03-14T04:45:59.562" v="181" actId="14861"/>
          <ac:spMkLst>
            <pc:docMk/>
            <pc:sldMk cId="3565654319" sldId="2147480766"/>
            <ac:spMk id="53" creationId="{2FC8981E-19B7-F446-47C9-4E10BEAA546F}"/>
          </ac:spMkLst>
        </pc:spChg>
        <pc:spChg chg="add mod">
          <ac:chgData name="福元 允亮" userId="12e1d508-426e-4c6a-b43b-7681266f9ca9" providerId="ADAL" clId="{CF2C7050-1620-E044-8EC2-C439D30450EF}" dt="2026-03-14T04:45:34.709" v="174"/>
          <ac:spMkLst>
            <pc:docMk/>
            <pc:sldMk cId="3565654319" sldId="2147480766"/>
            <ac:spMk id="54" creationId="{DB5F994D-D864-2DAA-2D12-1399DC19C9D0}"/>
          </ac:spMkLst>
        </pc:spChg>
        <pc:spChg chg="add mod">
          <ac:chgData name="福元 允亮" userId="12e1d508-426e-4c6a-b43b-7681266f9ca9" providerId="ADAL" clId="{CF2C7050-1620-E044-8EC2-C439D30450EF}" dt="2026-03-14T04:45:34.709" v="174"/>
          <ac:spMkLst>
            <pc:docMk/>
            <pc:sldMk cId="3565654319" sldId="2147480766"/>
            <ac:spMk id="55" creationId="{5ACBAA68-1687-FFA7-8BC2-12775D6B99CD}"/>
          </ac:spMkLst>
        </pc:spChg>
      </pc:sldChg>
    </pc:docChg>
  </pc:docChgLst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D8E95375-B96A-A149-A5CB-FACFD16ECE8A}"/>
    <pc:docChg chg="undo custSel addSld delSld modSld">
      <pc:chgData name="福元 允亮" userId="12e1d508-426e-4c6a-b43b-7681266f9ca9" providerId="ADAL" clId="{D8E95375-B96A-A149-A5CB-FACFD16ECE8A}" dt="2026-03-14T04:29:03.179" v="748" actId="2696"/>
      <pc:docMkLst>
        <pc:docMk/>
      </pc:docMkLst>
      <pc:sldChg chg="addSp delSp modSp del mod">
        <pc:chgData name="福元 允亮" userId="12e1d508-426e-4c6a-b43b-7681266f9ca9" providerId="ADAL" clId="{D8E95375-B96A-A149-A5CB-FACFD16ECE8A}" dt="2026-03-14T04:29:01.414" v="747" actId="2696"/>
        <pc:sldMkLst>
          <pc:docMk/>
          <pc:sldMk cId="3001053428" sldId="2147480764"/>
        </pc:sldMkLst>
        <pc:spChg chg="mod">
          <ac:chgData name="福元 允亮" userId="12e1d508-426e-4c6a-b43b-7681266f9ca9" providerId="ADAL" clId="{D8E95375-B96A-A149-A5CB-FACFD16ECE8A}" dt="2026-03-14T04:03:57.847" v="125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D8E95375-B96A-A149-A5CB-FACFD16ECE8A}" dt="2026-03-14T04:03:57.848" v="126"/>
          <ac:spMkLst>
            <pc:docMk/>
            <pc:sldMk cId="3001053428" sldId="2147480764"/>
            <ac:spMk id="3" creationId="{12D73F1F-49C9-5A45-B9E8-D6F68FC949FD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6" creationId="{215A3D02-639A-3BC0-936E-0E8E4546D9C3}"/>
          </ac:spMkLst>
        </pc:spChg>
        <pc:spChg chg="add del">
          <ac:chgData name="福元 允亮" userId="12e1d508-426e-4c6a-b43b-7681266f9ca9" providerId="ADAL" clId="{D8E95375-B96A-A149-A5CB-FACFD16ECE8A}" dt="2026-03-14T04:00:47.267" v="2" actId="478"/>
          <ac:spMkLst>
            <pc:docMk/>
            <pc:sldMk cId="3001053428" sldId="2147480764"/>
            <ac:spMk id="11" creationId="{E48A1FAB-2BC0-2DBA-600C-C8966DA35A98}"/>
          </ac:spMkLst>
        </pc:spChg>
        <pc:spChg chg="add mod">
          <ac:chgData name="福元 允亮" userId="12e1d508-426e-4c6a-b43b-7681266f9ca9" providerId="ADAL" clId="{D8E95375-B96A-A149-A5CB-FACFD16ECE8A}" dt="2026-03-14T04:06:38.518" v="241" actId="3064"/>
          <ac:spMkLst>
            <pc:docMk/>
            <pc:sldMk cId="3001053428" sldId="2147480764"/>
            <ac:spMk id="12" creationId="{52842078-2FA1-B331-3FB2-10EC451B152C}"/>
          </ac:spMkLst>
        </pc:spChg>
        <pc:spChg chg="add mod">
          <ac:chgData name="福元 允亮" userId="12e1d508-426e-4c6a-b43b-7681266f9ca9" providerId="ADAL" clId="{D8E95375-B96A-A149-A5CB-FACFD16ECE8A}" dt="2026-03-14T04:03:08.238" v="73" actId="14100"/>
          <ac:spMkLst>
            <pc:docMk/>
            <pc:sldMk cId="3001053428" sldId="2147480764"/>
            <ac:spMk id="15" creationId="{C3EB0651-E69B-AED7-FB39-AE67CD15DDA7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16" creationId="{FFB60D2D-C7BC-45CF-5BFD-DCB9780DAE75}"/>
          </ac:spMkLst>
        </pc:spChg>
        <pc:spChg chg="add del mod modVis">
          <ac:chgData name="福元 允亮" userId="12e1d508-426e-4c6a-b43b-7681266f9ca9" providerId="ADAL" clId="{D8E95375-B96A-A149-A5CB-FACFD16ECE8A}" dt="2026-03-14T04:02:35.620" v="61"/>
          <ac:spMkLst>
            <pc:docMk/>
            <pc:sldMk cId="3001053428" sldId="2147480764"/>
            <ac:spMk id="17" creationId="{794C1A50-642C-5C6E-4450-DC5980316269}"/>
          </ac:spMkLst>
        </pc:spChg>
        <pc:spChg chg="mod">
          <ac:chgData name="福元 允亮" userId="12e1d508-426e-4c6a-b43b-7681266f9ca9" providerId="ADAL" clId="{D8E95375-B96A-A149-A5CB-FACFD16ECE8A}" dt="2026-03-14T04:03:17.776" v="75" actId="571"/>
          <ac:spMkLst>
            <pc:docMk/>
            <pc:sldMk cId="3001053428" sldId="2147480764"/>
            <ac:spMk id="20" creationId="{C834D3C2-A32E-D32E-0B82-0AC7EA7E40EE}"/>
          </ac:spMkLst>
        </pc:spChg>
        <pc:spChg chg="mod">
          <ac:chgData name="福元 允亮" userId="12e1d508-426e-4c6a-b43b-7681266f9ca9" providerId="ADAL" clId="{D8E95375-B96A-A149-A5CB-FACFD16ECE8A}" dt="2026-03-14T04:04:12.458" v="136" actId="14100"/>
          <ac:spMkLst>
            <pc:docMk/>
            <pc:sldMk cId="3001053428" sldId="2147480764"/>
            <ac:spMk id="21" creationId="{2E4D0DBA-D974-AD97-3E65-B26948EEC8D7}"/>
          </ac:spMkLst>
        </pc:spChg>
        <pc:spChg chg="mod">
          <ac:chgData name="福元 允亮" userId="12e1d508-426e-4c6a-b43b-7681266f9ca9" providerId="ADAL" clId="{D8E95375-B96A-A149-A5CB-FACFD16ECE8A}" dt="2026-03-14T04:03:46.546" v="106" actId="571"/>
          <ac:spMkLst>
            <pc:docMk/>
            <pc:sldMk cId="3001053428" sldId="2147480764"/>
            <ac:spMk id="25" creationId="{AD9F4ACE-A352-B5F4-9F07-7D1569666832}"/>
          </ac:spMkLst>
        </pc:spChg>
        <pc:spChg chg="mod">
          <ac:chgData name="福元 允亮" userId="12e1d508-426e-4c6a-b43b-7681266f9ca9" providerId="ADAL" clId="{D8E95375-B96A-A149-A5CB-FACFD16ECE8A}" dt="2026-03-14T04:04:16.718" v="137" actId="14100"/>
          <ac:spMkLst>
            <pc:docMk/>
            <pc:sldMk cId="3001053428" sldId="2147480764"/>
            <ac:spMk id="29" creationId="{7C16FDE2-E6C8-3861-D516-6AAB0C076274}"/>
          </ac:spMkLst>
        </pc:spChg>
        <pc:spChg chg="mod">
          <ac:chgData name="福元 允亮" userId="12e1d508-426e-4c6a-b43b-7681266f9ca9" providerId="ADAL" clId="{D8E95375-B96A-A149-A5CB-FACFD16ECE8A}" dt="2026-03-14T04:03:57.848" v="127"/>
          <ac:spMkLst>
            <pc:docMk/>
            <pc:sldMk cId="3001053428" sldId="2147480764"/>
            <ac:spMk id="30" creationId="{6DE39449-59E9-A8C5-988C-A57C3F0FC32F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31" creationId="{03B8B096-0827-E193-61F0-96EEEBFB529E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33" creationId="{FAEB0B14-3D87-8B73-B5D3-B4F9FA8EF611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39" creationId="{55432F23-A7D5-81C7-A861-47330BAC1F28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2" creationId="{8E1C9EE3-6837-2565-6F16-B549147F5B32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3" creationId="{DBDE8A77-8DAC-6A0F-058C-1C7B4AB07297}"/>
          </ac:spMkLst>
        </pc:spChg>
        <pc:spChg chg="add mod">
          <ac:chgData name="福元 允亮" userId="12e1d508-426e-4c6a-b43b-7681266f9ca9" providerId="ADAL" clId="{D8E95375-B96A-A149-A5CB-FACFD16ECE8A}" dt="2026-03-14T04:06:21.920" v="226" actId="1076"/>
          <ac:spMkLst>
            <pc:docMk/>
            <pc:sldMk cId="3001053428" sldId="2147480764"/>
            <ac:spMk id="56" creationId="{B5E0ED27-56FF-7ABE-6798-DB09A4263E6F}"/>
          </ac:spMkLst>
        </pc:spChg>
        <pc:grpChg chg="add mod">
          <ac:chgData name="福元 允亮" userId="12e1d508-426e-4c6a-b43b-7681266f9ca9" providerId="ADAL" clId="{D8E95375-B96A-A149-A5CB-FACFD16ECE8A}" dt="2026-03-14T04:03:57.848" v="130"/>
          <ac:grpSpMkLst>
            <pc:docMk/>
            <pc:sldMk cId="3001053428" sldId="2147480764"/>
            <ac:grpSpMk id="18" creationId="{ADEA4B18-44D6-400A-AECC-133900F732F1}"/>
          </ac:grpSpMkLst>
        </pc:grpChg>
        <pc:grpChg chg="add mod">
          <ac:chgData name="福元 允亮" userId="12e1d508-426e-4c6a-b43b-7681266f9ca9" providerId="ADAL" clId="{D8E95375-B96A-A149-A5CB-FACFD16ECE8A}" dt="2026-03-14T04:03:57.848" v="129"/>
          <ac:grpSpMkLst>
            <pc:docMk/>
            <pc:sldMk cId="3001053428" sldId="2147480764"/>
            <ac:grpSpMk id="19" creationId="{E1A6199D-B568-D07A-0CDE-BF7AF8FDA6F4}"/>
          </ac:grpSpMkLst>
        </pc:grpChg>
        <pc:grpChg chg="add mod">
          <ac:chgData name="福元 允亮" userId="12e1d508-426e-4c6a-b43b-7681266f9ca9" providerId="ADAL" clId="{D8E95375-B96A-A149-A5CB-FACFD16ECE8A}" dt="2026-03-14T04:03:57.848" v="128"/>
          <ac:grpSpMkLst>
            <pc:docMk/>
            <pc:sldMk cId="3001053428" sldId="2147480764"/>
            <ac:grpSpMk id="22" creationId="{277C7918-1A71-8406-BDE4-73CAA2C6EE16}"/>
          </ac:grpSpMkLst>
        </pc:grpChg>
        <pc:grpChg chg="add mod">
          <ac:chgData name="福元 允亮" userId="12e1d508-426e-4c6a-b43b-7681266f9ca9" providerId="ADAL" clId="{D8E95375-B96A-A149-A5CB-FACFD16ECE8A}" dt="2026-03-14T04:05:34.244" v="167" actId="12788"/>
          <ac:grpSpMkLst>
            <pc:docMk/>
            <pc:sldMk cId="3001053428" sldId="2147480764"/>
            <ac:grpSpMk id="34" creationId="{98AB7A15-C08B-20EF-AFBC-DD480645BA55}"/>
          </ac:grpSpMkLst>
        </pc:grpChg>
        <pc:grpChg chg="add mod">
          <ac:chgData name="福元 允亮" userId="12e1d508-426e-4c6a-b43b-7681266f9ca9" providerId="ADAL" clId="{D8E95375-B96A-A149-A5CB-FACFD16ECE8A}" dt="2026-03-14T04:05:34.244" v="167" actId="12788"/>
          <ac:grpSpMkLst>
            <pc:docMk/>
            <pc:sldMk cId="3001053428" sldId="2147480764"/>
            <ac:grpSpMk id="51" creationId="{AA03DBAD-3210-8B19-BFB1-ECBB636A8835}"/>
          </ac:grpSpMkLst>
        </pc:grpChg>
        <pc:grpChg chg="add mod">
          <ac:chgData name="福元 允亮" userId="12e1d508-426e-4c6a-b43b-7681266f9ca9" providerId="ADAL" clId="{D8E95375-B96A-A149-A5CB-FACFD16ECE8A}" dt="2026-03-14T04:05:48.219" v="202" actId="1038"/>
          <ac:grpSpMkLst>
            <pc:docMk/>
            <pc:sldMk cId="3001053428" sldId="2147480764"/>
            <ac:grpSpMk id="52" creationId="{BA0AC794-FAC8-F3AE-E564-30B88CEF3262}"/>
          </ac:grpSpMkLst>
        </pc:grpChg>
        <pc:graphicFrameChg chg="mod">
          <ac:chgData name="福元 允亮" userId="12e1d508-426e-4c6a-b43b-7681266f9ca9" providerId="ADAL" clId="{D8E95375-B96A-A149-A5CB-FACFD16ECE8A}" dt="2026-03-14T04:03:57.849" v="13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  <pc:cxnChg chg="add mod">
          <ac:chgData name="福元 允亮" userId="12e1d508-426e-4c6a-b43b-7681266f9ca9" providerId="ADAL" clId="{D8E95375-B96A-A149-A5CB-FACFD16ECE8A}" dt="2026-03-14T04:05:18.485" v="157" actId="465"/>
          <ac:cxnSpMkLst>
            <pc:docMk/>
            <pc:sldMk cId="3001053428" sldId="2147480764"/>
            <ac:cxnSpMk id="48" creationId="{A6478D59-F5E8-7030-DC2F-7C8B05A8179C}"/>
          </ac:cxnSpMkLst>
        </pc:cxnChg>
        <pc:cxnChg chg="add mod">
          <ac:chgData name="福元 允亮" userId="12e1d508-426e-4c6a-b43b-7681266f9ca9" providerId="ADAL" clId="{D8E95375-B96A-A149-A5CB-FACFD16ECE8A}" dt="2026-03-14T04:05:18.485" v="157" actId="465"/>
          <ac:cxnSpMkLst>
            <pc:docMk/>
            <pc:sldMk cId="3001053428" sldId="2147480764"/>
            <ac:cxnSpMk id="49" creationId="{DD9B593D-3448-AFC9-B2DA-0FD2A7E37FE0}"/>
          </ac:cxnSpMkLst>
        </pc:cxnChg>
        <pc:cxnChg chg="add mod">
          <ac:chgData name="福元 允亮" userId="12e1d508-426e-4c6a-b43b-7681266f9ca9" providerId="ADAL" clId="{D8E95375-B96A-A149-A5CB-FACFD16ECE8A}" dt="2026-03-14T04:05:18.485" v="157" actId="465"/>
          <ac:cxnSpMkLst>
            <pc:docMk/>
            <pc:sldMk cId="3001053428" sldId="2147480764"/>
            <ac:cxnSpMk id="50" creationId="{6B2A1BF6-F85E-55DB-4CFD-45B060C2263C}"/>
          </ac:cxnSpMkLst>
        </pc:cxnChg>
        <pc:cxnChg chg="mod">
          <ac:chgData name="福元 允亮" userId="12e1d508-426e-4c6a-b43b-7681266f9ca9" providerId="ADAL" clId="{D8E95375-B96A-A149-A5CB-FACFD16ECE8A}" dt="2026-03-14T04:05:43.020" v="168" actId="571"/>
          <ac:cxnSpMkLst>
            <pc:docMk/>
            <pc:sldMk cId="3001053428" sldId="2147480764"/>
            <ac:cxnSpMk id="53" creationId="{8155AE25-7ADC-3C99-02B4-8134130A1878}"/>
          </ac:cxnSpMkLst>
        </pc:cxnChg>
        <pc:cxnChg chg="mod">
          <ac:chgData name="福元 允亮" userId="12e1d508-426e-4c6a-b43b-7681266f9ca9" providerId="ADAL" clId="{D8E95375-B96A-A149-A5CB-FACFD16ECE8A}" dt="2026-03-14T04:05:43.020" v="168" actId="571"/>
          <ac:cxnSpMkLst>
            <pc:docMk/>
            <pc:sldMk cId="3001053428" sldId="2147480764"/>
            <ac:cxnSpMk id="54" creationId="{67EAEFBB-48A4-D42F-3A2B-E49A0FF6032C}"/>
          </ac:cxnSpMkLst>
        </pc:cxnChg>
        <pc:cxnChg chg="mod">
          <ac:chgData name="福元 允亮" userId="12e1d508-426e-4c6a-b43b-7681266f9ca9" providerId="ADAL" clId="{D8E95375-B96A-A149-A5CB-FACFD16ECE8A}" dt="2026-03-14T04:05:43.020" v="168" actId="571"/>
          <ac:cxnSpMkLst>
            <pc:docMk/>
            <pc:sldMk cId="3001053428" sldId="2147480764"/>
            <ac:cxnSpMk id="55" creationId="{21C697D3-ADCC-A9A1-51C8-E4BA7ADAF9C5}"/>
          </ac:cxnSpMkLst>
        </pc:cxnChg>
      </pc:sldChg>
      <pc:sldChg chg="addSp delSp modSp add del mod">
        <pc:chgData name="福元 允亮" userId="12e1d508-426e-4c6a-b43b-7681266f9ca9" providerId="ADAL" clId="{D8E95375-B96A-A149-A5CB-FACFD16ECE8A}" dt="2026-03-14T04:29:01.410" v="746" actId="2696"/>
        <pc:sldMkLst>
          <pc:docMk/>
          <pc:sldMk cId="1242556949" sldId="2147480765"/>
        </pc:sldMkLst>
        <pc:spChg chg="mod">
          <ac:chgData name="福元 允亮" userId="12e1d508-426e-4c6a-b43b-7681266f9ca9" providerId="ADAL" clId="{D8E95375-B96A-A149-A5CB-FACFD16ECE8A}" dt="2026-03-14T04:10:40.471" v="360"/>
          <ac:spMkLst>
            <pc:docMk/>
            <pc:sldMk cId="1242556949" sldId="2147480765"/>
            <ac:spMk id="2" creationId="{4D7525AB-A8F4-C7EA-5D15-06D9F57D3603}"/>
          </ac:spMkLst>
        </pc:spChg>
        <pc:spChg chg="mod">
          <ac:chgData name="福元 允亮" userId="12e1d508-426e-4c6a-b43b-7681266f9ca9" providerId="ADAL" clId="{D8E95375-B96A-A149-A5CB-FACFD16ECE8A}" dt="2026-03-14T04:10:40.471" v="361"/>
          <ac:spMkLst>
            <pc:docMk/>
            <pc:sldMk cId="1242556949" sldId="2147480765"/>
            <ac:spMk id="3" creationId="{35F0CA62-4707-5CC2-42D6-98937C8A7C4C}"/>
          </ac:spMkLst>
        </pc:spChg>
        <pc:spChg chg="add del mod">
          <ac:chgData name="福元 允亮" userId="12e1d508-426e-4c6a-b43b-7681266f9ca9" providerId="ADAL" clId="{D8E95375-B96A-A149-A5CB-FACFD16ECE8A}" dt="2026-03-14T04:09:39.566" v="307" actId="478"/>
          <ac:spMkLst>
            <pc:docMk/>
            <pc:sldMk cId="1242556949" sldId="2147480765"/>
            <ac:spMk id="6" creationId="{77C16295-5AFB-EF76-1A7A-E4DFFA771ED2}"/>
          </ac:spMkLst>
        </pc:spChg>
        <pc:spChg chg="add mod">
          <ac:chgData name="福元 允亮" userId="12e1d508-426e-4c6a-b43b-7681266f9ca9" providerId="ADAL" clId="{D8E95375-B96A-A149-A5CB-FACFD16ECE8A}" dt="2026-03-14T04:11:04.447" v="376" actId="207"/>
          <ac:spMkLst>
            <pc:docMk/>
            <pc:sldMk cId="1242556949" sldId="2147480765"/>
            <ac:spMk id="7" creationId="{B584F64B-9725-6A91-617B-12862437C898}"/>
          </ac:spMkLst>
        </pc:spChg>
        <pc:spChg chg="add del mod modVis">
          <ac:chgData name="福元 允亮" userId="12e1d508-426e-4c6a-b43b-7681266f9ca9" providerId="ADAL" clId="{D8E95375-B96A-A149-A5CB-FACFD16ECE8A}" dt="2026-03-14T04:10:40.150" v="345"/>
          <ac:spMkLst>
            <pc:docMk/>
            <pc:sldMk cId="1242556949" sldId="2147480765"/>
            <ac:spMk id="9" creationId="{508AA386-C8B7-2DEB-DD62-62A58047CE5A}"/>
          </ac:spMkLst>
        </pc:spChg>
        <pc:spChg chg="add mod">
          <ac:chgData name="福元 允亮" userId="12e1d508-426e-4c6a-b43b-7681266f9ca9" providerId="ADAL" clId="{D8E95375-B96A-A149-A5CB-FACFD16ECE8A}" dt="2026-03-14T04:17:07.439" v="499" actId="948"/>
          <ac:spMkLst>
            <pc:docMk/>
            <pc:sldMk cId="1242556949" sldId="2147480765"/>
            <ac:spMk id="10" creationId="{16C54B7A-22DD-EE4E-B55B-97678957292A}"/>
          </ac:spMkLst>
        </pc:spChg>
        <pc:spChg chg="mod topLvl">
          <ac:chgData name="福元 允亮" userId="12e1d508-426e-4c6a-b43b-7681266f9ca9" providerId="ADAL" clId="{D8E95375-B96A-A149-A5CB-FACFD16ECE8A}" dt="2026-03-14T04:11:43.532" v="385" actId="408"/>
          <ac:spMkLst>
            <pc:docMk/>
            <pc:sldMk cId="1242556949" sldId="2147480765"/>
            <ac:spMk id="12" creationId="{E193FB41-7FD8-628A-0784-807EB15BA33E}"/>
          </ac:spMkLst>
        </pc:spChg>
        <pc:spChg chg="del topLvl">
          <ac:chgData name="福元 允亮" userId="12e1d508-426e-4c6a-b43b-7681266f9ca9" providerId="ADAL" clId="{D8E95375-B96A-A149-A5CB-FACFD16ECE8A}" dt="2026-03-14T04:08:16.446" v="245" actId="478"/>
          <ac:spMkLst>
            <pc:docMk/>
            <pc:sldMk cId="1242556949" sldId="2147480765"/>
            <ac:spMk id="15" creationId="{569B460A-D093-B24A-5B72-7104A8CD9555}"/>
          </ac:spMkLst>
        </pc:spChg>
        <pc:spChg chg="del topLvl">
          <ac:chgData name="福元 允亮" userId="12e1d508-426e-4c6a-b43b-7681266f9ca9" providerId="ADAL" clId="{D8E95375-B96A-A149-A5CB-FACFD16ECE8A}" dt="2026-03-14T04:08:16.446" v="245" actId="478"/>
          <ac:spMkLst>
            <pc:docMk/>
            <pc:sldMk cId="1242556949" sldId="2147480765"/>
            <ac:spMk id="20" creationId="{5CF05020-B0CE-A0AB-8D0B-80BBE6329811}"/>
          </ac:spMkLst>
        </pc:spChg>
        <pc:spChg chg="mod topLvl">
          <ac:chgData name="福元 允亮" userId="12e1d508-426e-4c6a-b43b-7681266f9ca9" providerId="ADAL" clId="{D8E95375-B96A-A149-A5CB-FACFD16ECE8A}" dt="2026-03-14T04:11:43.532" v="385" actId="408"/>
          <ac:spMkLst>
            <pc:docMk/>
            <pc:sldMk cId="1242556949" sldId="2147480765"/>
            <ac:spMk id="21" creationId="{DC48169E-7C6C-675A-9975-2FD1592E159D}"/>
          </ac:spMkLst>
        </pc:spChg>
        <pc:spChg chg="del topLvl">
          <ac:chgData name="福元 允亮" userId="12e1d508-426e-4c6a-b43b-7681266f9ca9" providerId="ADAL" clId="{D8E95375-B96A-A149-A5CB-FACFD16ECE8A}" dt="2026-03-14T04:08:16.446" v="245" actId="478"/>
          <ac:spMkLst>
            <pc:docMk/>
            <pc:sldMk cId="1242556949" sldId="2147480765"/>
            <ac:spMk id="25" creationId="{F3FABA21-8F82-EDEA-C826-6C318C8FCB9A}"/>
          </ac:spMkLst>
        </pc:spChg>
        <pc:spChg chg="mod topLvl">
          <ac:chgData name="福元 允亮" userId="12e1d508-426e-4c6a-b43b-7681266f9ca9" providerId="ADAL" clId="{D8E95375-B96A-A149-A5CB-FACFD16ECE8A}" dt="2026-03-14T04:11:43.532" v="385" actId="408"/>
          <ac:spMkLst>
            <pc:docMk/>
            <pc:sldMk cId="1242556949" sldId="2147480765"/>
            <ac:spMk id="29" creationId="{DE876D33-0B93-0386-90EE-FBEE9541E89D}"/>
          </ac:spMkLst>
        </pc:spChg>
        <pc:spChg chg="mod">
          <ac:chgData name="福元 允亮" userId="12e1d508-426e-4c6a-b43b-7681266f9ca9" providerId="ADAL" clId="{D8E95375-B96A-A149-A5CB-FACFD16ECE8A}" dt="2026-03-14T04:10:40.471" v="362"/>
          <ac:spMkLst>
            <pc:docMk/>
            <pc:sldMk cId="1242556949" sldId="2147480765"/>
            <ac:spMk id="30" creationId="{13C79B2A-2697-4BCB-7C6D-B38C4A2BCB55}"/>
          </ac:spMkLst>
        </pc:spChg>
        <pc:spChg chg="del">
          <ac:chgData name="福元 允亮" userId="12e1d508-426e-4c6a-b43b-7681266f9ca9" providerId="ADAL" clId="{D8E95375-B96A-A149-A5CB-FACFD16ECE8A}" dt="2026-03-14T04:09:10.998" v="302" actId="478"/>
          <ac:spMkLst>
            <pc:docMk/>
            <pc:sldMk cId="1242556949" sldId="2147480765"/>
            <ac:spMk id="56" creationId="{3C19A27E-3E2B-FB5F-54C8-BFEAD738A5A8}"/>
          </ac:spMkLst>
        </pc:spChg>
        <pc:grpChg chg="del topLvl">
          <ac:chgData name="福元 允亮" userId="12e1d508-426e-4c6a-b43b-7681266f9ca9" providerId="ADAL" clId="{D8E95375-B96A-A149-A5CB-FACFD16ECE8A}" dt="2026-03-14T04:08:12.952" v="244" actId="165"/>
          <ac:grpSpMkLst>
            <pc:docMk/>
            <pc:sldMk cId="1242556949" sldId="2147480765"/>
            <ac:grpSpMk id="18" creationId="{8587C0B3-8193-F7C6-562F-8A4BD1C16187}"/>
          </ac:grpSpMkLst>
        </pc:grpChg>
        <pc:grpChg chg="del topLvl">
          <ac:chgData name="福元 允亮" userId="12e1d508-426e-4c6a-b43b-7681266f9ca9" providerId="ADAL" clId="{D8E95375-B96A-A149-A5CB-FACFD16ECE8A}" dt="2026-03-14T04:08:12.952" v="244" actId="165"/>
          <ac:grpSpMkLst>
            <pc:docMk/>
            <pc:sldMk cId="1242556949" sldId="2147480765"/>
            <ac:grpSpMk id="19" creationId="{998C86C3-7A96-813F-1EE5-05FF9CDC8952}"/>
          </ac:grpSpMkLst>
        </pc:grpChg>
        <pc:grpChg chg="del topLvl">
          <ac:chgData name="福元 允亮" userId="12e1d508-426e-4c6a-b43b-7681266f9ca9" providerId="ADAL" clId="{D8E95375-B96A-A149-A5CB-FACFD16ECE8A}" dt="2026-03-14T04:08:12.952" v="244" actId="165"/>
          <ac:grpSpMkLst>
            <pc:docMk/>
            <pc:sldMk cId="1242556949" sldId="2147480765"/>
            <ac:grpSpMk id="22" creationId="{C1A63B52-FD48-F459-E670-F35F0C0FEB60}"/>
          </ac:grpSpMkLst>
        </pc:grpChg>
        <pc:grpChg chg="del">
          <ac:chgData name="福元 允亮" userId="12e1d508-426e-4c6a-b43b-7681266f9ca9" providerId="ADAL" clId="{D8E95375-B96A-A149-A5CB-FACFD16ECE8A}" dt="2026-03-14T04:08:11.787" v="243" actId="165"/>
          <ac:grpSpMkLst>
            <pc:docMk/>
            <pc:sldMk cId="1242556949" sldId="2147480765"/>
            <ac:grpSpMk id="34" creationId="{6A4C85B8-4847-D0E1-6544-5B60A9301055}"/>
          </ac:grpSpMkLst>
        </pc:grpChg>
        <pc:grpChg chg="mod">
          <ac:chgData name="福元 允亮" userId="12e1d508-426e-4c6a-b43b-7681266f9ca9" providerId="ADAL" clId="{D8E95375-B96A-A149-A5CB-FACFD16ECE8A}" dt="2026-03-14T04:10:40.472" v="366"/>
          <ac:grpSpMkLst>
            <pc:docMk/>
            <pc:sldMk cId="1242556949" sldId="2147480765"/>
            <ac:grpSpMk id="51" creationId="{CA9628C1-DA7B-C9DA-955C-8EFE0882C781}"/>
          </ac:grpSpMkLst>
        </pc:grpChg>
        <pc:grpChg chg="del mod">
          <ac:chgData name="福元 允亮" userId="12e1d508-426e-4c6a-b43b-7681266f9ca9" providerId="ADAL" clId="{D8E95375-B96A-A149-A5CB-FACFD16ECE8A}" dt="2026-03-14T04:11:18.287" v="377" actId="478"/>
          <ac:grpSpMkLst>
            <pc:docMk/>
            <pc:sldMk cId="1242556949" sldId="2147480765"/>
            <ac:grpSpMk id="52" creationId="{CB70CF26-1FC1-E247-F19C-68667CD95423}"/>
          </ac:grpSpMkLst>
        </pc:grpChg>
        <pc:graphicFrameChg chg="mod">
          <ac:chgData name="福元 允亮" userId="12e1d508-426e-4c6a-b43b-7681266f9ca9" providerId="ADAL" clId="{D8E95375-B96A-A149-A5CB-FACFD16ECE8A}" dt="2026-03-14T04:10:40.472" v="369"/>
          <ac:graphicFrameMkLst>
            <pc:docMk/>
            <pc:sldMk cId="1242556949" sldId="2147480765"/>
            <ac:graphicFrameMk id="8" creationId="{B976C927-33C9-CA26-ECD9-CD38BD1F93DB}"/>
          </ac:graphicFrameMkLst>
        </pc:graphicFrameChg>
        <pc:cxnChg chg="add del mod">
          <ac:chgData name="福元 允亮" userId="12e1d508-426e-4c6a-b43b-7681266f9ca9" providerId="ADAL" clId="{D8E95375-B96A-A149-A5CB-FACFD16ECE8A}" dt="2026-03-14T04:09:24.072" v="304" actId="478"/>
          <ac:cxnSpMkLst>
            <pc:docMk/>
            <pc:sldMk cId="1242556949" sldId="2147480765"/>
            <ac:cxnSpMk id="5" creationId="{C85AA7EF-5626-D4D2-F978-67EC01A3EB68}"/>
          </ac:cxnSpMkLst>
        </pc:cxnChg>
      </pc:sldChg>
      <pc:sldChg chg="addSp delSp modSp add mod">
        <pc:chgData name="福元 允亮" userId="12e1d508-426e-4c6a-b43b-7681266f9ca9" providerId="ADAL" clId="{D8E95375-B96A-A149-A5CB-FACFD16ECE8A}" dt="2026-03-14T04:27:52.523" v="744" actId="14100"/>
        <pc:sldMkLst>
          <pc:docMk/>
          <pc:sldMk cId="3565654319" sldId="2147480766"/>
        </pc:sldMkLst>
        <pc:spChg chg="mod">
          <ac:chgData name="福元 允亮" userId="12e1d508-426e-4c6a-b43b-7681266f9ca9" providerId="ADAL" clId="{D8E95375-B96A-A149-A5CB-FACFD16ECE8A}" dt="2026-03-14T04:26:17.980" v="682"/>
          <ac:spMkLst>
            <pc:docMk/>
            <pc:sldMk cId="3565654319" sldId="2147480766"/>
            <ac:spMk id="2" creationId="{CBD8C0B6-8044-FFE2-506B-C0EDA0D84112}"/>
          </ac:spMkLst>
        </pc:spChg>
        <pc:spChg chg="mod">
          <ac:chgData name="福元 允亮" userId="12e1d508-426e-4c6a-b43b-7681266f9ca9" providerId="ADAL" clId="{D8E95375-B96A-A149-A5CB-FACFD16ECE8A}" dt="2026-03-14T04:26:17.981" v="683"/>
          <ac:spMkLst>
            <pc:docMk/>
            <pc:sldMk cId="3565654319" sldId="2147480766"/>
            <ac:spMk id="3" creationId="{61F9F911-1F45-B99D-CBD4-A6B4B4EF43A9}"/>
          </ac:spMkLst>
        </pc:spChg>
        <pc:spChg chg="add mod">
          <ac:chgData name="福元 允亮" userId="12e1d508-426e-4c6a-b43b-7681266f9ca9" providerId="ADAL" clId="{D8E95375-B96A-A149-A5CB-FACFD16ECE8A}" dt="2026-03-14T04:26:17.981" v="687"/>
          <ac:spMkLst>
            <pc:docMk/>
            <pc:sldMk cId="3565654319" sldId="2147480766"/>
            <ac:spMk id="4" creationId="{A60907AD-F744-885C-6D3F-090580FFDFBD}"/>
          </ac:spMkLst>
        </pc:spChg>
        <pc:spChg chg="add mod">
          <ac:chgData name="福元 允亮" userId="12e1d508-426e-4c6a-b43b-7681266f9ca9" providerId="ADAL" clId="{D8E95375-B96A-A149-A5CB-FACFD16ECE8A}" dt="2026-03-14T04:26:17.981" v="688"/>
          <ac:spMkLst>
            <pc:docMk/>
            <pc:sldMk cId="3565654319" sldId="2147480766"/>
            <ac:spMk id="5" creationId="{B782F690-EDF1-6811-B83C-E4D5538CD8D4}"/>
          </ac:spMkLst>
        </pc:spChg>
        <pc:spChg chg="mod">
          <ac:chgData name="福元 允亮" userId="12e1d508-426e-4c6a-b43b-7681266f9ca9" providerId="ADAL" clId="{D8E95375-B96A-A149-A5CB-FACFD16ECE8A}" dt="2026-03-14T04:26:17.980" v="681"/>
          <ac:spMkLst>
            <pc:docMk/>
            <pc:sldMk cId="3565654319" sldId="2147480766"/>
            <ac:spMk id="7" creationId="{8CE85510-0DAA-6A3E-6460-CFC22CC3F058}"/>
          </ac:spMkLst>
        </pc:spChg>
        <pc:spChg chg="mod">
          <ac:chgData name="福元 允亮" userId="12e1d508-426e-4c6a-b43b-7681266f9ca9" providerId="ADAL" clId="{D8E95375-B96A-A149-A5CB-FACFD16ECE8A}" dt="2026-03-14T04:27:52.523" v="744" actId="14100"/>
          <ac:spMkLst>
            <pc:docMk/>
            <pc:sldMk cId="3565654319" sldId="2147480766"/>
            <ac:spMk id="10" creationId="{937FA1F1-03E3-FE5A-433E-7D0CFE9E1023}"/>
          </ac:spMkLst>
        </pc:spChg>
        <pc:spChg chg="mod">
          <ac:chgData name="福元 允亮" userId="12e1d508-426e-4c6a-b43b-7681266f9ca9" providerId="ADAL" clId="{D8E95375-B96A-A149-A5CB-FACFD16ECE8A}" dt="2026-03-14T04:26:17.981" v="685"/>
          <ac:spMkLst>
            <pc:docMk/>
            <pc:sldMk cId="3565654319" sldId="2147480766"/>
            <ac:spMk id="12" creationId="{F5294DD6-AF18-3731-E9F9-0B4AFB7859FB}"/>
          </ac:spMkLst>
        </pc:spChg>
        <pc:spChg chg="add mod">
          <ac:chgData name="福元 允亮" userId="12e1d508-426e-4c6a-b43b-7681266f9ca9" providerId="ADAL" clId="{D8E95375-B96A-A149-A5CB-FACFD16ECE8A}" dt="2026-03-14T04:26:17.982" v="690"/>
          <ac:spMkLst>
            <pc:docMk/>
            <pc:sldMk cId="3565654319" sldId="2147480766"/>
            <ac:spMk id="14" creationId="{0F9C535E-1545-89B9-DB82-F8DB5909B108}"/>
          </ac:spMkLst>
        </pc:spChg>
        <pc:spChg chg="add mod">
          <ac:chgData name="福元 允亮" userId="12e1d508-426e-4c6a-b43b-7681266f9ca9" providerId="ADAL" clId="{D8E95375-B96A-A149-A5CB-FACFD16ECE8A}" dt="2026-03-14T04:26:17.982" v="691"/>
          <ac:spMkLst>
            <pc:docMk/>
            <pc:sldMk cId="3565654319" sldId="2147480766"/>
            <ac:spMk id="15" creationId="{B60B7A51-9BAE-C233-E589-74E17418CA9B}"/>
          </ac:spMkLst>
        </pc:spChg>
        <pc:spChg chg="add mod">
          <ac:chgData name="福元 允亮" userId="12e1d508-426e-4c6a-b43b-7681266f9ca9" providerId="ADAL" clId="{D8E95375-B96A-A149-A5CB-FACFD16ECE8A}" dt="2026-03-14T04:26:17.982" v="692"/>
          <ac:spMkLst>
            <pc:docMk/>
            <pc:sldMk cId="3565654319" sldId="2147480766"/>
            <ac:spMk id="16" creationId="{AD72145C-60BB-90F2-262A-E7D920EA4C91}"/>
          </ac:spMkLst>
        </pc:spChg>
        <pc:spChg chg="add mod">
          <ac:chgData name="福元 允亮" userId="12e1d508-426e-4c6a-b43b-7681266f9ca9" providerId="ADAL" clId="{D8E95375-B96A-A149-A5CB-FACFD16ECE8A}" dt="2026-03-14T04:26:17.982" v="693"/>
          <ac:spMkLst>
            <pc:docMk/>
            <pc:sldMk cId="3565654319" sldId="2147480766"/>
            <ac:spMk id="17" creationId="{8DF55853-3CCA-125B-84E6-7522AC382BD6}"/>
          </ac:spMkLst>
        </pc:spChg>
        <pc:spChg chg="add mod">
          <ac:chgData name="福元 允亮" userId="12e1d508-426e-4c6a-b43b-7681266f9ca9" providerId="ADAL" clId="{D8E95375-B96A-A149-A5CB-FACFD16ECE8A}" dt="2026-03-14T04:26:17.982" v="694"/>
          <ac:spMkLst>
            <pc:docMk/>
            <pc:sldMk cId="3565654319" sldId="2147480766"/>
            <ac:spMk id="18" creationId="{E941D313-1DD7-654C-AF87-025C7CE29659}"/>
          </ac:spMkLst>
        </pc:spChg>
        <pc:spChg chg="add mod">
          <ac:chgData name="福元 允亮" userId="12e1d508-426e-4c6a-b43b-7681266f9ca9" providerId="ADAL" clId="{D8E95375-B96A-A149-A5CB-FACFD16ECE8A}" dt="2026-03-14T04:26:17.982" v="695"/>
          <ac:spMkLst>
            <pc:docMk/>
            <pc:sldMk cId="3565654319" sldId="2147480766"/>
            <ac:spMk id="19" creationId="{C109D87E-F3B4-772F-9752-ED4D5F7BB300}"/>
          </ac:spMkLst>
        </pc:spChg>
        <pc:spChg chg="add mod">
          <ac:chgData name="福元 允亮" userId="12e1d508-426e-4c6a-b43b-7681266f9ca9" providerId="ADAL" clId="{D8E95375-B96A-A149-A5CB-FACFD16ECE8A}" dt="2026-03-14T04:26:17.982" v="696"/>
          <ac:spMkLst>
            <pc:docMk/>
            <pc:sldMk cId="3565654319" sldId="2147480766"/>
            <ac:spMk id="20" creationId="{7CE55677-9ED4-3EE1-1317-7BDBB3603D52}"/>
          </ac:spMkLst>
        </pc:spChg>
        <pc:spChg chg="del">
          <ac:chgData name="福元 允亮" userId="12e1d508-426e-4c6a-b43b-7681266f9ca9" providerId="ADAL" clId="{D8E95375-B96A-A149-A5CB-FACFD16ECE8A}" dt="2026-03-14T04:22:57.093" v="537" actId="478"/>
          <ac:spMkLst>
            <pc:docMk/>
            <pc:sldMk cId="3565654319" sldId="2147480766"/>
            <ac:spMk id="21" creationId="{68F33175-75F6-9A3D-64E9-9660998C478E}"/>
          </ac:spMkLst>
        </pc:spChg>
        <pc:spChg chg="add mod">
          <ac:chgData name="福元 允亮" userId="12e1d508-426e-4c6a-b43b-7681266f9ca9" providerId="ADAL" clId="{D8E95375-B96A-A149-A5CB-FACFD16ECE8A}" dt="2026-03-14T04:26:17.983" v="697"/>
          <ac:spMkLst>
            <pc:docMk/>
            <pc:sldMk cId="3565654319" sldId="2147480766"/>
            <ac:spMk id="22" creationId="{271A528D-C8A4-DDCD-B1BD-4A9AD2FC296C}"/>
          </ac:spMkLst>
        </pc:spChg>
        <pc:spChg chg="add mod">
          <ac:chgData name="福元 允亮" userId="12e1d508-426e-4c6a-b43b-7681266f9ca9" providerId="ADAL" clId="{D8E95375-B96A-A149-A5CB-FACFD16ECE8A}" dt="2026-03-14T04:26:17.983" v="698"/>
          <ac:spMkLst>
            <pc:docMk/>
            <pc:sldMk cId="3565654319" sldId="2147480766"/>
            <ac:spMk id="23" creationId="{D5C43B7C-5676-064D-9EBE-77C1E49105E3}"/>
          </ac:spMkLst>
        </pc:spChg>
        <pc:spChg chg="add mod">
          <ac:chgData name="福元 允亮" userId="12e1d508-426e-4c6a-b43b-7681266f9ca9" providerId="ADAL" clId="{D8E95375-B96A-A149-A5CB-FACFD16ECE8A}" dt="2026-03-14T04:26:17.983" v="699"/>
          <ac:spMkLst>
            <pc:docMk/>
            <pc:sldMk cId="3565654319" sldId="2147480766"/>
            <ac:spMk id="24" creationId="{A561F620-FE0F-E375-3983-6C0ED6777D18}"/>
          </ac:spMkLst>
        </pc:spChg>
        <pc:spChg chg="add del mod modVis">
          <ac:chgData name="福元 允亮" userId="12e1d508-426e-4c6a-b43b-7681266f9ca9" providerId="ADAL" clId="{D8E95375-B96A-A149-A5CB-FACFD16ECE8A}" dt="2026-03-14T04:26:17.733" v="656"/>
          <ac:spMkLst>
            <pc:docMk/>
            <pc:sldMk cId="3565654319" sldId="2147480766"/>
            <ac:spMk id="25" creationId="{92809EF5-87A7-732B-FBB8-E2D4CBC17590}"/>
          </ac:spMkLst>
        </pc:spChg>
        <pc:spChg chg="add mod">
          <ac:chgData name="福元 允亮" userId="12e1d508-426e-4c6a-b43b-7681266f9ca9" providerId="ADAL" clId="{D8E95375-B96A-A149-A5CB-FACFD16ECE8A}" dt="2026-03-14T04:26:42.996" v="709" actId="571"/>
          <ac:spMkLst>
            <pc:docMk/>
            <pc:sldMk cId="3565654319" sldId="2147480766"/>
            <ac:spMk id="26" creationId="{F3DCC6DE-573F-40D2-2FA4-0713D20F8153}"/>
          </ac:spMkLst>
        </pc:spChg>
        <pc:spChg chg="add mod">
          <ac:chgData name="福元 允亮" userId="12e1d508-426e-4c6a-b43b-7681266f9ca9" providerId="ADAL" clId="{D8E95375-B96A-A149-A5CB-FACFD16ECE8A}" dt="2026-03-14T04:26:45.414" v="710" actId="571"/>
          <ac:spMkLst>
            <pc:docMk/>
            <pc:sldMk cId="3565654319" sldId="2147480766"/>
            <ac:spMk id="27" creationId="{B8BD6B22-C673-4EBC-053F-0FB0436B4094}"/>
          </ac:spMkLst>
        </pc:spChg>
        <pc:spChg chg="add mod">
          <ac:chgData name="福元 允亮" userId="12e1d508-426e-4c6a-b43b-7681266f9ca9" providerId="ADAL" clId="{D8E95375-B96A-A149-A5CB-FACFD16ECE8A}" dt="2026-03-14T04:26:55.008" v="711" actId="571"/>
          <ac:spMkLst>
            <pc:docMk/>
            <pc:sldMk cId="3565654319" sldId="2147480766"/>
            <ac:spMk id="28" creationId="{DB8B0AC6-144A-0DB1-4C0E-9E2E81A04EBF}"/>
          </ac:spMkLst>
        </pc:spChg>
        <pc:spChg chg="del">
          <ac:chgData name="福元 允亮" userId="12e1d508-426e-4c6a-b43b-7681266f9ca9" providerId="ADAL" clId="{D8E95375-B96A-A149-A5CB-FACFD16ECE8A}" dt="2026-03-14T04:22:57.093" v="537" actId="478"/>
          <ac:spMkLst>
            <pc:docMk/>
            <pc:sldMk cId="3565654319" sldId="2147480766"/>
            <ac:spMk id="29" creationId="{9D444977-2135-366F-9419-1744B1706205}"/>
          </ac:spMkLst>
        </pc:spChg>
        <pc:spChg chg="mod">
          <ac:chgData name="福元 允亮" userId="12e1d508-426e-4c6a-b43b-7681266f9ca9" providerId="ADAL" clId="{D8E95375-B96A-A149-A5CB-FACFD16ECE8A}" dt="2026-03-14T04:26:17.981" v="684"/>
          <ac:spMkLst>
            <pc:docMk/>
            <pc:sldMk cId="3565654319" sldId="2147480766"/>
            <ac:spMk id="30" creationId="{E5055AEC-FE1C-49F3-ED4E-BC37964F8D7E}"/>
          </ac:spMkLst>
        </pc:spChg>
        <pc:spChg chg="add mod">
          <ac:chgData name="福元 允亮" userId="12e1d508-426e-4c6a-b43b-7681266f9ca9" providerId="ADAL" clId="{D8E95375-B96A-A149-A5CB-FACFD16ECE8A}" dt="2026-03-14T04:26:55.008" v="711" actId="571"/>
          <ac:spMkLst>
            <pc:docMk/>
            <pc:sldMk cId="3565654319" sldId="2147480766"/>
            <ac:spMk id="31" creationId="{E7C93B8F-46B6-8919-1063-B21E683A17A2}"/>
          </ac:spMkLst>
        </pc:spChg>
        <pc:spChg chg="add mod">
          <ac:chgData name="福元 允亮" userId="12e1d508-426e-4c6a-b43b-7681266f9ca9" providerId="ADAL" clId="{D8E95375-B96A-A149-A5CB-FACFD16ECE8A}" dt="2026-03-14T04:26:55.008" v="711" actId="571"/>
          <ac:spMkLst>
            <pc:docMk/>
            <pc:sldMk cId="3565654319" sldId="2147480766"/>
            <ac:spMk id="32" creationId="{F8B1029C-BAC1-D47F-72B6-200D252651F3}"/>
          </ac:spMkLst>
        </pc:spChg>
        <pc:spChg chg="add mod">
          <ac:chgData name="福元 允亮" userId="12e1d508-426e-4c6a-b43b-7681266f9ca9" providerId="ADAL" clId="{D8E95375-B96A-A149-A5CB-FACFD16ECE8A}" dt="2026-03-14T04:26:55.008" v="711" actId="571"/>
          <ac:spMkLst>
            <pc:docMk/>
            <pc:sldMk cId="3565654319" sldId="2147480766"/>
            <ac:spMk id="33" creationId="{A2A252E3-717B-7B30-746D-518FC1A5CFF0}"/>
          </ac:spMkLst>
        </pc:spChg>
        <pc:spChg chg="add mod">
          <ac:chgData name="福元 允亮" userId="12e1d508-426e-4c6a-b43b-7681266f9ca9" providerId="ADAL" clId="{D8E95375-B96A-A149-A5CB-FACFD16ECE8A}" dt="2026-03-14T04:26:55.008" v="711" actId="571"/>
          <ac:spMkLst>
            <pc:docMk/>
            <pc:sldMk cId="3565654319" sldId="2147480766"/>
            <ac:spMk id="34" creationId="{3401550E-E48E-D21A-802E-748D8D981ECC}"/>
          </ac:spMkLst>
        </pc:spChg>
        <pc:spChg chg="add mod">
          <ac:chgData name="福元 允亮" userId="12e1d508-426e-4c6a-b43b-7681266f9ca9" providerId="ADAL" clId="{D8E95375-B96A-A149-A5CB-FACFD16ECE8A}" dt="2026-03-14T04:26:55.008" v="711" actId="571"/>
          <ac:spMkLst>
            <pc:docMk/>
            <pc:sldMk cId="3565654319" sldId="2147480766"/>
            <ac:spMk id="35" creationId="{06EF616A-B154-C97D-D470-87F8D06DB029}"/>
          </ac:spMkLst>
        </pc:spChg>
        <pc:spChg chg="add mod">
          <ac:chgData name="福元 允亮" userId="12e1d508-426e-4c6a-b43b-7681266f9ca9" providerId="ADAL" clId="{D8E95375-B96A-A149-A5CB-FACFD16ECE8A}" dt="2026-03-14T04:26:57.872" v="712" actId="571"/>
          <ac:spMkLst>
            <pc:docMk/>
            <pc:sldMk cId="3565654319" sldId="2147480766"/>
            <ac:spMk id="36" creationId="{6E1CD3FB-A625-ED5D-F13C-974B4059778C}"/>
          </ac:spMkLst>
        </pc:spChg>
        <pc:spChg chg="add mod">
          <ac:chgData name="福元 允亮" userId="12e1d508-426e-4c6a-b43b-7681266f9ca9" providerId="ADAL" clId="{D8E95375-B96A-A149-A5CB-FACFD16ECE8A}" dt="2026-03-14T04:27:00.331" v="713" actId="571"/>
          <ac:spMkLst>
            <pc:docMk/>
            <pc:sldMk cId="3565654319" sldId="2147480766"/>
            <ac:spMk id="37" creationId="{541BD979-5084-7454-D128-C2B7AA4FACF6}"/>
          </ac:spMkLst>
        </pc:spChg>
        <pc:spChg chg="add mod">
          <ac:chgData name="福元 允亮" userId="12e1d508-426e-4c6a-b43b-7681266f9ca9" providerId="ADAL" clId="{D8E95375-B96A-A149-A5CB-FACFD16ECE8A}" dt="2026-03-14T04:27:02.276" v="714" actId="571"/>
          <ac:spMkLst>
            <pc:docMk/>
            <pc:sldMk cId="3565654319" sldId="2147480766"/>
            <ac:spMk id="38" creationId="{B2C57BCE-BADB-66A3-F90D-802CD9DDCF9F}"/>
          </ac:spMkLst>
        </pc:spChg>
        <pc:spChg chg="add mod">
          <ac:chgData name="福元 允亮" userId="12e1d508-426e-4c6a-b43b-7681266f9ca9" providerId="ADAL" clId="{D8E95375-B96A-A149-A5CB-FACFD16ECE8A}" dt="2026-03-14T04:27:08.270" v="730" actId="1037"/>
          <ac:spMkLst>
            <pc:docMk/>
            <pc:sldMk cId="3565654319" sldId="2147480766"/>
            <ac:spMk id="39" creationId="{CC9A4580-035E-0482-3E55-6E9B3D12837B}"/>
          </ac:spMkLst>
        </pc:spChg>
        <pc:grpChg chg="add mod">
          <ac:chgData name="福元 允亮" userId="12e1d508-426e-4c6a-b43b-7681266f9ca9" providerId="ADAL" clId="{D8E95375-B96A-A149-A5CB-FACFD16ECE8A}" dt="2026-03-14T04:26:17.981" v="689"/>
          <ac:grpSpMkLst>
            <pc:docMk/>
            <pc:sldMk cId="3565654319" sldId="2147480766"/>
            <ac:grpSpMk id="6" creationId="{1C3E6DE3-59C4-402D-43D5-3D76D42B94CA}"/>
          </ac:grpSpMkLst>
        </pc:grpChg>
        <pc:grpChg chg="add mod">
          <ac:chgData name="福元 允亮" userId="12e1d508-426e-4c6a-b43b-7681266f9ca9" providerId="ADAL" clId="{D8E95375-B96A-A149-A5CB-FACFD16ECE8A}" dt="2026-03-14T04:27:47.041" v="742" actId="554"/>
          <ac:grpSpMkLst>
            <pc:docMk/>
            <pc:sldMk cId="3565654319" sldId="2147480766"/>
            <ac:grpSpMk id="40" creationId="{E798AB03-13DD-0605-4E26-73BEB7721A6B}"/>
          </ac:grpSpMkLst>
        </pc:grpChg>
        <pc:grpChg chg="mod">
          <ac:chgData name="福元 允亮" userId="12e1d508-426e-4c6a-b43b-7681266f9ca9" providerId="ADAL" clId="{D8E95375-B96A-A149-A5CB-FACFD16ECE8A}" dt="2026-03-14T04:26:29.842" v="708" actId="1035"/>
          <ac:grpSpMkLst>
            <pc:docMk/>
            <pc:sldMk cId="3565654319" sldId="2147480766"/>
            <ac:grpSpMk id="51" creationId="{5342381F-652B-7D37-8CB3-8364F21EAF31}"/>
          </ac:grpSpMkLst>
        </pc:grpChg>
        <pc:graphicFrameChg chg="mod">
          <ac:chgData name="福元 允亮" userId="12e1d508-426e-4c6a-b43b-7681266f9ca9" providerId="ADAL" clId="{D8E95375-B96A-A149-A5CB-FACFD16ECE8A}" dt="2026-03-14T04:26:17.983" v="702"/>
          <ac:graphicFrameMkLst>
            <pc:docMk/>
            <pc:sldMk cId="3565654319" sldId="2147480766"/>
            <ac:graphicFrameMk id="8" creationId="{2AAAC022-9BE2-E88E-5F0E-3A72D59D74F5}"/>
          </ac:graphicFrameMkLst>
        </pc:graphicFrameChg>
        <pc:cxnChg chg="mod">
          <ac:chgData name="福元 允亮" userId="12e1d508-426e-4c6a-b43b-7681266f9ca9" providerId="ADAL" clId="{D8E95375-B96A-A149-A5CB-FACFD16ECE8A}" dt="2026-03-14T04:25:00.671" v="576" actId="571"/>
          <ac:cxnSpMkLst>
            <pc:docMk/>
            <pc:sldMk cId="3565654319" sldId="2147480766"/>
            <ac:cxnSpMk id="9" creationId="{4DC2F926-E13B-EF3F-0F08-3E2DEE820116}"/>
          </ac:cxnSpMkLst>
        </pc:cxnChg>
        <pc:cxnChg chg="mod">
          <ac:chgData name="福元 允亮" userId="12e1d508-426e-4c6a-b43b-7681266f9ca9" providerId="ADAL" clId="{D8E95375-B96A-A149-A5CB-FACFD16ECE8A}" dt="2026-03-14T04:25:00.671" v="576" actId="571"/>
          <ac:cxnSpMkLst>
            <pc:docMk/>
            <pc:sldMk cId="3565654319" sldId="2147480766"/>
            <ac:cxnSpMk id="11" creationId="{F663686F-A8D9-593E-20EB-9B242E19B6F8}"/>
          </ac:cxnSpMkLst>
        </pc:cxnChg>
        <pc:cxnChg chg="mod">
          <ac:chgData name="福元 允亮" userId="12e1d508-426e-4c6a-b43b-7681266f9ca9" providerId="ADAL" clId="{D8E95375-B96A-A149-A5CB-FACFD16ECE8A}" dt="2026-03-14T04:25:00.671" v="576" actId="571"/>
          <ac:cxnSpMkLst>
            <pc:docMk/>
            <pc:sldMk cId="3565654319" sldId="2147480766"/>
            <ac:cxnSpMk id="13" creationId="{54B3A68E-4E8C-4029-C7E1-9307706105DF}"/>
          </ac:cxnSpMkLst>
        </pc:cxnChg>
      </pc:sldChg>
      <pc:sldChg chg="add del">
        <pc:chgData name="福元 允亮" userId="12e1d508-426e-4c6a-b43b-7681266f9ca9" providerId="ADAL" clId="{D8E95375-B96A-A149-A5CB-FACFD16ECE8A}" dt="2026-03-14T04:29:03.179" v="748" actId="2696"/>
        <pc:sldMkLst>
          <pc:docMk/>
          <pc:sldMk cId="3491563622" sldId="2147480767"/>
        </pc:sldMkLst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2026/3/14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4F4C-4CFD-1A1B-A4AD-4B080A16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AAAC022-9BE2-E88E-5F0E-3A72D59D74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1178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AAC022-9BE2-E88E-5F0E-3A72D59D74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D8C0B6-8044-FFE2-506B-C0EDA0D8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F911-1F45-B99D-CBD4-A6B4B4EF43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055AEC-FE1C-49F3-ED4E-BC37964F8D7E}"/>
              </a:ext>
            </a:extLst>
          </p:cNvPr>
          <p:cNvSpPr txBox="1"/>
          <p:nvPr/>
        </p:nvSpPr>
        <p:spPr>
          <a:xfrm>
            <a:off x="8705088" y="1393756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FA1F1-03E3-FE5A-433E-7D0CFE9E1023}"/>
              </a:ext>
            </a:extLst>
          </p:cNvPr>
          <p:cNvSpPr txBox="1"/>
          <p:nvPr/>
        </p:nvSpPr>
        <p:spPr>
          <a:xfrm>
            <a:off x="3290908" y="1393756"/>
            <a:ext cx="5136553" cy="43396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 defTabSz="288000">
              <a:spcAft>
                <a:spcPts val="600"/>
              </a:spcAft>
            </a:pPr>
            <a:r>
              <a:rPr kumimoji="1" lang="en-GB" sz="1600" b="1">
                <a:latin typeface="+mn-ea"/>
              </a:rPr>
              <a:t>Filter1</a:t>
            </a: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Filter1-Feature1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Filter1-Feature2</a:t>
            </a:r>
          </a:p>
          <a:p>
            <a:pPr defTabSz="288000">
              <a:spcAft>
                <a:spcPts val="600"/>
              </a:spcAft>
            </a:pPr>
            <a:r>
              <a:rPr lang="en-GB" sz="1600" b="1">
                <a:latin typeface="+mn-ea"/>
              </a:rPr>
              <a:t>Filter2</a:t>
            </a:r>
            <a:endParaRPr lang="en-GB" sz="1200" b="1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Filter2-Feature1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Filter2-Feature2</a:t>
            </a:r>
          </a:p>
          <a:p>
            <a:pPr defTabSz="288000">
              <a:spcAft>
                <a:spcPts val="600"/>
              </a:spcAft>
            </a:pPr>
            <a:r>
              <a:rPr lang="en-GB" sz="1600" b="1">
                <a:latin typeface="+mn-ea"/>
              </a:rPr>
              <a:t>Filter3</a:t>
            </a:r>
            <a:endParaRPr lang="en-GB" sz="1200" b="1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Filter3-Feature1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Filter3-Feature2</a:t>
            </a:r>
          </a:p>
          <a:p>
            <a:pPr defTabSz="288000">
              <a:spcAft>
                <a:spcPts val="600"/>
              </a:spcAft>
            </a:pPr>
            <a:r>
              <a:rPr lang="en-GB" sz="1600" b="1">
                <a:latin typeface="+mn-ea"/>
              </a:rPr>
              <a:t>Filter4</a:t>
            </a:r>
            <a:endParaRPr lang="en-GB" sz="1200" b="1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Filter4-Feature1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Filter4-Feature2</a:t>
            </a:r>
          </a:p>
          <a:p>
            <a:pPr defTabSz="288000">
              <a:spcAft>
                <a:spcPts val="600"/>
              </a:spcAft>
            </a:pPr>
            <a:r>
              <a:rPr lang="en-GB" sz="1600" b="1">
                <a:latin typeface="+mn-ea"/>
              </a:rPr>
              <a:t>Filter5</a:t>
            </a:r>
            <a:endParaRPr lang="en-GB" sz="1200" b="1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Filter5-Feature1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>
                <a:latin typeface="+mn-ea"/>
              </a:rPr>
              <a:t>Filter5-Feature2</a:t>
            </a: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8CE85510-0DAA-6A3E-6460-CFC22CC3F058}"/>
              </a:ext>
            </a:extLst>
          </p:cNvPr>
          <p:cNvSpPr/>
          <p:nvPr/>
        </p:nvSpPr>
        <p:spPr>
          <a:xfrm rot="10800000">
            <a:off x="370800" y="1802110"/>
            <a:ext cx="2387568" cy="3639916"/>
          </a:xfrm>
          <a:prstGeom prst="trapezoid">
            <a:avLst>
              <a:gd name="adj" fmla="val 3791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GB" sz="14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294DD6-AF18-3731-E9F9-0B4AFB7859FB}"/>
              </a:ext>
            </a:extLst>
          </p:cNvPr>
          <p:cNvSpPr/>
          <p:nvPr/>
        </p:nvSpPr>
        <p:spPr>
          <a:xfrm>
            <a:off x="530169" y="2288357"/>
            <a:ext cx="2068829" cy="316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Filter1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0907AD-F744-885C-6D3F-090580FFDFBD}"/>
              </a:ext>
            </a:extLst>
          </p:cNvPr>
          <p:cNvSpPr/>
          <p:nvPr/>
        </p:nvSpPr>
        <p:spPr>
          <a:xfrm>
            <a:off x="772484" y="3066369"/>
            <a:ext cx="1584199" cy="316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Filter2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82F690-EDF1-6811-B83C-E4D5538CD8D4}"/>
              </a:ext>
            </a:extLst>
          </p:cNvPr>
          <p:cNvSpPr/>
          <p:nvPr/>
        </p:nvSpPr>
        <p:spPr>
          <a:xfrm>
            <a:off x="1218652" y="5234439"/>
            <a:ext cx="691862" cy="316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Filter5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3E6DE3-59C4-402D-43D5-3D76D42B94CA}"/>
              </a:ext>
            </a:extLst>
          </p:cNvPr>
          <p:cNvGrpSpPr/>
          <p:nvPr/>
        </p:nvGrpSpPr>
        <p:grpSpPr>
          <a:xfrm rot="5400000">
            <a:off x="1404704" y="5699185"/>
            <a:ext cx="319756" cy="313425"/>
            <a:chOff x="370800" y="3037787"/>
            <a:chExt cx="623113" cy="89424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C2F926-E13B-EF3F-0F08-3E2DEE820116}"/>
                </a:ext>
              </a:extLst>
            </p:cNvPr>
            <p:cNvCxnSpPr/>
            <p:nvPr/>
          </p:nvCxnSpPr>
          <p:spPr>
            <a:xfrm>
              <a:off x="370800" y="3037787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663686F-A8D9-593E-20EB-9B242E19B6F8}"/>
                </a:ext>
              </a:extLst>
            </p:cNvPr>
            <p:cNvCxnSpPr/>
            <p:nvPr/>
          </p:nvCxnSpPr>
          <p:spPr>
            <a:xfrm>
              <a:off x="370800" y="348490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B3A68E-4E8C-4029-C7E1-9307706105DF}"/>
                </a:ext>
              </a:extLst>
            </p:cNvPr>
            <p:cNvCxnSpPr/>
            <p:nvPr/>
          </p:nvCxnSpPr>
          <p:spPr>
            <a:xfrm>
              <a:off x="370800" y="393202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F9C535E-1545-89B9-DB82-F8DB5909B108}"/>
              </a:ext>
            </a:extLst>
          </p:cNvPr>
          <p:cNvSpPr/>
          <p:nvPr/>
        </p:nvSpPr>
        <p:spPr>
          <a:xfrm>
            <a:off x="685123" y="1909257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0B7A51-9BAE-C233-E589-74E17418CA9B}"/>
              </a:ext>
            </a:extLst>
          </p:cNvPr>
          <p:cNvSpPr/>
          <p:nvPr/>
        </p:nvSpPr>
        <p:spPr>
          <a:xfrm>
            <a:off x="909956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72145C-60BB-90F2-262A-E7D920EA4C91}"/>
              </a:ext>
            </a:extLst>
          </p:cNvPr>
          <p:cNvSpPr/>
          <p:nvPr/>
        </p:nvSpPr>
        <p:spPr>
          <a:xfrm>
            <a:off x="1027403" y="19022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F55853-3CCA-125B-84E6-7522AC382BD6}"/>
              </a:ext>
            </a:extLst>
          </p:cNvPr>
          <p:cNvSpPr/>
          <p:nvPr/>
        </p:nvSpPr>
        <p:spPr>
          <a:xfrm>
            <a:off x="1179803" y="20546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41D313-1DD7-654C-AF87-025C7CE29659}"/>
              </a:ext>
            </a:extLst>
          </p:cNvPr>
          <p:cNvSpPr/>
          <p:nvPr/>
        </p:nvSpPr>
        <p:spPr>
          <a:xfrm>
            <a:off x="1423572" y="20546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09D87E-F3B4-772F-9752-ED4D5F7BB300}"/>
              </a:ext>
            </a:extLst>
          </p:cNvPr>
          <p:cNvSpPr/>
          <p:nvPr/>
        </p:nvSpPr>
        <p:spPr>
          <a:xfrm>
            <a:off x="1569032" y="19022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E55677-9ED4-3EE1-1317-7BDBB3603D52}"/>
              </a:ext>
            </a:extLst>
          </p:cNvPr>
          <p:cNvSpPr/>
          <p:nvPr/>
        </p:nvSpPr>
        <p:spPr>
          <a:xfrm>
            <a:off x="1751194" y="20546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1A528D-C8A4-DDCD-B1BD-4A9AD2FC296C}"/>
              </a:ext>
            </a:extLst>
          </p:cNvPr>
          <p:cNvSpPr/>
          <p:nvPr/>
        </p:nvSpPr>
        <p:spPr>
          <a:xfrm>
            <a:off x="1949467" y="19022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C43B7C-5676-064D-9EBE-77C1E49105E3}"/>
              </a:ext>
            </a:extLst>
          </p:cNvPr>
          <p:cNvSpPr/>
          <p:nvPr/>
        </p:nvSpPr>
        <p:spPr>
          <a:xfrm>
            <a:off x="2059333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561F620-FE0F-E375-3983-6C0ED6777D18}"/>
              </a:ext>
            </a:extLst>
          </p:cNvPr>
          <p:cNvSpPr/>
          <p:nvPr/>
        </p:nvSpPr>
        <p:spPr>
          <a:xfrm>
            <a:off x="2246830" y="1909257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42381F-652B-7D37-8CB3-8364F21EAF31}"/>
              </a:ext>
            </a:extLst>
          </p:cNvPr>
          <p:cNvGrpSpPr/>
          <p:nvPr/>
        </p:nvGrpSpPr>
        <p:grpSpPr>
          <a:xfrm rot="5400000">
            <a:off x="1404704" y="1506938"/>
            <a:ext cx="319756" cy="555253"/>
            <a:chOff x="370800" y="3037787"/>
            <a:chExt cx="623113" cy="894241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57B84F5-B28A-FAFB-E97B-A350C7A0B927}"/>
                </a:ext>
              </a:extLst>
            </p:cNvPr>
            <p:cNvCxnSpPr/>
            <p:nvPr/>
          </p:nvCxnSpPr>
          <p:spPr>
            <a:xfrm>
              <a:off x="370800" y="3037787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C370509-E3BB-A3B9-8A77-8F4CFE87EBB8}"/>
                </a:ext>
              </a:extLst>
            </p:cNvPr>
            <p:cNvCxnSpPr/>
            <p:nvPr/>
          </p:nvCxnSpPr>
          <p:spPr>
            <a:xfrm>
              <a:off x="370800" y="348490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277540A-3EE7-07EB-8555-C766EE631E34}"/>
                </a:ext>
              </a:extLst>
            </p:cNvPr>
            <p:cNvCxnSpPr/>
            <p:nvPr/>
          </p:nvCxnSpPr>
          <p:spPr>
            <a:xfrm>
              <a:off x="370800" y="393202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F3DCC6DE-573F-40D2-2FA4-0713D20F8153}"/>
              </a:ext>
            </a:extLst>
          </p:cNvPr>
          <p:cNvSpPr/>
          <p:nvPr/>
        </p:nvSpPr>
        <p:spPr>
          <a:xfrm>
            <a:off x="535821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BD6B22-C673-4EBC-053F-0FB0436B4094}"/>
              </a:ext>
            </a:extLst>
          </p:cNvPr>
          <p:cNvSpPr/>
          <p:nvPr/>
        </p:nvSpPr>
        <p:spPr>
          <a:xfrm>
            <a:off x="2395091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8B0AC6-144A-0DB1-4C0E-9E2E81A04EBF}"/>
              </a:ext>
            </a:extLst>
          </p:cNvPr>
          <p:cNvSpPr/>
          <p:nvPr/>
        </p:nvSpPr>
        <p:spPr>
          <a:xfrm>
            <a:off x="1027403" y="26547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7C93B8F-46B6-8919-1063-B21E683A17A2}"/>
              </a:ext>
            </a:extLst>
          </p:cNvPr>
          <p:cNvSpPr/>
          <p:nvPr/>
        </p:nvSpPr>
        <p:spPr>
          <a:xfrm>
            <a:off x="1179803" y="28071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B1029C-BAC1-D47F-72B6-200D252651F3}"/>
              </a:ext>
            </a:extLst>
          </p:cNvPr>
          <p:cNvSpPr/>
          <p:nvPr/>
        </p:nvSpPr>
        <p:spPr>
          <a:xfrm>
            <a:off x="1423572" y="28071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A252E3-717B-7B30-746D-518FC1A5CFF0}"/>
              </a:ext>
            </a:extLst>
          </p:cNvPr>
          <p:cNvSpPr/>
          <p:nvPr/>
        </p:nvSpPr>
        <p:spPr>
          <a:xfrm>
            <a:off x="1569032" y="26547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401550E-E48E-D21A-802E-748D8D981ECC}"/>
              </a:ext>
            </a:extLst>
          </p:cNvPr>
          <p:cNvSpPr/>
          <p:nvPr/>
        </p:nvSpPr>
        <p:spPr>
          <a:xfrm>
            <a:off x="1751194" y="28071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EF616A-B154-C97D-D470-87F8D06DB029}"/>
              </a:ext>
            </a:extLst>
          </p:cNvPr>
          <p:cNvSpPr/>
          <p:nvPr/>
        </p:nvSpPr>
        <p:spPr>
          <a:xfrm>
            <a:off x="1949467" y="26547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1CD3FB-A625-ED5D-F13C-974B4059778C}"/>
              </a:ext>
            </a:extLst>
          </p:cNvPr>
          <p:cNvSpPr/>
          <p:nvPr/>
        </p:nvSpPr>
        <p:spPr>
          <a:xfrm>
            <a:off x="1423572" y="412051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41BD979-5084-7454-D128-C2B7AA4FACF6}"/>
              </a:ext>
            </a:extLst>
          </p:cNvPr>
          <p:cNvSpPr/>
          <p:nvPr/>
        </p:nvSpPr>
        <p:spPr>
          <a:xfrm>
            <a:off x="1751194" y="419024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2C57BCE-BADB-66A3-F90D-802CD9DDCF9F}"/>
              </a:ext>
            </a:extLst>
          </p:cNvPr>
          <p:cNvSpPr/>
          <p:nvPr/>
        </p:nvSpPr>
        <p:spPr>
          <a:xfrm>
            <a:off x="1179803" y="42428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9A4580-035E-0482-3E55-6E9B3D12837B}"/>
              </a:ext>
            </a:extLst>
          </p:cNvPr>
          <p:cNvSpPr/>
          <p:nvPr/>
        </p:nvSpPr>
        <p:spPr>
          <a:xfrm>
            <a:off x="1470637" y="615052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D98FAE-0613-EF83-F4D2-F9E69F656F2B}"/>
              </a:ext>
            </a:extLst>
          </p:cNvPr>
          <p:cNvSpPr/>
          <p:nvPr/>
        </p:nvSpPr>
        <p:spPr>
          <a:xfrm>
            <a:off x="864066" y="28071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59BD76-C32D-835B-1ED1-87FD5029C718}"/>
              </a:ext>
            </a:extLst>
          </p:cNvPr>
          <p:cNvSpPr/>
          <p:nvPr/>
        </p:nvSpPr>
        <p:spPr>
          <a:xfrm>
            <a:off x="2090970" y="28071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8ABE97-CE1A-0BB8-5D19-D5AFF41EA4AF}"/>
              </a:ext>
            </a:extLst>
          </p:cNvPr>
          <p:cNvSpPr/>
          <p:nvPr/>
        </p:nvSpPr>
        <p:spPr>
          <a:xfrm>
            <a:off x="2242325" y="265477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8AFDB54-D056-28B3-D578-E413E7884597}"/>
              </a:ext>
            </a:extLst>
          </p:cNvPr>
          <p:cNvSpPr/>
          <p:nvPr/>
        </p:nvSpPr>
        <p:spPr>
          <a:xfrm>
            <a:off x="909956" y="3748247"/>
            <a:ext cx="1309255" cy="316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Filter3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1A74DD-277D-8B7B-255F-D09BAF49C410}"/>
              </a:ext>
            </a:extLst>
          </p:cNvPr>
          <p:cNvSpPr/>
          <p:nvPr/>
        </p:nvSpPr>
        <p:spPr>
          <a:xfrm>
            <a:off x="991796" y="35427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6F1BF4-F312-2E6B-C9E3-C2669B3B1EAF}"/>
              </a:ext>
            </a:extLst>
          </p:cNvPr>
          <p:cNvSpPr/>
          <p:nvPr/>
        </p:nvSpPr>
        <p:spPr>
          <a:xfrm>
            <a:off x="1235565" y="35427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7B3605A-1813-E0D9-05A7-1B5ABE421FA4}"/>
              </a:ext>
            </a:extLst>
          </p:cNvPr>
          <p:cNvSpPr/>
          <p:nvPr/>
        </p:nvSpPr>
        <p:spPr>
          <a:xfrm>
            <a:off x="1381025" y="33903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9F52FB-B0F9-F8AC-7900-4CB53CD1570F}"/>
              </a:ext>
            </a:extLst>
          </p:cNvPr>
          <p:cNvSpPr/>
          <p:nvPr/>
        </p:nvSpPr>
        <p:spPr>
          <a:xfrm>
            <a:off x="1563187" y="35427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6AC4DC8-FA18-5EF7-3039-9B3DB85485BB}"/>
              </a:ext>
            </a:extLst>
          </p:cNvPr>
          <p:cNvSpPr/>
          <p:nvPr/>
        </p:nvSpPr>
        <p:spPr>
          <a:xfrm>
            <a:off x="1761460" y="33903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DBE8007-EB35-6CB2-8535-5634781ECC8A}"/>
              </a:ext>
            </a:extLst>
          </p:cNvPr>
          <p:cNvSpPr/>
          <p:nvPr/>
        </p:nvSpPr>
        <p:spPr>
          <a:xfrm>
            <a:off x="1902963" y="354270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FC8981E-19B7-F446-47C9-4E10BEAA546F}"/>
              </a:ext>
            </a:extLst>
          </p:cNvPr>
          <p:cNvSpPr/>
          <p:nvPr/>
        </p:nvSpPr>
        <p:spPr>
          <a:xfrm>
            <a:off x="1117464" y="4506103"/>
            <a:ext cx="894239" cy="316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Filter4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5F994D-D864-2DAA-2D12-1399DC19C9D0}"/>
              </a:ext>
            </a:extLst>
          </p:cNvPr>
          <p:cNvSpPr/>
          <p:nvPr/>
        </p:nvSpPr>
        <p:spPr>
          <a:xfrm>
            <a:off x="1423572" y="490157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ACBAA68-1687-FFA7-8BC2-12775D6B99CD}"/>
              </a:ext>
            </a:extLst>
          </p:cNvPr>
          <p:cNvSpPr/>
          <p:nvPr/>
        </p:nvSpPr>
        <p:spPr>
          <a:xfrm>
            <a:off x="1751194" y="497129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6543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0ae734c6-b731-48fe-9f9a-77498299e3e1"/>
    <ds:schemaRef ds:uri="http://schemas.openxmlformats.org/package/2006/metadata/core-properties"/>
    <ds:schemaRef ds:uri="17f56e19-48dc-4865-971f-f3b491f58a8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67</TotalTime>
  <Words>28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2026-03-14T04:46:01Z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