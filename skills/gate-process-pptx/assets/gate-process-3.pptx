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6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E95375-B96A-A149-A5CB-FACFD16ECE8A}" v="198" dt="2026-03-14T04:44:31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708"/>
  </p:normalViewPr>
  <p:slideViewPr>
    <p:cSldViewPr snapToGrid="0">
      <p:cViewPr>
        <p:scale>
          <a:sx n="89" d="100"/>
          <a:sy n="89" d="100"/>
        </p:scale>
        <p:origin x="14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D8E95375-B96A-A149-A5CB-FACFD16ECE8A}"/>
    <pc:docChg chg="undo custSel addSld delSld modSld">
      <pc:chgData name="福元 允亮" userId="12e1d508-426e-4c6a-b43b-7681266f9ca9" providerId="ADAL" clId="{D8E95375-B96A-A149-A5CB-FACFD16ECE8A}" dt="2026-03-14T04:45:01.831" v="767" actId="12788"/>
      <pc:docMkLst>
        <pc:docMk/>
      </pc:docMkLst>
      <pc:sldChg chg="addSp delSp modSp del mod">
        <pc:chgData name="福元 允亮" userId="12e1d508-426e-4c6a-b43b-7681266f9ca9" providerId="ADAL" clId="{D8E95375-B96A-A149-A5CB-FACFD16ECE8A}" dt="2026-03-14T04:29:01.414" v="747" actId="2696"/>
        <pc:sldMkLst>
          <pc:docMk/>
          <pc:sldMk cId="3001053428" sldId="2147480764"/>
        </pc:sldMkLst>
        <pc:spChg chg="mod">
          <ac:chgData name="福元 允亮" userId="12e1d508-426e-4c6a-b43b-7681266f9ca9" providerId="ADAL" clId="{D8E95375-B96A-A149-A5CB-FACFD16ECE8A}" dt="2026-03-14T04:03:57.847" v="125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D8E95375-B96A-A149-A5CB-FACFD16ECE8A}" dt="2026-03-14T04:03:57.848" v="126"/>
          <ac:spMkLst>
            <pc:docMk/>
            <pc:sldMk cId="3001053428" sldId="2147480764"/>
            <ac:spMk id="3" creationId="{12D73F1F-49C9-5A45-B9E8-D6F68FC949FD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6" creationId="{215A3D02-639A-3BC0-936E-0E8E4546D9C3}"/>
          </ac:spMkLst>
        </pc:spChg>
        <pc:spChg chg="add del">
          <ac:chgData name="福元 允亮" userId="12e1d508-426e-4c6a-b43b-7681266f9ca9" providerId="ADAL" clId="{D8E95375-B96A-A149-A5CB-FACFD16ECE8A}" dt="2026-03-14T04:00:47.267" v="2" actId="478"/>
          <ac:spMkLst>
            <pc:docMk/>
            <pc:sldMk cId="3001053428" sldId="2147480764"/>
            <ac:spMk id="11" creationId="{E48A1FAB-2BC0-2DBA-600C-C8966DA35A98}"/>
          </ac:spMkLst>
        </pc:spChg>
        <pc:spChg chg="add mod">
          <ac:chgData name="福元 允亮" userId="12e1d508-426e-4c6a-b43b-7681266f9ca9" providerId="ADAL" clId="{D8E95375-B96A-A149-A5CB-FACFD16ECE8A}" dt="2026-03-14T04:06:38.518" v="241" actId="3064"/>
          <ac:spMkLst>
            <pc:docMk/>
            <pc:sldMk cId="3001053428" sldId="2147480764"/>
            <ac:spMk id="12" creationId="{52842078-2FA1-B331-3FB2-10EC451B152C}"/>
          </ac:spMkLst>
        </pc:spChg>
        <pc:spChg chg="add mod">
          <ac:chgData name="福元 允亮" userId="12e1d508-426e-4c6a-b43b-7681266f9ca9" providerId="ADAL" clId="{D8E95375-B96A-A149-A5CB-FACFD16ECE8A}" dt="2026-03-14T04:03:08.238" v="73" actId="14100"/>
          <ac:spMkLst>
            <pc:docMk/>
            <pc:sldMk cId="3001053428" sldId="2147480764"/>
            <ac:spMk id="15" creationId="{C3EB0651-E69B-AED7-FB39-AE67CD15DDA7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16" creationId="{FFB60D2D-C7BC-45CF-5BFD-DCB9780DAE75}"/>
          </ac:spMkLst>
        </pc:spChg>
        <pc:spChg chg="add del mod modVis">
          <ac:chgData name="福元 允亮" userId="12e1d508-426e-4c6a-b43b-7681266f9ca9" providerId="ADAL" clId="{D8E95375-B96A-A149-A5CB-FACFD16ECE8A}" dt="2026-03-14T04:02:35.620" v="61"/>
          <ac:spMkLst>
            <pc:docMk/>
            <pc:sldMk cId="3001053428" sldId="2147480764"/>
            <ac:spMk id="17" creationId="{794C1A50-642C-5C6E-4450-DC5980316269}"/>
          </ac:spMkLst>
        </pc:spChg>
        <pc:spChg chg="mod">
          <ac:chgData name="福元 允亮" userId="12e1d508-426e-4c6a-b43b-7681266f9ca9" providerId="ADAL" clId="{D8E95375-B96A-A149-A5CB-FACFD16ECE8A}" dt="2026-03-14T04:03:17.776" v="75" actId="571"/>
          <ac:spMkLst>
            <pc:docMk/>
            <pc:sldMk cId="3001053428" sldId="2147480764"/>
            <ac:spMk id="20" creationId="{C834D3C2-A32E-D32E-0B82-0AC7EA7E40EE}"/>
          </ac:spMkLst>
        </pc:spChg>
        <pc:spChg chg="mod">
          <ac:chgData name="福元 允亮" userId="12e1d508-426e-4c6a-b43b-7681266f9ca9" providerId="ADAL" clId="{D8E95375-B96A-A149-A5CB-FACFD16ECE8A}" dt="2026-03-14T04:04:12.458" v="136" actId="14100"/>
          <ac:spMkLst>
            <pc:docMk/>
            <pc:sldMk cId="3001053428" sldId="2147480764"/>
            <ac:spMk id="21" creationId="{2E4D0DBA-D974-AD97-3E65-B26948EEC8D7}"/>
          </ac:spMkLst>
        </pc:spChg>
        <pc:spChg chg="mod">
          <ac:chgData name="福元 允亮" userId="12e1d508-426e-4c6a-b43b-7681266f9ca9" providerId="ADAL" clId="{D8E95375-B96A-A149-A5CB-FACFD16ECE8A}" dt="2026-03-14T04:03:46.546" v="106" actId="571"/>
          <ac:spMkLst>
            <pc:docMk/>
            <pc:sldMk cId="3001053428" sldId="2147480764"/>
            <ac:spMk id="25" creationId="{AD9F4ACE-A352-B5F4-9F07-7D1569666832}"/>
          </ac:spMkLst>
        </pc:spChg>
        <pc:spChg chg="mod">
          <ac:chgData name="福元 允亮" userId="12e1d508-426e-4c6a-b43b-7681266f9ca9" providerId="ADAL" clId="{D8E95375-B96A-A149-A5CB-FACFD16ECE8A}" dt="2026-03-14T04:04:16.718" v="137" actId="14100"/>
          <ac:spMkLst>
            <pc:docMk/>
            <pc:sldMk cId="3001053428" sldId="2147480764"/>
            <ac:spMk id="29" creationId="{7C16FDE2-E6C8-3861-D516-6AAB0C076274}"/>
          </ac:spMkLst>
        </pc:spChg>
        <pc:spChg chg="mod">
          <ac:chgData name="福元 允亮" userId="12e1d508-426e-4c6a-b43b-7681266f9ca9" providerId="ADAL" clId="{D8E95375-B96A-A149-A5CB-FACFD16ECE8A}" dt="2026-03-14T04:03:57.848" v="127"/>
          <ac:spMkLst>
            <pc:docMk/>
            <pc:sldMk cId="3001053428" sldId="2147480764"/>
            <ac:spMk id="30" creationId="{6DE39449-59E9-A8C5-988C-A57C3F0FC32F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31" creationId="{03B8B096-0827-E193-61F0-96EEEBFB529E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33" creationId="{FAEB0B14-3D87-8B73-B5D3-B4F9FA8EF611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39" creationId="{55432F23-A7D5-81C7-A861-47330BAC1F28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2" creationId="{8E1C9EE3-6837-2565-6F16-B549147F5B32}"/>
          </ac:spMkLst>
        </pc:spChg>
        <pc:spChg chg="del">
          <ac:chgData name="福元 允亮" userId="12e1d508-426e-4c6a-b43b-7681266f9ca9" providerId="ADAL" clId="{D8E95375-B96A-A149-A5CB-FACFD16ECE8A}" dt="2026-03-14T03:59:38.336" v="0" actId="478"/>
          <ac:spMkLst>
            <pc:docMk/>
            <pc:sldMk cId="3001053428" sldId="2147480764"/>
            <ac:spMk id="43" creationId="{DBDE8A77-8DAC-6A0F-058C-1C7B4AB07297}"/>
          </ac:spMkLst>
        </pc:spChg>
        <pc:spChg chg="add mod">
          <ac:chgData name="福元 允亮" userId="12e1d508-426e-4c6a-b43b-7681266f9ca9" providerId="ADAL" clId="{D8E95375-B96A-A149-A5CB-FACFD16ECE8A}" dt="2026-03-14T04:06:21.920" v="226" actId="1076"/>
          <ac:spMkLst>
            <pc:docMk/>
            <pc:sldMk cId="3001053428" sldId="2147480764"/>
            <ac:spMk id="56" creationId="{B5E0ED27-56FF-7ABE-6798-DB09A4263E6F}"/>
          </ac:spMkLst>
        </pc:spChg>
        <pc:grpChg chg="add mod">
          <ac:chgData name="福元 允亮" userId="12e1d508-426e-4c6a-b43b-7681266f9ca9" providerId="ADAL" clId="{D8E95375-B96A-A149-A5CB-FACFD16ECE8A}" dt="2026-03-14T04:03:57.848" v="130"/>
          <ac:grpSpMkLst>
            <pc:docMk/>
            <pc:sldMk cId="3001053428" sldId="2147480764"/>
            <ac:grpSpMk id="18" creationId="{ADEA4B18-44D6-400A-AECC-133900F732F1}"/>
          </ac:grpSpMkLst>
        </pc:grpChg>
        <pc:grpChg chg="add mod">
          <ac:chgData name="福元 允亮" userId="12e1d508-426e-4c6a-b43b-7681266f9ca9" providerId="ADAL" clId="{D8E95375-B96A-A149-A5CB-FACFD16ECE8A}" dt="2026-03-14T04:03:57.848" v="129"/>
          <ac:grpSpMkLst>
            <pc:docMk/>
            <pc:sldMk cId="3001053428" sldId="2147480764"/>
            <ac:grpSpMk id="19" creationId="{E1A6199D-B568-D07A-0CDE-BF7AF8FDA6F4}"/>
          </ac:grpSpMkLst>
        </pc:grpChg>
        <pc:grpChg chg="add mod">
          <ac:chgData name="福元 允亮" userId="12e1d508-426e-4c6a-b43b-7681266f9ca9" providerId="ADAL" clId="{D8E95375-B96A-A149-A5CB-FACFD16ECE8A}" dt="2026-03-14T04:03:57.848" v="128"/>
          <ac:grpSpMkLst>
            <pc:docMk/>
            <pc:sldMk cId="3001053428" sldId="2147480764"/>
            <ac:grpSpMk id="22" creationId="{277C7918-1A71-8406-BDE4-73CAA2C6EE16}"/>
          </ac:grpSpMkLst>
        </pc:grpChg>
        <pc:grpChg chg="add mod">
          <ac:chgData name="福元 允亮" userId="12e1d508-426e-4c6a-b43b-7681266f9ca9" providerId="ADAL" clId="{D8E95375-B96A-A149-A5CB-FACFD16ECE8A}" dt="2026-03-14T04:05:34.244" v="167" actId="12788"/>
          <ac:grpSpMkLst>
            <pc:docMk/>
            <pc:sldMk cId="3001053428" sldId="2147480764"/>
            <ac:grpSpMk id="34" creationId="{98AB7A15-C08B-20EF-AFBC-DD480645BA55}"/>
          </ac:grpSpMkLst>
        </pc:grpChg>
        <pc:grpChg chg="add mod">
          <ac:chgData name="福元 允亮" userId="12e1d508-426e-4c6a-b43b-7681266f9ca9" providerId="ADAL" clId="{D8E95375-B96A-A149-A5CB-FACFD16ECE8A}" dt="2026-03-14T04:05:34.244" v="167" actId="12788"/>
          <ac:grpSpMkLst>
            <pc:docMk/>
            <pc:sldMk cId="3001053428" sldId="2147480764"/>
            <ac:grpSpMk id="51" creationId="{AA03DBAD-3210-8B19-BFB1-ECBB636A8835}"/>
          </ac:grpSpMkLst>
        </pc:grpChg>
        <pc:grpChg chg="add mod">
          <ac:chgData name="福元 允亮" userId="12e1d508-426e-4c6a-b43b-7681266f9ca9" providerId="ADAL" clId="{D8E95375-B96A-A149-A5CB-FACFD16ECE8A}" dt="2026-03-14T04:05:48.219" v="202" actId="1038"/>
          <ac:grpSpMkLst>
            <pc:docMk/>
            <pc:sldMk cId="3001053428" sldId="2147480764"/>
            <ac:grpSpMk id="52" creationId="{BA0AC794-FAC8-F3AE-E564-30B88CEF3262}"/>
          </ac:grpSpMkLst>
        </pc:grpChg>
        <pc:graphicFrameChg chg="mod">
          <ac:chgData name="福元 允亮" userId="12e1d508-426e-4c6a-b43b-7681266f9ca9" providerId="ADAL" clId="{D8E95375-B96A-A149-A5CB-FACFD16ECE8A}" dt="2026-03-14T04:03:57.849" v="13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  <pc:cxnChg chg="add mod">
          <ac:chgData name="福元 允亮" userId="12e1d508-426e-4c6a-b43b-7681266f9ca9" providerId="ADAL" clId="{D8E95375-B96A-A149-A5CB-FACFD16ECE8A}" dt="2026-03-14T04:05:18.485" v="157" actId="465"/>
          <ac:cxnSpMkLst>
            <pc:docMk/>
            <pc:sldMk cId="3001053428" sldId="2147480764"/>
            <ac:cxnSpMk id="48" creationId="{A6478D59-F5E8-7030-DC2F-7C8B05A8179C}"/>
          </ac:cxnSpMkLst>
        </pc:cxnChg>
        <pc:cxnChg chg="add mod">
          <ac:chgData name="福元 允亮" userId="12e1d508-426e-4c6a-b43b-7681266f9ca9" providerId="ADAL" clId="{D8E95375-B96A-A149-A5CB-FACFD16ECE8A}" dt="2026-03-14T04:05:18.485" v="157" actId="465"/>
          <ac:cxnSpMkLst>
            <pc:docMk/>
            <pc:sldMk cId="3001053428" sldId="2147480764"/>
            <ac:cxnSpMk id="49" creationId="{DD9B593D-3448-AFC9-B2DA-0FD2A7E37FE0}"/>
          </ac:cxnSpMkLst>
        </pc:cxnChg>
        <pc:cxnChg chg="add mod">
          <ac:chgData name="福元 允亮" userId="12e1d508-426e-4c6a-b43b-7681266f9ca9" providerId="ADAL" clId="{D8E95375-B96A-A149-A5CB-FACFD16ECE8A}" dt="2026-03-14T04:05:18.485" v="157" actId="465"/>
          <ac:cxnSpMkLst>
            <pc:docMk/>
            <pc:sldMk cId="3001053428" sldId="2147480764"/>
            <ac:cxnSpMk id="50" creationId="{6B2A1BF6-F85E-55DB-4CFD-45B060C2263C}"/>
          </ac:cxnSpMkLst>
        </pc:cxnChg>
        <pc:cxnChg chg="mod">
          <ac:chgData name="福元 允亮" userId="12e1d508-426e-4c6a-b43b-7681266f9ca9" providerId="ADAL" clId="{D8E95375-B96A-A149-A5CB-FACFD16ECE8A}" dt="2026-03-14T04:05:43.020" v="168" actId="571"/>
          <ac:cxnSpMkLst>
            <pc:docMk/>
            <pc:sldMk cId="3001053428" sldId="2147480764"/>
            <ac:cxnSpMk id="53" creationId="{8155AE25-7ADC-3C99-02B4-8134130A1878}"/>
          </ac:cxnSpMkLst>
        </pc:cxnChg>
        <pc:cxnChg chg="mod">
          <ac:chgData name="福元 允亮" userId="12e1d508-426e-4c6a-b43b-7681266f9ca9" providerId="ADAL" clId="{D8E95375-B96A-A149-A5CB-FACFD16ECE8A}" dt="2026-03-14T04:05:43.020" v="168" actId="571"/>
          <ac:cxnSpMkLst>
            <pc:docMk/>
            <pc:sldMk cId="3001053428" sldId="2147480764"/>
            <ac:cxnSpMk id="54" creationId="{67EAEFBB-48A4-D42F-3A2B-E49A0FF6032C}"/>
          </ac:cxnSpMkLst>
        </pc:cxnChg>
        <pc:cxnChg chg="mod">
          <ac:chgData name="福元 允亮" userId="12e1d508-426e-4c6a-b43b-7681266f9ca9" providerId="ADAL" clId="{D8E95375-B96A-A149-A5CB-FACFD16ECE8A}" dt="2026-03-14T04:05:43.020" v="168" actId="571"/>
          <ac:cxnSpMkLst>
            <pc:docMk/>
            <pc:sldMk cId="3001053428" sldId="2147480764"/>
            <ac:cxnSpMk id="55" creationId="{21C697D3-ADCC-A9A1-51C8-E4BA7ADAF9C5}"/>
          </ac:cxnSpMkLst>
        </pc:cxnChg>
      </pc:sldChg>
      <pc:sldChg chg="addSp delSp modSp add del mod">
        <pc:chgData name="福元 允亮" userId="12e1d508-426e-4c6a-b43b-7681266f9ca9" providerId="ADAL" clId="{D8E95375-B96A-A149-A5CB-FACFD16ECE8A}" dt="2026-03-14T04:29:01.410" v="746" actId="2696"/>
        <pc:sldMkLst>
          <pc:docMk/>
          <pc:sldMk cId="1242556949" sldId="2147480765"/>
        </pc:sldMkLst>
        <pc:spChg chg="mod">
          <ac:chgData name="福元 允亮" userId="12e1d508-426e-4c6a-b43b-7681266f9ca9" providerId="ADAL" clId="{D8E95375-B96A-A149-A5CB-FACFD16ECE8A}" dt="2026-03-14T04:10:40.471" v="360"/>
          <ac:spMkLst>
            <pc:docMk/>
            <pc:sldMk cId="1242556949" sldId="2147480765"/>
            <ac:spMk id="2" creationId="{4D7525AB-A8F4-C7EA-5D15-06D9F57D3603}"/>
          </ac:spMkLst>
        </pc:spChg>
        <pc:spChg chg="mod">
          <ac:chgData name="福元 允亮" userId="12e1d508-426e-4c6a-b43b-7681266f9ca9" providerId="ADAL" clId="{D8E95375-B96A-A149-A5CB-FACFD16ECE8A}" dt="2026-03-14T04:10:40.471" v="361"/>
          <ac:spMkLst>
            <pc:docMk/>
            <pc:sldMk cId="1242556949" sldId="2147480765"/>
            <ac:spMk id="3" creationId="{35F0CA62-4707-5CC2-42D6-98937C8A7C4C}"/>
          </ac:spMkLst>
        </pc:spChg>
        <pc:spChg chg="add del mod">
          <ac:chgData name="福元 允亮" userId="12e1d508-426e-4c6a-b43b-7681266f9ca9" providerId="ADAL" clId="{D8E95375-B96A-A149-A5CB-FACFD16ECE8A}" dt="2026-03-14T04:09:39.566" v="307" actId="478"/>
          <ac:spMkLst>
            <pc:docMk/>
            <pc:sldMk cId="1242556949" sldId="2147480765"/>
            <ac:spMk id="6" creationId="{77C16295-5AFB-EF76-1A7A-E4DFFA771ED2}"/>
          </ac:spMkLst>
        </pc:spChg>
        <pc:spChg chg="add mod">
          <ac:chgData name="福元 允亮" userId="12e1d508-426e-4c6a-b43b-7681266f9ca9" providerId="ADAL" clId="{D8E95375-B96A-A149-A5CB-FACFD16ECE8A}" dt="2026-03-14T04:11:04.447" v="376" actId="207"/>
          <ac:spMkLst>
            <pc:docMk/>
            <pc:sldMk cId="1242556949" sldId="2147480765"/>
            <ac:spMk id="7" creationId="{B584F64B-9725-6A91-617B-12862437C898}"/>
          </ac:spMkLst>
        </pc:spChg>
        <pc:spChg chg="add del mod modVis">
          <ac:chgData name="福元 允亮" userId="12e1d508-426e-4c6a-b43b-7681266f9ca9" providerId="ADAL" clId="{D8E95375-B96A-A149-A5CB-FACFD16ECE8A}" dt="2026-03-14T04:10:40.150" v="345"/>
          <ac:spMkLst>
            <pc:docMk/>
            <pc:sldMk cId="1242556949" sldId="2147480765"/>
            <ac:spMk id="9" creationId="{508AA386-C8B7-2DEB-DD62-62A58047CE5A}"/>
          </ac:spMkLst>
        </pc:spChg>
        <pc:spChg chg="add mod">
          <ac:chgData name="福元 允亮" userId="12e1d508-426e-4c6a-b43b-7681266f9ca9" providerId="ADAL" clId="{D8E95375-B96A-A149-A5CB-FACFD16ECE8A}" dt="2026-03-14T04:17:07.439" v="499" actId="948"/>
          <ac:spMkLst>
            <pc:docMk/>
            <pc:sldMk cId="1242556949" sldId="2147480765"/>
            <ac:spMk id="10" creationId="{16C54B7A-22DD-EE4E-B55B-97678957292A}"/>
          </ac:spMkLst>
        </pc:spChg>
        <pc:spChg chg="mod topLvl">
          <ac:chgData name="福元 允亮" userId="12e1d508-426e-4c6a-b43b-7681266f9ca9" providerId="ADAL" clId="{D8E95375-B96A-A149-A5CB-FACFD16ECE8A}" dt="2026-03-14T04:11:43.532" v="385" actId="408"/>
          <ac:spMkLst>
            <pc:docMk/>
            <pc:sldMk cId="1242556949" sldId="2147480765"/>
            <ac:spMk id="12" creationId="{E193FB41-7FD8-628A-0784-807EB15BA33E}"/>
          </ac:spMkLst>
        </pc:spChg>
        <pc:spChg chg="del topLvl">
          <ac:chgData name="福元 允亮" userId="12e1d508-426e-4c6a-b43b-7681266f9ca9" providerId="ADAL" clId="{D8E95375-B96A-A149-A5CB-FACFD16ECE8A}" dt="2026-03-14T04:08:16.446" v="245" actId="478"/>
          <ac:spMkLst>
            <pc:docMk/>
            <pc:sldMk cId="1242556949" sldId="2147480765"/>
            <ac:spMk id="15" creationId="{569B460A-D093-B24A-5B72-7104A8CD9555}"/>
          </ac:spMkLst>
        </pc:spChg>
        <pc:spChg chg="del topLvl">
          <ac:chgData name="福元 允亮" userId="12e1d508-426e-4c6a-b43b-7681266f9ca9" providerId="ADAL" clId="{D8E95375-B96A-A149-A5CB-FACFD16ECE8A}" dt="2026-03-14T04:08:16.446" v="245" actId="478"/>
          <ac:spMkLst>
            <pc:docMk/>
            <pc:sldMk cId="1242556949" sldId="2147480765"/>
            <ac:spMk id="20" creationId="{5CF05020-B0CE-A0AB-8D0B-80BBE6329811}"/>
          </ac:spMkLst>
        </pc:spChg>
        <pc:spChg chg="mod topLvl">
          <ac:chgData name="福元 允亮" userId="12e1d508-426e-4c6a-b43b-7681266f9ca9" providerId="ADAL" clId="{D8E95375-B96A-A149-A5CB-FACFD16ECE8A}" dt="2026-03-14T04:11:43.532" v="385" actId="408"/>
          <ac:spMkLst>
            <pc:docMk/>
            <pc:sldMk cId="1242556949" sldId="2147480765"/>
            <ac:spMk id="21" creationId="{DC48169E-7C6C-675A-9975-2FD1592E159D}"/>
          </ac:spMkLst>
        </pc:spChg>
        <pc:spChg chg="del topLvl">
          <ac:chgData name="福元 允亮" userId="12e1d508-426e-4c6a-b43b-7681266f9ca9" providerId="ADAL" clId="{D8E95375-B96A-A149-A5CB-FACFD16ECE8A}" dt="2026-03-14T04:08:16.446" v="245" actId="478"/>
          <ac:spMkLst>
            <pc:docMk/>
            <pc:sldMk cId="1242556949" sldId="2147480765"/>
            <ac:spMk id="25" creationId="{F3FABA21-8F82-EDEA-C826-6C318C8FCB9A}"/>
          </ac:spMkLst>
        </pc:spChg>
        <pc:spChg chg="mod topLvl">
          <ac:chgData name="福元 允亮" userId="12e1d508-426e-4c6a-b43b-7681266f9ca9" providerId="ADAL" clId="{D8E95375-B96A-A149-A5CB-FACFD16ECE8A}" dt="2026-03-14T04:11:43.532" v="385" actId="408"/>
          <ac:spMkLst>
            <pc:docMk/>
            <pc:sldMk cId="1242556949" sldId="2147480765"/>
            <ac:spMk id="29" creationId="{DE876D33-0B93-0386-90EE-FBEE9541E89D}"/>
          </ac:spMkLst>
        </pc:spChg>
        <pc:spChg chg="mod">
          <ac:chgData name="福元 允亮" userId="12e1d508-426e-4c6a-b43b-7681266f9ca9" providerId="ADAL" clId="{D8E95375-B96A-A149-A5CB-FACFD16ECE8A}" dt="2026-03-14T04:10:40.471" v="362"/>
          <ac:spMkLst>
            <pc:docMk/>
            <pc:sldMk cId="1242556949" sldId="2147480765"/>
            <ac:spMk id="30" creationId="{13C79B2A-2697-4BCB-7C6D-B38C4A2BCB55}"/>
          </ac:spMkLst>
        </pc:spChg>
        <pc:spChg chg="del">
          <ac:chgData name="福元 允亮" userId="12e1d508-426e-4c6a-b43b-7681266f9ca9" providerId="ADAL" clId="{D8E95375-B96A-A149-A5CB-FACFD16ECE8A}" dt="2026-03-14T04:09:10.998" v="302" actId="478"/>
          <ac:spMkLst>
            <pc:docMk/>
            <pc:sldMk cId="1242556949" sldId="2147480765"/>
            <ac:spMk id="56" creationId="{3C19A27E-3E2B-FB5F-54C8-BFEAD738A5A8}"/>
          </ac:spMkLst>
        </pc:spChg>
        <pc:grpChg chg="del topLvl">
          <ac:chgData name="福元 允亮" userId="12e1d508-426e-4c6a-b43b-7681266f9ca9" providerId="ADAL" clId="{D8E95375-B96A-A149-A5CB-FACFD16ECE8A}" dt="2026-03-14T04:08:12.952" v="244" actId="165"/>
          <ac:grpSpMkLst>
            <pc:docMk/>
            <pc:sldMk cId="1242556949" sldId="2147480765"/>
            <ac:grpSpMk id="18" creationId="{8587C0B3-8193-F7C6-562F-8A4BD1C16187}"/>
          </ac:grpSpMkLst>
        </pc:grpChg>
        <pc:grpChg chg="del topLvl">
          <ac:chgData name="福元 允亮" userId="12e1d508-426e-4c6a-b43b-7681266f9ca9" providerId="ADAL" clId="{D8E95375-B96A-A149-A5CB-FACFD16ECE8A}" dt="2026-03-14T04:08:12.952" v="244" actId="165"/>
          <ac:grpSpMkLst>
            <pc:docMk/>
            <pc:sldMk cId="1242556949" sldId="2147480765"/>
            <ac:grpSpMk id="19" creationId="{998C86C3-7A96-813F-1EE5-05FF9CDC8952}"/>
          </ac:grpSpMkLst>
        </pc:grpChg>
        <pc:grpChg chg="del topLvl">
          <ac:chgData name="福元 允亮" userId="12e1d508-426e-4c6a-b43b-7681266f9ca9" providerId="ADAL" clId="{D8E95375-B96A-A149-A5CB-FACFD16ECE8A}" dt="2026-03-14T04:08:12.952" v="244" actId="165"/>
          <ac:grpSpMkLst>
            <pc:docMk/>
            <pc:sldMk cId="1242556949" sldId="2147480765"/>
            <ac:grpSpMk id="22" creationId="{C1A63B52-FD48-F459-E670-F35F0C0FEB60}"/>
          </ac:grpSpMkLst>
        </pc:grpChg>
        <pc:grpChg chg="del">
          <ac:chgData name="福元 允亮" userId="12e1d508-426e-4c6a-b43b-7681266f9ca9" providerId="ADAL" clId="{D8E95375-B96A-A149-A5CB-FACFD16ECE8A}" dt="2026-03-14T04:08:11.787" v="243" actId="165"/>
          <ac:grpSpMkLst>
            <pc:docMk/>
            <pc:sldMk cId="1242556949" sldId="2147480765"/>
            <ac:grpSpMk id="34" creationId="{6A4C85B8-4847-D0E1-6544-5B60A9301055}"/>
          </ac:grpSpMkLst>
        </pc:grpChg>
        <pc:grpChg chg="mod">
          <ac:chgData name="福元 允亮" userId="12e1d508-426e-4c6a-b43b-7681266f9ca9" providerId="ADAL" clId="{D8E95375-B96A-A149-A5CB-FACFD16ECE8A}" dt="2026-03-14T04:10:40.472" v="366"/>
          <ac:grpSpMkLst>
            <pc:docMk/>
            <pc:sldMk cId="1242556949" sldId="2147480765"/>
            <ac:grpSpMk id="51" creationId="{CA9628C1-DA7B-C9DA-955C-8EFE0882C781}"/>
          </ac:grpSpMkLst>
        </pc:grpChg>
        <pc:grpChg chg="del mod">
          <ac:chgData name="福元 允亮" userId="12e1d508-426e-4c6a-b43b-7681266f9ca9" providerId="ADAL" clId="{D8E95375-B96A-A149-A5CB-FACFD16ECE8A}" dt="2026-03-14T04:11:18.287" v="377" actId="478"/>
          <ac:grpSpMkLst>
            <pc:docMk/>
            <pc:sldMk cId="1242556949" sldId="2147480765"/>
            <ac:grpSpMk id="52" creationId="{CB70CF26-1FC1-E247-F19C-68667CD95423}"/>
          </ac:grpSpMkLst>
        </pc:grpChg>
        <pc:graphicFrameChg chg="mod">
          <ac:chgData name="福元 允亮" userId="12e1d508-426e-4c6a-b43b-7681266f9ca9" providerId="ADAL" clId="{D8E95375-B96A-A149-A5CB-FACFD16ECE8A}" dt="2026-03-14T04:10:40.472" v="369"/>
          <ac:graphicFrameMkLst>
            <pc:docMk/>
            <pc:sldMk cId="1242556949" sldId="2147480765"/>
            <ac:graphicFrameMk id="8" creationId="{B976C927-33C9-CA26-ECD9-CD38BD1F93DB}"/>
          </ac:graphicFrameMkLst>
        </pc:graphicFrameChg>
        <pc:cxnChg chg="add del mod">
          <ac:chgData name="福元 允亮" userId="12e1d508-426e-4c6a-b43b-7681266f9ca9" providerId="ADAL" clId="{D8E95375-B96A-A149-A5CB-FACFD16ECE8A}" dt="2026-03-14T04:09:24.072" v="304" actId="478"/>
          <ac:cxnSpMkLst>
            <pc:docMk/>
            <pc:sldMk cId="1242556949" sldId="2147480765"/>
            <ac:cxnSpMk id="5" creationId="{C85AA7EF-5626-D4D2-F978-67EC01A3EB68}"/>
          </ac:cxnSpMkLst>
        </pc:cxnChg>
      </pc:sldChg>
      <pc:sldChg chg="addSp delSp modSp add mod">
        <pc:chgData name="福元 允亮" userId="12e1d508-426e-4c6a-b43b-7681266f9ca9" providerId="ADAL" clId="{D8E95375-B96A-A149-A5CB-FACFD16ECE8A}" dt="2026-03-14T04:45:01.831" v="767" actId="12788"/>
        <pc:sldMkLst>
          <pc:docMk/>
          <pc:sldMk cId="3565654319" sldId="2147480766"/>
        </pc:sldMkLst>
        <pc:spChg chg="mod">
          <ac:chgData name="福元 允亮" userId="12e1d508-426e-4c6a-b43b-7681266f9ca9" providerId="ADAL" clId="{D8E95375-B96A-A149-A5CB-FACFD16ECE8A}" dt="2026-03-14T04:26:17.980" v="682"/>
          <ac:spMkLst>
            <pc:docMk/>
            <pc:sldMk cId="3565654319" sldId="2147480766"/>
            <ac:spMk id="2" creationId="{CBD8C0B6-8044-FFE2-506B-C0EDA0D84112}"/>
          </ac:spMkLst>
        </pc:spChg>
        <pc:spChg chg="mod">
          <ac:chgData name="福元 允亮" userId="12e1d508-426e-4c6a-b43b-7681266f9ca9" providerId="ADAL" clId="{D8E95375-B96A-A149-A5CB-FACFD16ECE8A}" dt="2026-03-14T04:26:17.981" v="683"/>
          <ac:spMkLst>
            <pc:docMk/>
            <pc:sldMk cId="3565654319" sldId="2147480766"/>
            <ac:spMk id="3" creationId="{61F9F911-1F45-B99D-CBD4-A6B4B4EF43A9}"/>
          </ac:spMkLst>
        </pc:spChg>
        <pc:spChg chg="add mod">
          <ac:chgData name="福元 允亮" userId="12e1d508-426e-4c6a-b43b-7681266f9ca9" providerId="ADAL" clId="{D8E95375-B96A-A149-A5CB-FACFD16ECE8A}" dt="2026-03-14T04:45:01.831" v="767" actId="12788"/>
          <ac:spMkLst>
            <pc:docMk/>
            <pc:sldMk cId="3565654319" sldId="2147480766"/>
            <ac:spMk id="4" creationId="{A60907AD-F744-885C-6D3F-090580FFDFBD}"/>
          </ac:spMkLst>
        </pc:spChg>
        <pc:spChg chg="add mod topLvl">
          <ac:chgData name="福元 允亮" userId="12e1d508-426e-4c6a-b43b-7681266f9ca9" providerId="ADAL" clId="{D8E95375-B96A-A149-A5CB-FACFD16ECE8A}" dt="2026-03-14T04:45:01.831" v="767" actId="12788"/>
          <ac:spMkLst>
            <pc:docMk/>
            <pc:sldMk cId="3565654319" sldId="2147480766"/>
            <ac:spMk id="5" creationId="{B782F690-EDF1-6811-B83C-E4D5538CD8D4}"/>
          </ac:spMkLst>
        </pc:spChg>
        <pc:spChg chg="mod">
          <ac:chgData name="福元 允亮" userId="12e1d508-426e-4c6a-b43b-7681266f9ca9" providerId="ADAL" clId="{D8E95375-B96A-A149-A5CB-FACFD16ECE8A}" dt="2026-03-14T04:45:01.831" v="767" actId="12788"/>
          <ac:spMkLst>
            <pc:docMk/>
            <pc:sldMk cId="3565654319" sldId="2147480766"/>
            <ac:spMk id="7" creationId="{8CE85510-0DAA-6A3E-6460-CFC22CC3F058}"/>
          </ac:spMkLst>
        </pc:spChg>
        <pc:spChg chg="mod">
          <ac:chgData name="福元 允亮" userId="12e1d508-426e-4c6a-b43b-7681266f9ca9" providerId="ADAL" clId="{D8E95375-B96A-A149-A5CB-FACFD16ECE8A}" dt="2026-03-14T04:27:52.523" v="744" actId="14100"/>
          <ac:spMkLst>
            <pc:docMk/>
            <pc:sldMk cId="3565654319" sldId="2147480766"/>
            <ac:spMk id="10" creationId="{937FA1F1-03E3-FE5A-433E-7D0CFE9E1023}"/>
          </ac:spMkLst>
        </pc:spChg>
        <pc:spChg chg="mod">
          <ac:chgData name="福元 允亮" userId="12e1d508-426e-4c6a-b43b-7681266f9ca9" providerId="ADAL" clId="{D8E95375-B96A-A149-A5CB-FACFD16ECE8A}" dt="2026-03-14T04:45:01.831" v="767" actId="12788"/>
          <ac:spMkLst>
            <pc:docMk/>
            <pc:sldMk cId="3565654319" sldId="2147480766"/>
            <ac:spMk id="12" creationId="{F5294DD6-AF18-3731-E9F9-0B4AFB7859FB}"/>
          </ac:spMkLst>
        </pc:spChg>
        <pc:spChg chg="add mod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14" creationId="{0F9C535E-1545-89B9-DB82-F8DB5909B108}"/>
          </ac:spMkLst>
        </pc:spChg>
        <pc:spChg chg="add mod topLvl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15" creationId="{B60B7A51-9BAE-C233-E589-74E17418CA9B}"/>
          </ac:spMkLst>
        </pc:spChg>
        <pc:spChg chg="add mod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16" creationId="{AD72145C-60BB-90F2-262A-E7D920EA4C91}"/>
          </ac:spMkLst>
        </pc:spChg>
        <pc:spChg chg="add mod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17" creationId="{8DF55853-3CCA-125B-84E6-7522AC382BD6}"/>
          </ac:spMkLst>
        </pc:spChg>
        <pc:spChg chg="add mod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18" creationId="{E941D313-1DD7-654C-AF87-025C7CE29659}"/>
          </ac:spMkLst>
        </pc:spChg>
        <pc:spChg chg="add mod">
          <ac:chgData name="福元 允亮" userId="12e1d508-426e-4c6a-b43b-7681266f9ca9" providerId="ADAL" clId="{D8E95375-B96A-A149-A5CB-FACFD16ECE8A}" dt="2026-03-14T04:26:17.982" v="695"/>
          <ac:spMkLst>
            <pc:docMk/>
            <pc:sldMk cId="3565654319" sldId="2147480766"/>
            <ac:spMk id="19" creationId="{C109D87E-F3B4-772F-9752-ED4D5F7BB300}"/>
          </ac:spMkLst>
        </pc:spChg>
        <pc:spChg chg="add mod topLvl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20" creationId="{7CE55677-9ED4-3EE1-1317-7BDBB3603D52}"/>
          </ac:spMkLst>
        </pc:spChg>
        <pc:spChg chg="del">
          <ac:chgData name="福元 允亮" userId="12e1d508-426e-4c6a-b43b-7681266f9ca9" providerId="ADAL" clId="{D8E95375-B96A-A149-A5CB-FACFD16ECE8A}" dt="2026-03-14T04:22:57.093" v="537" actId="478"/>
          <ac:spMkLst>
            <pc:docMk/>
            <pc:sldMk cId="3565654319" sldId="2147480766"/>
            <ac:spMk id="21" creationId="{68F33175-75F6-9A3D-64E9-9660998C478E}"/>
          </ac:spMkLst>
        </pc:spChg>
        <pc:spChg chg="add mod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22" creationId="{271A528D-C8A4-DDCD-B1BD-4A9AD2FC296C}"/>
          </ac:spMkLst>
        </pc:spChg>
        <pc:spChg chg="add mod topLvl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23" creationId="{D5C43B7C-5676-064D-9EBE-77C1E49105E3}"/>
          </ac:spMkLst>
        </pc:spChg>
        <pc:spChg chg="add mod topLvl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24" creationId="{A561F620-FE0F-E375-3983-6C0ED6777D18}"/>
          </ac:spMkLst>
        </pc:spChg>
        <pc:spChg chg="add del mod modVis">
          <ac:chgData name="福元 允亮" userId="12e1d508-426e-4c6a-b43b-7681266f9ca9" providerId="ADAL" clId="{D8E95375-B96A-A149-A5CB-FACFD16ECE8A}" dt="2026-03-14T04:26:17.733" v="656"/>
          <ac:spMkLst>
            <pc:docMk/>
            <pc:sldMk cId="3565654319" sldId="2147480766"/>
            <ac:spMk id="25" creationId="{92809EF5-87A7-732B-FBB8-E2D4CBC17590}"/>
          </ac:spMkLst>
        </pc:spChg>
        <pc:spChg chg="add mod">
          <ac:chgData name="福元 允亮" userId="12e1d508-426e-4c6a-b43b-7681266f9ca9" providerId="ADAL" clId="{D8E95375-B96A-A149-A5CB-FACFD16ECE8A}" dt="2026-03-14T04:26:42.996" v="709" actId="571"/>
          <ac:spMkLst>
            <pc:docMk/>
            <pc:sldMk cId="3565654319" sldId="2147480766"/>
            <ac:spMk id="26" creationId="{F3DCC6DE-573F-40D2-2FA4-0713D20F8153}"/>
          </ac:spMkLst>
        </pc:spChg>
        <pc:spChg chg="add mod topLvl">
          <ac:chgData name="福元 允亮" userId="12e1d508-426e-4c6a-b43b-7681266f9ca9" providerId="ADAL" clId="{D8E95375-B96A-A149-A5CB-FACFD16ECE8A}" dt="2026-03-14T04:44:17.276" v="752" actId="692"/>
          <ac:spMkLst>
            <pc:docMk/>
            <pc:sldMk cId="3565654319" sldId="2147480766"/>
            <ac:spMk id="27" creationId="{B8BD6B22-C673-4EBC-053F-0FB0436B4094}"/>
          </ac:spMkLst>
        </pc:spChg>
        <pc:spChg chg="add mod">
          <ac:chgData name="福元 允亮" userId="12e1d508-426e-4c6a-b43b-7681266f9ca9" providerId="ADAL" clId="{D8E95375-B96A-A149-A5CB-FACFD16ECE8A}" dt="2026-03-14T04:44:27.853" v="756"/>
          <ac:spMkLst>
            <pc:docMk/>
            <pc:sldMk cId="3565654319" sldId="2147480766"/>
            <ac:spMk id="28" creationId="{DB8B0AC6-144A-0DB1-4C0E-9E2E81A04EBF}"/>
          </ac:spMkLst>
        </pc:spChg>
        <pc:spChg chg="del">
          <ac:chgData name="福元 允亮" userId="12e1d508-426e-4c6a-b43b-7681266f9ca9" providerId="ADAL" clId="{D8E95375-B96A-A149-A5CB-FACFD16ECE8A}" dt="2026-03-14T04:22:57.093" v="537" actId="478"/>
          <ac:spMkLst>
            <pc:docMk/>
            <pc:sldMk cId="3565654319" sldId="2147480766"/>
            <ac:spMk id="29" creationId="{9D444977-2135-366F-9419-1744B1706205}"/>
          </ac:spMkLst>
        </pc:spChg>
        <pc:spChg chg="mod">
          <ac:chgData name="福元 允亮" userId="12e1d508-426e-4c6a-b43b-7681266f9ca9" providerId="ADAL" clId="{D8E95375-B96A-A149-A5CB-FACFD16ECE8A}" dt="2026-03-14T04:26:17.981" v="684"/>
          <ac:spMkLst>
            <pc:docMk/>
            <pc:sldMk cId="3565654319" sldId="2147480766"/>
            <ac:spMk id="30" creationId="{E5055AEC-FE1C-49F3-ED4E-BC37964F8D7E}"/>
          </ac:spMkLst>
        </pc:spChg>
        <pc:spChg chg="add mod topLvl">
          <ac:chgData name="福元 允亮" userId="12e1d508-426e-4c6a-b43b-7681266f9ca9" providerId="ADAL" clId="{D8E95375-B96A-A149-A5CB-FACFD16ECE8A}" dt="2026-03-14T04:44:27.853" v="756"/>
          <ac:spMkLst>
            <pc:docMk/>
            <pc:sldMk cId="3565654319" sldId="2147480766"/>
            <ac:spMk id="31" creationId="{E7C93B8F-46B6-8919-1063-B21E683A17A2}"/>
          </ac:spMkLst>
        </pc:spChg>
        <pc:spChg chg="add mod">
          <ac:chgData name="福元 允亮" userId="12e1d508-426e-4c6a-b43b-7681266f9ca9" providerId="ADAL" clId="{D8E95375-B96A-A149-A5CB-FACFD16ECE8A}" dt="2026-03-14T04:44:27.853" v="756"/>
          <ac:spMkLst>
            <pc:docMk/>
            <pc:sldMk cId="3565654319" sldId="2147480766"/>
            <ac:spMk id="32" creationId="{F8B1029C-BAC1-D47F-72B6-200D252651F3}"/>
          </ac:spMkLst>
        </pc:spChg>
        <pc:spChg chg="add mod topLvl">
          <ac:chgData name="福元 允亮" userId="12e1d508-426e-4c6a-b43b-7681266f9ca9" providerId="ADAL" clId="{D8E95375-B96A-A149-A5CB-FACFD16ECE8A}" dt="2026-03-14T04:44:27.853" v="756"/>
          <ac:spMkLst>
            <pc:docMk/>
            <pc:sldMk cId="3565654319" sldId="2147480766"/>
            <ac:spMk id="33" creationId="{A2A252E3-717B-7B30-746D-518FC1A5CFF0}"/>
          </ac:spMkLst>
        </pc:spChg>
        <pc:spChg chg="add mod">
          <ac:chgData name="福元 允亮" userId="12e1d508-426e-4c6a-b43b-7681266f9ca9" providerId="ADAL" clId="{D8E95375-B96A-A149-A5CB-FACFD16ECE8A}" dt="2026-03-14T04:44:27.853" v="756"/>
          <ac:spMkLst>
            <pc:docMk/>
            <pc:sldMk cId="3565654319" sldId="2147480766"/>
            <ac:spMk id="34" creationId="{3401550E-E48E-D21A-802E-748D8D981ECC}"/>
          </ac:spMkLst>
        </pc:spChg>
        <pc:spChg chg="add mod">
          <ac:chgData name="福元 允亮" userId="12e1d508-426e-4c6a-b43b-7681266f9ca9" providerId="ADAL" clId="{D8E95375-B96A-A149-A5CB-FACFD16ECE8A}" dt="2026-03-14T04:44:27.853" v="756"/>
          <ac:spMkLst>
            <pc:docMk/>
            <pc:sldMk cId="3565654319" sldId="2147480766"/>
            <ac:spMk id="35" creationId="{06EF616A-B154-C97D-D470-87F8D06DB029}"/>
          </ac:spMkLst>
        </pc:spChg>
        <pc:spChg chg="add mod topLvl">
          <ac:chgData name="福元 允亮" userId="12e1d508-426e-4c6a-b43b-7681266f9ca9" providerId="ADAL" clId="{D8E95375-B96A-A149-A5CB-FACFD16ECE8A}" dt="2026-03-14T04:44:29.705" v="758"/>
          <ac:spMkLst>
            <pc:docMk/>
            <pc:sldMk cId="3565654319" sldId="2147480766"/>
            <ac:spMk id="36" creationId="{6E1CD3FB-A625-ED5D-F13C-974B4059778C}"/>
          </ac:spMkLst>
        </pc:spChg>
        <pc:spChg chg="add mod">
          <ac:chgData name="福元 允亮" userId="12e1d508-426e-4c6a-b43b-7681266f9ca9" providerId="ADAL" clId="{D8E95375-B96A-A149-A5CB-FACFD16ECE8A}" dt="2026-03-14T04:44:29.705" v="758"/>
          <ac:spMkLst>
            <pc:docMk/>
            <pc:sldMk cId="3565654319" sldId="2147480766"/>
            <ac:spMk id="37" creationId="{541BD979-5084-7454-D128-C2B7AA4FACF6}"/>
          </ac:spMkLst>
        </pc:spChg>
        <pc:spChg chg="add mod topLvl">
          <ac:chgData name="福元 允亮" userId="12e1d508-426e-4c6a-b43b-7681266f9ca9" providerId="ADAL" clId="{D8E95375-B96A-A149-A5CB-FACFD16ECE8A}" dt="2026-03-14T04:44:29.705" v="758"/>
          <ac:spMkLst>
            <pc:docMk/>
            <pc:sldMk cId="3565654319" sldId="2147480766"/>
            <ac:spMk id="38" creationId="{B2C57BCE-BADB-66A3-F90D-802CD9DDCF9F}"/>
          </ac:spMkLst>
        </pc:spChg>
        <pc:spChg chg="add mod">
          <ac:chgData name="福元 允亮" userId="12e1d508-426e-4c6a-b43b-7681266f9ca9" providerId="ADAL" clId="{D8E95375-B96A-A149-A5CB-FACFD16ECE8A}" dt="2026-03-14T04:44:31.733" v="760"/>
          <ac:spMkLst>
            <pc:docMk/>
            <pc:sldMk cId="3565654319" sldId="2147480766"/>
            <ac:spMk id="39" creationId="{CC9A4580-035E-0482-3E55-6E9B3D12837B}"/>
          </ac:spMkLst>
        </pc:spChg>
        <pc:grpChg chg="add mod">
          <ac:chgData name="福元 允亮" userId="12e1d508-426e-4c6a-b43b-7681266f9ca9" providerId="ADAL" clId="{D8E95375-B96A-A149-A5CB-FACFD16ECE8A}" dt="2026-03-14T04:26:17.981" v="689"/>
          <ac:grpSpMkLst>
            <pc:docMk/>
            <pc:sldMk cId="3565654319" sldId="2147480766"/>
            <ac:grpSpMk id="6" creationId="{1C3E6DE3-59C4-402D-43D5-3D76D42B94CA}"/>
          </ac:grpSpMkLst>
        </pc:grpChg>
        <pc:grpChg chg="add mod">
          <ac:chgData name="福元 允亮" userId="12e1d508-426e-4c6a-b43b-7681266f9ca9" providerId="ADAL" clId="{D8E95375-B96A-A149-A5CB-FACFD16ECE8A}" dt="2026-03-14T04:27:47.041" v="742" actId="554"/>
          <ac:grpSpMkLst>
            <pc:docMk/>
            <pc:sldMk cId="3565654319" sldId="2147480766"/>
            <ac:grpSpMk id="40" creationId="{E798AB03-13DD-0605-4E26-73BEB7721A6B}"/>
          </ac:grpSpMkLst>
        </pc:grpChg>
        <pc:grpChg chg="mod">
          <ac:chgData name="福元 允亮" userId="12e1d508-426e-4c6a-b43b-7681266f9ca9" providerId="ADAL" clId="{D8E95375-B96A-A149-A5CB-FACFD16ECE8A}" dt="2026-03-14T04:26:29.842" v="708" actId="1035"/>
          <ac:grpSpMkLst>
            <pc:docMk/>
            <pc:sldMk cId="3565654319" sldId="2147480766"/>
            <ac:grpSpMk id="51" creationId="{5342381F-652B-7D37-8CB3-8364F21EAF31}"/>
          </ac:grpSpMkLst>
        </pc:grpChg>
        <pc:graphicFrameChg chg="mod">
          <ac:chgData name="福元 允亮" userId="12e1d508-426e-4c6a-b43b-7681266f9ca9" providerId="ADAL" clId="{D8E95375-B96A-A149-A5CB-FACFD16ECE8A}" dt="2026-03-14T04:26:17.983" v="702"/>
          <ac:graphicFrameMkLst>
            <pc:docMk/>
            <pc:sldMk cId="3565654319" sldId="2147480766"/>
            <ac:graphicFrameMk id="8" creationId="{2AAAC022-9BE2-E88E-5F0E-3A72D59D74F5}"/>
          </ac:graphicFrameMkLst>
        </pc:graphicFrameChg>
        <pc:cxnChg chg="mod">
          <ac:chgData name="福元 允亮" userId="12e1d508-426e-4c6a-b43b-7681266f9ca9" providerId="ADAL" clId="{D8E95375-B96A-A149-A5CB-FACFD16ECE8A}" dt="2026-03-14T04:25:00.671" v="576" actId="571"/>
          <ac:cxnSpMkLst>
            <pc:docMk/>
            <pc:sldMk cId="3565654319" sldId="2147480766"/>
            <ac:cxnSpMk id="9" creationId="{4DC2F926-E13B-EF3F-0F08-3E2DEE820116}"/>
          </ac:cxnSpMkLst>
        </pc:cxnChg>
        <pc:cxnChg chg="mod">
          <ac:chgData name="福元 允亮" userId="12e1d508-426e-4c6a-b43b-7681266f9ca9" providerId="ADAL" clId="{D8E95375-B96A-A149-A5CB-FACFD16ECE8A}" dt="2026-03-14T04:25:00.671" v="576" actId="571"/>
          <ac:cxnSpMkLst>
            <pc:docMk/>
            <pc:sldMk cId="3565654319" sldId="2147480766"/>
            <ac:cxnSpMk id="11" creationId="{F663686F-A8D9-593E-20EB-9B242E19B6F8}"/>
          </ac:cxnSpMkLst>
        </pc:cxnChg>
        <pc:cxnChg chg="mod">
          <ac:chgData name="福元 允亮" userId="12e1d508-426e-4c6a-b43b-7681266f9ca9" providerId="ADAL" clId="{D8E95375-B96A-A149-A5CB-FACFD16ECE8A}" dt="2026-03-14T04:25:00.671" v="576" actId="571"/>
          <ac:cxnSpMkLst>
            <pc:docMk/>
            <pc:sldMk cId="3565654319" sldId="2147480766"/>
            <ac:cxnSpMk id="13" creationId="{54B3A68E-4E8C-4029-C7E1-9307706105DF}"/>
          </ac:cxnSpMkLst>
        </pc:cxnChg>
      </pc:sldChg>
      <pc:sldChg chg="add del">
        <pc:chgData name="福元 允亮" userId="12e1d508-426e-4c6a-b43b-7681266f9ca9" providerId="ADAL" clId="{D8E95375-B96A-A149-A5CB-FACFD16ECE8A}" dt="2026-03-14T04:29:03.179" v="748" actId="2696"/>
        <pc:sldMkLst>
          <pc:docMk/>
          <pc:sldMk cId="3491563622" sldId="2147480767"/>
        </pc:sldMkLst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2026/3/14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4F4C-4CFD-1A1B-A4AD-4B080A16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AAAC022-9BE2-E88E-5F0E-3A72D59D74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1178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AAC022-9BE2-E88E-5F0E-3A72D59D74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BD8C0B6-8044-FFE2-506B-C0EDA0D8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9F911-1F45-B99D-CBD4-A6B4B4EF43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055AEC-FE1C-49F3-ED4E-BC37964F8D7E}"/>
              </a:ext>
            </a:extLst>
          </p:cNvPr>
          <p:cNvSpPr txBox="1"/>
          <p:nvPr/>
        </p:nvSpPr>
        <p:spPr>
          <a:xfrm>
            <a:off x="8705088" y="1659114"/>
            <a:ext cx="3113712" cy="4774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2000" b="1">
                <a:latin typeface="+mn-ea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FA1F1-03E3-FE5A-433E-7D0CFE9E1023}"/>
              </a:ext>
            </a:extLst>
          </p:cNvPr>
          <p:cNvSpPr txBox="1"/>
          <p:nvPr/>
        </p:nvSpPr>
        <p:spPr>
          <a:xfrm>
            <a:off x="3568779" y="1624687"/>
            <a:ext cx="4858682" cy="28315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 defTabSz="288000">
              <a:spcAft>
                <a:spcPts val="600"/>
              </a:spcAft>
            </a:pPr>
            <a:r>
              <a:rPr kumimoji="1" lang="en-GB" b="1">
                <a:latin typeface="+mn-ea"/>
              </a:rPr>
              <a:t>Filter1</a:t>
            </a: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+mn-ea"/>
              </a:rPr>
              <a:t>Filter1-Feature1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+mn-ea"/>
              </a:rPr>
              <a:t>Filter1-Feature2</a:t>
            </a:r>
          </a:p>
          <a:p>
            <a:pPr defTabSz="288000">
              <a:spcAft>
                <a:spcPts val="600"/>
              </a:spcAft>
            </a:pPr>
            <a:r>
              <a:rPr lang="en-GB" b="1">
                <a:latin typeface="+mn-ea"/>
              </a:rPr>
              <a:t>Filter2</a:t>
            </a:r>
            <a:endParaRPr lang="en-GB" sz="1400" b="1">
              <a:latin typeface="+mn-ea"/>
            </a:endParaRP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+mn-ea"/>
              </a:rPr>
              <a:t>Filter2-Feature1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+mn-ea"/>
              </a:rPr>
              <a:t>Filter2-Feature2</a:t>
            </a:r>
          </a:p>
          <a:p>
            <a:pPr defTabSz="288000">
              <a:spcAft>
                <a:spcPts val="600"/>
              </a:spcAft>
            </a:pPr>
            <a:r>
              <a:rPr lang="en-GB" b="1">
                <a:latin typeface="+mn-ea"/>
              </a:rPr>
              <a:t>Filter3</a:t>
            </a:r>
            <a:endParaRPr lang="en-GB" sz="1400" b="1">
              <a:latin typeface="+mn-ea"/>
            </a:endParaRP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+mn-ea"/>
              </a:rPr>
              <a:t>Filter3-Feature1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+mn-ea"/>
              </a:rPr>
              <a:t>Filter3-Feature2</a:t>
            </a: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8CE85510-0DAA-6A3E-6460-CFC22CC3F058}"/>
              </a:ext>
            </a:extLst>
          </p:cNvPr>
          <p:cNvSpPr/>
          <p:nvPr/>
        </p:nvSpPr>
        <p:spPr>
          <a:xfrm rot="10800000">
            <a:off x="370800" y="1802110"/>
            <a:ext cx="2387568" cy="3639916"/>
          </a:xfrm>
          <a:prstGeom prst="trapezoid">
            <a:avLst>
              <a:gd name="adj" fmla="val 3791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GB" sz="14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294DD6-AF18-3731-E9F9-0B4AFB7859FB}"/>
              </a:ext>
            </a:extLst>
          </p:cNvPr>
          <p:cNvSpPr/>
          <p:nvPr/>
        </p:nvSpPr>
        <p:spPr>
          <a:xfrm>
            <a:off x="624207" y="2379734"/>
            <a:ext cx="1880754" cy="463827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Filter1</a:t>
            </a:r>
            <a:endParaRPr kumimoji="1"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60907AD-F744-885C-6D3F-090580FFDFBD}"/>
              </a:ext>
            </a:extLst>
          </p:cNvPr>
          <p:cNvSpPr/>
          <p:nvPr/>
        </p:nvSpPr>
        <p:spPr>
          <a:xfrm>
            <a:off x="909957" y="3719916"/>
            <a:ext cx="1309255" cy="463827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Filter2</a:t>
            </a:r>
            <a:endParaRPr kumimoji="1"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82F690-EDF1-6811-B83C-E4D5538CD8D4}"/>
              </a:ext>
            </a:extLst>
          </p:cNvPr>
          <p:cNvSpPr/>
          <p:nvPr/>
        </p:nvSpPr>
        <p:spPr>
          <a:xfrm>
            <a:off x="1146008" y="5098296"/>
            <a:ext cx="837153" cy="463827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Filter3</a:t>
            </a:r>
            <a:endParaRPr kumimoji="1" lang="en-GB" sz="1400" b="1" dirty="0" err="1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3E6DE3-59C4-402D-43D5-3D76D42B94CA}"/>
              </a:ext>
            </a:extLst>
          </p:cNvPr>
          <p:cNvGrpSpPr/>
          <p:nvPr/>
        </p:nvGrpSpPr>
        <p:grpSpPr>
          <a:xfrm rot="5400000">
            <a:off x="1404704" y="5699185"/>
            <a:ext cx="319756" cy="313425"/>
            <a:chOff x="370800" y="3037787"/>
            <a:chExt cx="623113" cy="89424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C2F926-E13B-EF3F-0F08-3E2DEE820116}"/>
                </a:ext>
              </a:extLst>
            </p:cNvPr>
            <p:cNvCxnSpPr/>
            <p:nvPr/>
          </p:nvCxnSpPr>
          <p:spPr>
            <a:xfrm>
              <a:off x="370800" y="3037787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663686F-A8D9-593E-20EB-9B242E19B6F8}"/>
                </a:ext>
              </a:extLst>
            </p:cNvPr>
            <p:cNvCxnSpPr/>
            <p:nvPr/>
          </p:nvCxnSpPr>
          <p:spPr>
            <a:xfrm>
              <a:off x="370800" y="3484908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4B3A68E-4E8C-4029-C7E1-9307706105DF}"/>
                </a:ext>
              </a:extLst>
            </p:cNvPr>
            <p:cNvCxnSpPr/>
            <p:nvPr/>
          </p:nvCxnSpPr>
          <p:spPr>
            <a:xfrm>
              <a:off x="370800" y="3932028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F9C535E-1545-89B9-DB82-F8DB5909B108}"/>
              </a:ext>
            </a:extLst>
          </p:cNvPr>
          <p:cNvSpPr/>
          <p:nvPr/>
        </p:nvSpPr>
        <p:spPr>
          <a:xfrm>
            <a:off x="685123" y="1909257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0B7A51-9BAE-C233-E589-74E17418CA9B}"/>
              </a:ext>
            </a:extLst>
          </p:cNvPr>
          <p:cNvSpPr/>
          <p:nvPr/>
        </p:nvSpPr>
        <p:spPr>
          <a:xfrm>
            <a:off x="909956" y="2069135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72145C-60BB-90F2-262A-E7D920EA4C91}"/>
              </a:ext>
            </a:extLst>
          </p:cNvPr>
          <p:cNvSpPr/>
          <p:nvPr/>
        </p:nvSpPr>
        <p:spPr>
          <a:xfrm>
            <a:off x="1027403" y="19022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DF55853-3CCA-125B-84E6-7522AC382BD6}"/>
              </a:ext>
            </a:extLst>
          </p:cNvPr>
          <p:cNvSpPr/>
          <p:nvPr/>
        </p:nvSpPr>
        <p:spPr>
          <a:xfrm>
            <a:off x="1179803" y="20546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941D313-1DD7-654C-AF87-025C7CE29659}"/>
              </a:ext>
            </a:extLst>
          </p:cNvPr>
          <p:cNvSpPr/>
          <p:nvPr/>
        </p:nvSpPr>
        <p:spPr>
          <a:xfrm>
            <a:off x="1423572" y="20546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09D87E-F3B4-772F-9752-ED4D5F7BB300}"/>
              </a:ext>
            </a:extLst>
          </p:cNvPr>
          <p:cNvSpPr/>
          <p:nvPr/>
        </p:nvSpPr>
        <p:spPr>
          <a:xfrm>
            <a:off x="1569032" y="19022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E55677-9ED4-3EE1-1317-7BDBB3603D52}"/>
              </a:ext>
            </a:extLst>
          </p:cNvPr>
          <p:cNvSpPr/>
          <p:nvPr/>
        </p:nvSpPr>
        <p:spPr>
          <a:xfrm>
            <a:off x="1751194" y="20546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1A528D-C8A4-DDCD-B1BD-4A9AD2FC296C}"/>
              </a:ext>
            </a:extLst>
          </p:cNvPr>
          <p:cNvSpPr/>
          <p:nvPr/>
        </p:nvSpPr>
        <p:spPr>
          <a:xfrm>
            <a:off x="1949467" y="190223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C43B7C-5676-064D-9EBE-77C1E49105E3}"/>
              </a:ext>
            </a:extLst>
          </p:cNvPr>
          <p:cNvSpPr/>
          <p:nvPr/>
        </p:nvSpPr>
        <p:spPr>
          <a:xfrm>
            <a:off x="2059333" y="2069135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561F620-FE0F-E375-3983-6C0ED6777D18}"/>
              </a:ext>
            </a:extLst>
          </p:cNvPr>
          <p:cNvSpPr/>
          <p:nvPr/>
        </p:nvSpPr>
        <p:spPr>
          <a:xfrm>
            <a:off x="2246830" y="1909257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342381F-652B-7D37-8CB3-8364F21EAF31}"/>
              </a:ext>
            </a:extLst>
          </p:cNvPr>
          <p:cNvGrpSpPr/>
          <p:nvPr/>
        </p:nvGrpSpPr>
        <p:grpSpPr>
          <a:xfrm rot="5400000">
            <a:off x="1404704" y="1506938"/>
            <a:ext cx="319756" cy="555253"/>
            <a:chOff x="370800" y="3037787"/>
            <a:chExt cx="623113" cy="894241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57B84F5-B28A-FAFB-E97B-A350C7A0B927}"/>
                </a:ext>
              </a:extLst>
            </p:cNvPr>
            <p:cNvCxnSpPr/>
            <p:nvPr/>
          </p:nvCxnSpPr>
          <p:spPr>
            <a:xfrm>
              <a:off x="370800" y="3037787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C370509-E3BB-A3B9-8A77-8F4CFE87EBB8}"/>
                </a:ext>
              </a:extLst>
            </p:cNvPr>
            <p:cNvCxnSpPr/>
            <p:nvPr/>
          </p:nvCxnSpPr>
          <p:spPr>
            <a:xfrm>
              <a:off x="370800" y="3484908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5277540A-3EE7-07EB-8555-C766EE631E34}"/>
                </a:ext>
              </a:extLst>
            </p:cNvPr>
            <p:cNvCxnSpPr/>
            <p:nvPr/>
          </p:nvCxnSpPr>
          <p:spPr>
            <a:xfrm>
              <a:off x="370800" y="3932028"/>
              <a:ext cx="62311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F3DCC6DE-573F-40D2-2FA4-0713D20F8153}"/>
              </a:ext>
            </a:extLst>
          </p:cNvPr>
          <p:cNvSpPr/>
          <p:nvPr/>
        </p:nvSpPr>
        <p:spPr>
          <a:xfrm>
            <a:off x="535821" y="2069135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BD6B22-C673-4EBC-053F-0FB0436B4094}"/>
              </a:ext>
            </a:extLst>
          </p:cNvPr>
          <p:cNvSpPr/>
          <p:nvPr/>
        </p:nvSpPr>
        <p:spPr>
          <a:xfrm>
            <a:off x="2395091" y="2069135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B8B0AC6-144A-0DB1-4C0E-9E2E81A04EBF}"/>
              </a:ext>
            </a:extLst>
          </p:cNvPr>
          <p:cNvSpPr/>
          <p:nvPr/>
        </p:nvSpPr>
        <p:spPr>
          <a:xfrm>
            <a:off x="1027403" y="3074221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7C93B8F-46B6-8919-1063-B21E683A17A2}"/>
              </a:ext>
            </a:extLst>
          </p:cNvPr>
          <p:cNvSpPr/>
          <p:nvPr/>
        </p:nvSpPr>
        <p:spPr>
          <a:xfrm>
            <a:off x="1179803" y="3226621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B1029C-BAC1-D47F-72B6-200D252651F3}"/>
              </a:ext>
            </a:extLst>
          </p:cNvPr>
          <p:cNvSpPr/>
          <p:nvPr/>
        </p:nvSpPr>
        <p:spPr>
          <a:xfrm>
            <a:off x="1423572" y="3226621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2A252E3-717B-7B30-746D-518FC1A5CFF0}"/>
              </a:ext>
            </a:extLst>
          </p:cNvPr>
          <p:cNvSpPr/>
          <p:nvPr/>
        </p:nvSpPr>
        <p:spPr>
          <a:xfrm>
            <a:off x="1569032" y="3074221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401550E-E48E-D21A-802E-748D8D981ECC}"/>
              </a:ext>
            </a:extLst>
          </p:cNvPr>
          <p:cNvSpPr/>
          <p:nvPr/>
        </p:nvSpPr>
        <p:spPr>
          <a:xfrm>
            <a:off x="1751194" y="3226621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6EF616A-B154-C97D-D470-87F8D06DB029}"/>
              </a:ext>
            </a:extLst>
          </p:cNvPr>
          <p:cNvSpPr/>
          <p:nvPr/>
        </p:nvSpPr>
        <p:spPr>
          <a:xfrm>
            <a:off x="1949467" y="3074221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1CD3FB-A625-ED5D-F13C-974B4059778C}"/>
              </a:ext>
            </a:extLst>
          </p:cNvPr>
          <p:cNvSpPr/>
          <p:nvPr/>
        </p:nvSpPr>
        <p:spPr>
          <a:xfrm>
            <a:off x="1423572" y="4385439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41BD979-5084-7454-D128-C2B7AA4FACF6}"/>
              </a:ext>
            </a:extLst>
          </p:cNvPr>
          <p:cNvSpPr/>
          <p:nvPr/>
        </p:nvSpPr>
        <p:spPr>
          <a:xfrm>
            <a:off x="1751194" y="4455160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2C57BCE-BADB-66A3-F90D-802CD9DDCF9F}"/>
              </a:ext>
            </a:extLst>
          </p:cNvPr>
          <p:cNvSpPr/>
          <p:nvPr/>
        </p:nvSpPr>
        <p:spPr>
          <a:xfrm>
            <a:off x="1179803" y="4653006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C9A4580-035E-0482-3E55-6E9B3D12837B}"/>
              </a:ext>
            </a:extLst>
          </p:cNvPr>
          <p:cNvSpPr/>
          <p:nvPr/>
        </p:nvSpPr>
        <p:spPr>
          <a:xfrm>
            <a:off x="1470637" y="6150524"/>
            <a:ext cx="159878" cy="15987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6543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0ae734c6-b731-48fe-9f9a-77498299e3e1"/>
    <ds:schemaRef ds:uri="17f56e19-48dc-4865-971f-f3b491f58a87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65</TotalTime>
  <Words>20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2026-03-14T04:45:02Z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