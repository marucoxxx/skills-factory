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8738D5-2550-AF4F-981D-A8C1866BE157}" v="22" dt="2026-03-12T07:19:10.499"/>
    <p1510:client id="{4FB9097D-FD44-E242-A68C-2137823CC664}" v="27" dt="2026-03-12T04:26:30.195"/>
    <p1510:client id="{677DA6F4-90AE-E448-B5D9-A10FB8393A34}" v="15" dt="2026-03-12T04:33:13.842"/>
    <p1510:client id="{AC588B71-8A63-AE44-991A-D134873EC35A}" v="4" dt="2026-03-11T12:17:57.6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91"/>
    <p:restoredTop sz="94715"/>
  </p:normalViewPr>
  <p:slideViewPr>
    <p:cSldViewPr snapToGrid="0">
      <p:cViewPr varScale="1">
        <p:scale>
          <a:sx n="71" d="100"/>
          <a:sy n="71" d="100"/>
        </p:scale>
        <p:origin x="168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  <pc:spChg chg="mod">
          <ac:chgData name="福元 允亮" userId="12e1d508-426e-4c6a-b43b-7681266f9ca9" providerId="ADAL" clId="{4FB9097D-FD44-E242-A68C-2137823CC664}" dt="2026-03-12T01:15:21.182" v="127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4FB9097D-FD44-E242-A68C-2137823CC664}" dt="2026-03-12T01:15:23.816" v="173" actId="20577"/>
          <ac:spMkLst>
            <pc:docMk/>
            <pc:sldMk cId="3001053428" sldId="2147480764"/>
            <ac:spMk id="3" creationId="{12D73F1F-49C9-5A45-B9E8-D6F68FC949FD}"/>
          </ac:spMkLst>
        </pc:spChg>
        <pc:spChg chg="add mod">
          <ac:chgData name="福元 允亮" userId="12e1d508-426e-4c6a-b43b-7681266f9ca9" providerId="ADAL" clId="{4FB9097D-FD44-E242-A68C-2137823CC664}" dt="2026-03-12T04:26:49.545" v="184" actId="120"/>
          <ac:spMkLst>
            <pc:docMk/>
            <pc:sldMk cId="3001053428" sldId="2147480764"/>
            <ac:spMk id="4" creationId="{ED855630-7FA9-D611-027B-9EF6C22D0D51}"/>
          </ac:spMkLst>
        </pc:spChg>
        <pc:spChg chg="mod">
          <ac:chgData name="福元 允亮" userId="12e1d508-426e-4c6a-b43b-7681266f9ca9" providerId="ADAL" clId="{4FB9097D-FD44-E242-A68C-2137823CC664}" dt="2026-03-12T04:26:49.545" v="184" actId="120"/>
          <ac:spMkLst>
            <pc:docMk/>
            <pc:sldMk cId="3001053428" sldId="2147480764"/>
            <ac:spMk id="5" creationId="{4A7177CA-161C-EF85-103E-002BC2F1B127}"/>
          </ac:spMkLst>
        </pc:spChg>
        <pc:spChg chg="add mod">
          <ac:chgData name="福元 允亮" userId="12e1d508-426e-4c6a-b43b-7681266f9ca9" providerId="ADAL" clId="{4FB9097D-FD44-E242-A68C-2137823CC664}" dt="2026-03-12T04:26:49.545" v="184" actId="120"/>
          <ac:spMkLst>
            <pc:docMk/>
            <pc:sldMk cId="3001053428" sldId="2147480764"/>
            <ac:spMk id="6" creationId="{B7AA08F5-F384-40E3-948F-1F0090C78239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7" creationId="{3F365AD3-3289-7FCC-02A4-BF0A822B1698}"/>
          </ac:spMkLst>
        </pc:spChg>
        <pc:spChg chg="add del mod modVis">
          <ac:chgData name="福元 允亮" userId="12e1d508-426e-4c6a-b43b-7681266f9ca9" providerId="ADAL" clId="{4FB9097D-FD44-E242-A68C-2137823CC664}" dt="2026-03-12T01:15:21.204" v="149"/>
          <ac:spMkLst>
            <pc:docMk/>
            <pc:sldMk cId="3001053428" sldId="2147480764"/>
            <ac:spMk id="7" creationId="{AB328A99-3B33-27E8-4E34-2472A92F4BAC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8" creationId="{98565ABF-27AA-F09E-54D9-C647162C847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0" creationId="{C52A216C-B922-516A-BC38-48BE96CA454D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2" creationId="{BC62F346-55B2-65CF-6F70-96C04770D255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3" creationId="{1F9D2BEE-10F8-EB1A-AEE2-76A3E0267C38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5" creationId="{86E660AE-C710-D174-7680-634FE8C4E70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7" creationId="{C2448350-D863-7725-AB5E-417FF1711A17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8" creationId="{149BA5AE-3E3B-69C2-46FA-92B09F97239F}"/>
          </ac:spMkLst>
        </pc:spChg>
        <pc:spChg chg="add mod">
          <ac:chgData name="福元 允亮" userId="12e1d508-426e-4c6a-b43b-7681266f9ca9" providerId="ADAL" clId="{4FB9097D-FD44-E242-A68C-2137823CC664}" dt="2026-03-12T04:26:49.545" v="184" actId="120"/>
          <ac:spMkLst>
            <pc:docMk/>
            <pc:sldMk cId="3001053428" sldId="2147480764"/>
            <ac:spMk id="19" creationId="{15C312C3-B792-0E1E-37D3-C0AFBDAB9876}"/>
          </ac:spMkLst>
        </pc:spChg>
        <pc:spChg chg="add del">
          <ac:chgData name="福元 允亮" userId="12e1d508-426e-4c6a-b43b-7681266f9ca9" providerId="ADAL" clId="{4FB9097D-FD44-E242-A68C-2137823CC664}" dt="2026-03-12T00:09:33.575" v="86" actId="22"/>
          <ac:spMkLst>
            <pc:docMk/>
            <pc:sldMk cId="3001053428" sldId="2147480764"/>
            <ac:spMk id="23" creationId="{108767E5-78CD-135D-0209-47FA47D62CD3}"/>
          </ac:spMkLst>
        </pc:spChg>
        <pc:spChg chg="add mod">
          <ac:chgData name="福元 允亮" userId="12e1d508-426e-4c6a-b43b-7681266f9ca9" providerId="ADAL" clId="{4FB9097D-FD44-E242-A68C-2137823CC664}" dt="2026-03-12T00:11:26.003" v="114" actId="14100"/>
          <ac:spMkLst>
            <pc:docMk/>
            <pc:sldMk cId="3001053428" sldId="2147480764"/>
            <ac:spMk id="24" creationId="{02A5F4DA-87DB-392D-EBD3-E36D401BB200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55" creationId="{ED6C6249-F2DD-1D32-FEC2-BCA507AB235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56" creationId="{ED2C186C-29AB-7819-027A-D2935C73D69B}"/>
          </ac:spMkLst>
        </pc:spChg>
        <pc:graphicFrameChg chg="add mod modVis">
          <ac:chgData name="福元 允亮" userId="12e1d508-426e-4c6a-b43b-7681266f9ca9" providerId="ADAL" clId="{4FB9097D-FD44-E242-A68C-2137823CC664}" dt="2026-03-12T01:15:21.236" v="16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27" creationId="{4D6B78DD-B7F3-E20D-A1FD-1481D5507F19}"/>
          </ac:cxnSpMkLst>
        </pc:cxn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29" creationId="{2AC1004F-5C57-C955-3240-06FA2B0B6792}"/>
          </ac:cxnSpMkLst>
        </pc:cxn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33" creationId="{FB15D824-C8EB-835E-255A-375434A8AFC3}"/>
          </ac:cxnSpMkLst>
        </pc:cxnChg>
        <pc:cxnChg chg="add mod">
          <ac:chgData name="福元 允亮" userId="12e1d508-426e-4c6a-b43b-7681266f9ca9" providerId="ADAL" clId="{4FB9097D-FD44-E242-A68C-2137823CC664}" dt="2026-03-12T00:11:09.548" v="113" actId="14100"/>
          <ac:cxnSpMkLst>
            <pc:docMk/>
            <pc:sldMk cId="3001053428" sldId="2147480764"/>
            <ac:cxnSpMk id="39" creationId="{2CF57C89-C1DA-9B4A-FC69-7ADC5E29ED42}"/>
          </ac:cxnSpMkLst>
        </pc:cxnChg>
        <pc:cxnChg chg="add mod">
          <ac:chgData name="福元 允亮" userId="12e1d508-426e-4c6a-b43b-7681266f9ca9" providerId="ADAL" clId="{4FB9097D-FD44-E242-A68C-2137823CC664}" dt="2026-03-12T00:11:09.548" v="113" actId="14100"/>
          <ac:cxnSpMkLst>
            <pc:docMk/>
            <pc:sldMk cId="3001053428" sldId="2147480764"/>
            <ac:cxnSpMk id="41" creationId="{CE764E05-5CB7-0C63-675E-35B8AF2C70BD}"/>
          </ac:cxnSpMkLst>
        </pc:cxnChg>
        <pc:cxnChg chg="add del mod">
          <ac:chgData name="福元 允亮" userId="12e1d508-426e-4c6a-b43b-7681266f9ca9" providerId="ADAL" clId="{4FB9097D-FD44-E242-A68C-2137823CC664}" dt="2026-03-12T00:10:49.715" v="109" actId="21"/>
          <ac:cxnSpMkLst>
            <pc:docMk/>
            <pc:sldMk cId="3001053428" sldId="2147480764"/>
            <ac:cxnSpMk id="42" creationId="{CDF74761-22B8-3458-4595-A6EF69A136FE}"/>
          </ac:cxnSpMkLst>
        </pc:cxnChg>
        <pc:cxnChg chg="add mod">
          <ac:chgData name="福元 允亮" userId="12e1d508-426e-4c6a-b43b-7681266f9ca9" providerId="ADAL" clId="{4FB9097D-FD44-E242-A68C-2137823CC664}" dt="2026-03-12T00:11:09.548" v="113" actId="14100"/>
          <ac:cxnSpMkLst>
            <pc:docMk/>
            <pc:sldMk cId="3001053428" sldId="2147480764"/>
            <ac:cxnSpMk id="47" creationId="{DFD73CAC-FA12-AEA1-7C55-AD3C346A4540}"/>
          </ac:cxnSpMkLst>
        </pc:cxnChg>
      </pc:sldChg>
    </pc:docChg>
  </pc:docChgLst>
  <pc:docChgLst>
    <pc:chgData name="福元 允亮" userId="12e1d508-426e-4c6a-b43b-7681266f9ca9" providerId="ADAL" clId="{3F8738D5-2550-AF4F-981D-A8C1866BE157}"/>
    <pc:docChg chg="undo custSel modSld">
      <pc:chgData name="福元 允亮" userId="12e1d508-426e-4c6a-b43b-7681266f9ca9" providerId="ADAL" clId="{3F8738D5-2550-AF4F-981D-A8C1866BE157}" dt="2026-03-12T07:19:16.668" v="249" actId="3064"/>
      <pc:docMkLst>
        <pc:docMk/>
      </pc:docMkLst>
      <pc:sldChg chg="addSp delSp modSp mod">
        <pc:chgData name="福元 允亮" userId="12e1d508-426e-4c6a-b43b-7681266f9ca9" providerId="ADAL" clId="{3F8738D5-2550-AF4F-981D-A8C1866BE157}" dt="2026-03-12T07:19:16.668" v="249" actId="3064"/>
        <pc:sldMkLst>
          <pc:docMk/>
          <pc:sldMk cId="3001053428" sldId="2147480764"/>
        </pc:sldMkLst>
        <pc:spChg chg="add mod topLvl">
          <ac:chgData name="福元 允亮" userId="12e1d508-426e-4c6a-b43b-7681266f9ca9" providerId="ADAL" clId="{3F8738D5-2550-AF4F-981D-A8C1866BE157}" dt="2026-03-12T06:56:06.925" v="195" actId="165"/>
          <ac:spMkLst>
            <pc:docMk/>
            <pc:sldMk cId="3001053428" sldId="2147480764"/>
            <ac:spMk id="4" creationId="{F9F398D3-2F6B-A011-1C1D-9A8C12E59113}"/>
          </ac:spMkLst>
        </pc:spChg>
        <pc:spChg chg="add mod topLvl">
          <ac:chgData name="福元 允亮" userId="12e1d508-426e-4c6a-b43b-7681266f9ca9" providerId="ADAL" clId="{3F8738D5-2550-AF4F-981D-A8C1866BE157}" dt="2026-03-12T06:56:06.925" v="195" actId="165"/>
          <ac:spMkLst>
            <pc:docMk/>
            <pc:sldMk cId="3001053428" sldId="2147480764"/>
            <ac:spMk id="5" creationId="{6D6889C1-5BFA-C557-CB37-1967325CB392}"/>
          </ac:spMkLst>
        </pc:spChg>
        <pc:spChg chg="add mod topLvl">
          <ac:chgData name="福元 允亮" userId="12e1d508-426e-4c6a-b43b-7681266f9ca9" providerId="ADAL" clId="{3F8738D5-2550-AF4F-981D-A8C1866BE157}" dt="2026-03-12T06:55:31.569" v="169" actId="554"/>
          <ac:spMkLst>
            <pc:docMk/>
            <pc:sldMk cId="3001053428" sldId="2147480764"/>
            <ac:spMk id="6" creationId="{215A3D02-639A-3BC0-936E-0E8E4546D9C3}"/>
          </ac:spMkLst>
        </pc:spChg>
        <pc:spChg chg="mod">
          <ac:chgData name="福元 允亮" userId="12e1d508-426e-4c6a-b43b-7681266f9ca9" providerId="ADAL" clId="{3F8738D5-2550-AF4F-981D-A8C1866BE157}" dt="2026-03-12T06:53:50.504" v="109" actId="1036"/>
          <ac:spMkLst>
            <pc:docMk/>
            <pc:sldMk cId="3001053428" sldId="2147480764"/>
            <ac:spMk id="7" creationId="{07C5F1D5-1FB6-4AC9-95E6-C0578AC27158}"/>
          </ac:spMkLst>
        </pc:spChg>
        <pc:spChg chg="add mod topLvl">
          <ac:chgData name="福元 允亮" userId="12e1d508-426e-4c6a-b43b-7681266f9ca9" providerId="ADAL" clId="{3F8738D5-2550-AF4F-981D-A8C1866BE157}" dt="2026-03-12T06:52:53.047" v="102" actId="465"/>
          <ac:spMkLst>
            <pc:docMk/>
            <pc:sldMk cId="3001053428" sldId="2147480764"/>
            <ac:spMk id="9" creationId="{AE9D30EE-9FC7-65D7-CA88-9032B4FE6F29}"/>
          </ac:spMkLst>
        </pc:spChg>
        <pc:spChg chg="add mod topLvl">
          <ac:chgData name="福元 允亮" userId="12e1d508-426e-4c6a-b43b-7681266f9ca9" providerId="ADAL" clId="{3F8738D5-2550-AF4F-981D-A8C1866BE157}" dt="2026-03-12T06:52:53.047" v="102" actId="465"/>
          <ac:spMkLst>
            <pc:docMk/>
            <pc:sldMk cId="3001053428" sldId="2147480764"/>
            <ac:spMk id="10" creationId="{F093C981-CC74-DE2E-DB51-C1E5C72CAA4A}"/>
          </ac:spMkLst>
        </pc:spChg>
        <pc:spChg chg="del">
          <ac:chgData name="福元 允亮" userId="12e1d508-426e-4c6a-b43b-7681266f9ca9" providerId="ADAL" clId="{3F8738D5-2550-AF4F-981D-A8C1866BE157}" dt="2026-03-12T06:51:27.895" v="47" actId="478"/>
          <ac:spMkLst>
            <pc:docMk/>
            <pc:sldMk cId="3001053428" sldId="2147480764"/>
            <ac:spMk id="11" creationId="{C8567CF8-291A-D428-8755-8F667602279B}"/>
          </ac:spMkLst>
        </pc:spChg>
        <pc:spChg chg="del">
          <ac:chgData name="福元 允亮" userId="12e1d508-426e-4c6a-b43b-7681266f9ca9" providerId="ADAL" clId="{3F8738D5-2550-AF4F-981D-A8C1866BE157}" dt="2026-03-12T06:51:36.945" v="50" actId="478"/>
          <ac:spMkLst>
            <pc:docMk/>
            <pc:sldMk cId="3001053428" sldId="2147480764"/>
            <ac:spMk id="12" creationId="{F82347F0-C801-A574-F27B-03F65300A38D}"/>
          </ac:spMkLst>
        </pc:spChg>
        <pc:spChg chg="add mod topLvl">
          <ac:chgData name="福元 允亮" userId="12e1d508-426e-4c6a-b43b-7681266f9ca9" providerId="ADAL" clId="{3F8738D5-2550-AF4F-981D-A8C1866BE157}" dt="2026-03-12T06:52:53.047" v="102" actId="465"/>
          <ac:spMkLst>
            <pc:docMk/>
            <pc:sldMk cId="3001053428" sldId="2147480764"/>
            <ac:spMk id="13" creationId="{3EA67211-B74F-0557-8EB4-8823B0820C22}"/>
          </ac:spMkLst>
        </pc:spChg>
        <pc:spChg chg="del">
          <ac:chgData name="福元 允亮" userId="12e1d508-426e-4c6a-b43b-7681266f9ca9" providerId="ADAL" clId="{3F8738D5-2550-AF4F-981D-A8C1866BE157}" dt="2026-03-12T06:50:14.976" v="13" actId="478"/>
          <ac:spMkLst>
            <pc:docMk/>
            <pc:sldMk cId="3001053428" sldId="2147480764"/>
            <ac:spMk id="15" creationId="{3ACB9064-8F67-6D89-FE5D-2406BABB06BA}"/>
          </ac:spMkLst>
        </pc:spChg>
        <pc:spChg chg="add mod topLvl">
          <ac:chgData name="福元 允亮" userId="12e1d508-426e-4c6a-b43b-7681266f9ca9" providerId="ADAL" clId="{3F8738D5-2550-AF4F-981D-A8C1866BE157}" dt="2026-03-12T06:52:53.047" v="102" actId="465"/>
          <ac:spMkLst>
            <pc:docMk/>
            <pc:sldMk cId="3001053428" sldId="2147480764"/>
            <ac:spMk id="16" creationId="{FFB60D2D-C7BC-45CF-5BFD-DCB9780DAE75}"/>
          </ac:spMkLst>
        </pc:spChg>
        <pc:spChg chg="del">
          <ac:chgData name="福元 允亮" userId="12e1d508-426e-4c6a-b43b-7681266f9ca9" providerId="ADAL" clId="{3F8738D5-2550-AF4F-981D-A8C1866BE157}" dt="2026-03-12T06:50:14.976" v="13" actId="478"/>
          <ac:spMkLst>
            <pc:docMk/>
            <pc:sldMk cId="3001053428" sldId="2147480764"/>
            <ac:spMk id="17" creationId="{BE31BF69-1397-60DD-E63E-E516C3D416ED}"/>
          </ac:spMkLst>
        </pc:spChg>
        <pc:spChg chg="del">
          <ac:chgData name="福元 允亮" userId="12e1d508-426e-4c6a-b43b-7681266f9ca9" providerId="ADAL" clId="{3F8738D5-2550-AF4F-981D-A8C1866BE157}" dt="2026-03-12T06:50:53.801" v="37" actId="478"/>
          <ac:spMkLst>
            <pc:docMk/>
            <pc:sldMk cId="3001053428" sldId="2147480764"/>
            <ac:spMk id="18" creationId="{C5780C6E-FAE4-EDA4-D73B-AA75E3CD5161}"/>
          </ac:spMkLst>
        </pc:spChg>
        <pc:spChg chg="del">
          <ac:chgData name="福元 允亮" userId="12e1d508-426e-4c6a-b43b-7681266f9ca9" providerId="ADAL" clId="{3F8738D5-2550-AF4F-981D-A8C1866BE157}" dt="2026-03-12T06:50:53.801" v="37" actId="478"/>
          <ac:spMkLst>
            <pc:docMk/>
            <pc:sldMk cId="3001053428" sldId="2147480764"/>
            <ac:spMk id="20" creationId="{F7CF33E9-979B-5B03-8C46-E1F4ED498A3F}"/>
          </ac:spMkLst>
        </pc:spChg>
        <pc:spChg chg="del">
          <ac:chgData name="福元 允亮" userId="12e1d508-426e-4c6a-b43b-7681266f9ca9" providerId="ADAL" clId="{3F8738D5-2550-AF4F-981D-A8C1866BE157}" dt="2026-03-12T06:52:06.703" v="65" actId="478"/>
          <ac:spMkLst>
            <pc:docMk/>
            <pc:sldMk cId="3001053428" sldId="2147480764"/>
            <ac:spMk id="21" creationId="{461C2B07-B5D0-F3CF-428F-58D5CF9E615E}"/>
          </ac:spMkLst>
        </pc:spChg>
        <pc:spChg chg="del">
          <ac:chgData name="福元 允亮" userId="12e1d508-426e-4c6a-b43b-7681266f9ca9" providerId="ADAL" clId="{3F8738D5-2550-AF4F-981D-A8C1866BE157}" dt="2026-03-12T06:52:06.703" v="65" actId="478"/>
          <ac:spMkLst>
            <pc:docMk/>
            <pc:sldMk cId="3001053428" sldId="2147480764"/>
            <ac:spMk id="22" creationId="{5161F7CF-1E23-EE05-AB16-1133AC68FFF2}"/>
          </ac:spMkLst>
        </pc:spChg>
        <pc:spChg chg="mod topLvl">
          <ac:chgData name="福元 允亮" userId="12e1d508-426e-4c6a-b43b-7681266f9ca9" providerId="ADAL" clId="{3F8738D5-2550-AF4F-981D-A8C1866BE157}" dt="2026-03-12T06:56:06.925" v="195" actId="165"/>
          <ac:spMkLst>
            <pc:docMk/>
            <pc:sldMk cId="3001053428" sldId="2147480764"/>
            <ac:spMk id="23" creationId="{CF5A2BEE-E40D-41A4-5432-F5E1E4EA7249}"/>
          </ac:spMkLst>
        </pc:spChg>
        <pc:spChg chg="del">
          <ac:chgData name="福元 允亮" userId="12e1d508-426e-4c6a-b43b-7681266f9ca9" providerId="ADAL" clId="{3F8738D5-2550-AF4F-981D-A8C1866BE157}" dt="2026-03-12T06:52:06.703" v="65" actId="478"/>
          <ac:spMkLst>
            <pc:docMk/>
            <pc:sldMk cId="3001053428" sldId="2147480764"/>
            <ac:spMk id="25" creationId="{EA20B274-E7EE-9086-404B-837948643604}"/>
          </ac:spMkLst>
        </pc:spChg>
        <pc:spChg chg="add mod">
          <ac:chgData name="福元 允亮" userId="12e1d508-426e-4c6a-b43b-7681266f9ca9" providerId="ADAL" clId="{3F8738D5-2550-AF4F-981D-A8C1866BE157}" dt="2026-03-12T07:19:16.668" v="249" actId="3064"/>
          <ac:spMkLst>
            <pc:docMk/>
            <pc:sldMk cId="3001053428" sldId="2147480764"/>
            <ac:spMk id="30" creationId="{6DE39449-59E9-A8C5-988C-A57C3F0FC32F}"/>
          </ac:spMkLst>
        </pc:spChg>
        <pc:spChg chg="add mod topLvl">
          <ac:chgData name="福元 允亮" userId="12e1d508-426e-4c6a-b43b-7681266f9ca9" providerId="ADAL" clId="{3F8738D5-2550-AF4F-981D-A8C1866BE157}" dt="2026-03-12T06:56:16.210" v="196" actId="14100"/>
          <ac:spMkLst>
            <pc:docMk/>
            <pc:sldMk cId="3001053428" sldId="2147480764"/>
            <ac:spMk id="31" creationId="{03B8B096-0827-E193-61F0-96EEEBFB529E}"/>
          </ac:spMkLst>
        </pc:spChg>
        <pc:spChg chg="add mod topLvl">
          <ac:chgData name="福元 允亮" userId="12e1d508-426e-4c6a-b43b-7681266f9ca9" providerId="ADAL" clId="{3F8738D5-2550-AF4F-981D-A8C1866BE157}" dt="2026-03-12T06:56:16.210" v="196" actId="14100"/>
          <ac:spMkLst>
            <pc:docMk/>
            <pc:sldMk cId="3001053428" sldId="2147480764"/>
            <ac:spMk id="32" creationId="{C6510700-5552-8ED5-3A2B-D6A26C215726}"/>
          </ac:spMkLst>
        </pc:spChg>
        <pc:spChg chg="add mod topLvl">
          <ac:chgData name="福元 允亮" userId="12e1d508-426e-4c6a-b43b-7681266f9ca9" providerId="ADAL" clId="{3F8738D5-2550-AF4F-981D-A8C1866BE157}" dt="2026-03-12T06:56:16.210" v="196" actId="14100"/>
          <ac:spMkLst>
            <pc:docMk/>
            <pc:sldMk cId="3001053428" sldId="2147480764"/>
            <ac:spMk id="33" creationId="{FAEB0B14-3D87-8B73-B5D3-B4F9FA8EF611}"/>
          </ac:spMkLst>
        </pc:spChg>
        <pc:spChg chg="add mod">
          <ac:chgData name="福元 允亮" userId="12e1d508-426e-4c6a-b43b-7681266f9ca9" providerId="ADAL" clId="{3F8738D5-2550-AF4F-981D-A8C1866BE157}" dt="2026-03-12T06:56:28.504" v="201" actId="20577"/>
          <ac:spMkLst>
            <pc:docMk/>
            <pc:sldMk cId="3001053428" sldId="2147480764"/>
            <ac:spMk id="35" creationId="{5D5987A4-A19F-B84D-9DFA-6F9C909E4603}"/>
          </ac:spMkLst>
        </pc:spChg>
        <pc:spChg chg="add mod">
          <ac:chgData name="福元 允亮" userId="12e1d508-426e-4c6a-b43b-7681266f9ca9" providerId="ADAL" clId="{3F8738D5-2550-AF4F-981D-A8C1866BE157}" dt="2026-03-12T06:56:32.414" v="205" actId="20577"/>
          <ac:spMkLst>
            <pc:docMk/>
            <pc:sldMk cId="3001053428" sldId="2147480764"/>
            <ac:spMk id="36" creationId="{91248848-032F-4450-D459-AE7695304CBB}"/>
          </ac:spMkLst>
        </pc:spChg>
        <pc:spChg chg="add mod">
          <ac:chgData name="福元 允亮" userId="12e1d508-426e-4c6a-b43b-7681266f9ca9" providerId="ADAL" clId="{3F8738D5-2550-AF4F-981D-A8C1866BE157}" dt="2026-03-12T06:56:37.809" v="209" actId="20577"/>
          <ac:spMkLst>
            <pc:docMk/>
            <pc:sldMk cId="3001053428" sldId="2147480764"/>
            <ac:spMk id="37" creationId="{887C9450-54F5-A2F9-8A7F-AD3977EF03F1}"/>
          </ac:spMkLst>
        </pc:spChg>
        <pc:spChg chg="add mod">
          <ac:chgData name="福元 允亮" userId="12e1d508-426e-4c6a-b43b-7681266f9ca9" providerId="ADAL" clId="{3F8738D5-2550-AF4F-981D-A8C1866BE157}" dt="2026-03-12T06:56:50.169" v="214" actId="20577"/>
          <ac:spMkLst>
            <pc:docMk/>
            <pc:sldMk cId="3001053428" sldId="2147480764"/>
            <ac:spMk id="38" creationId="{D33CBAA1-D65B-4B15-C70B-F79C45DE97D5}"/>
          </ac:spMkLst>
        </pc:spChg>
        <pc:spChg chg="add mod">
          <ac:chgData name="福元 允亮" userId="12e1d508-426e-4c6a-b43b-7681266f9ca9" providerId="ADAL" clId="{3F8738D5-2550-AF4F-981D-A8C1866BE157}" dt="2026-03-12T06:56:54.849" v="218" actId="20577"/>
          <ac:spMkLst>
            <pc:docMk/>
            <pc:sldMk cId="3001053428" sldId="2147480764"/>
            <ac:spMk id="39" creationId="{55432F23-A7D5-81C7-A861-47330BAC1F28}"/>
          </ac:spMkLst>
        </pc:spChg>
        <pc:spChg chg="add mod">
          <ac:chgData name="福元 允亮" userId="12e1d508-426e-4c6a-b43b-7681266f9ca9" providerId="ADAL" clId="{3F8738D5-2550-AF4F-981D-A8C1866BE157}" dt="2026-03-12T06:56:58.732" v="222" actId="20577"/>
          <ac:spMkLst>
            <pc:docMk/>
            <pc:sldMk cId="3001053428" sldId="2147480764"/>
            <ac:spMk id="40" creationId="{F4A6A664-7FC8-6E19-95C8-C0BD75940884}"/>
          </ac:spMkLst>
        </pc:spChg>
        <pc:spChg chg="add mod">
          <ac:chgData name="福元 允亮" userId="12e1d508-426e-4c6a-b43b-7681266f9ca9" providerId="ADAL" clId="{3F8738D5-2550-AF4F-981D-A8C1866BE157}" dt="2026-03-12T06:57:07.544" v="227" actId="20577"/>
          <ac:spMkLst>
            <pc:docMk/>
            <pc:sldMk cId="3001053428" sldId="2147480764"/>
            <ac:spMk id="41" creationId="{18D8F863-3605-DFF4-E171-3A2B16271529}"/>
          </ac:spMkLst>
        </pc:spChg>
        <pc:spChg chg="add mod">
          <ac:chgData name="福元 允亮" userId="12e1d508-426e-4c6a-b43b-7681266f9ca9" providerId="ADAL" clId="{3F8738D5-2550-AF4F-981D-A8C1866BE157}" dt="2026-03-12T06:57:12.023" v="231" actId="20577"/>
          <ac:spMkLst>
            <pc:docMk/>
            <pc:sldMk cId="3001053428" sldId="2147480764"/>
            <ac:spMk id="42" creationId="{8E1C9EE3-6837-2565-6F16-B549147F5B32}"/>
          </ac:spMkLst>
        </pc:spChg>
        <pc:spChg chg="add mod">
          <ac:chgData name="福元 允亮" userId="12e1d508-426e-4c6a-b43b-7681266f9ca9" providerId="ADAL" clId="{3F8738D5-2550-AF4F-981D-A8C1866BE157}" dt="2026-03-12T06:57:16.009" v="235" actId="20577"/>
          <ac:spMkLst>
            <pc:docMk/>
            <pc:sldMk cId="3001053428" sldId="2147480764"/>
            <ac:spMk id="43" creationId="{DBDE8A77-8DAC-6A0F-058C-1C7B4AB07297}"/>
          </ac:spMkLst>
        </pc:spChg>
        <pc:spChg chg="add mod">
          <ac:chgData name="福元 允亮" userId="12e1d508-426e-4c6a-b43b-7681266f9ca9" providerId="ADAL" clId="{3F8738D5-2550-AF4F-981D-A8C1866BE157}" dt="2026-03-12T06:57:25.112" v="240" actId="20577"/>
          <ac:spMkLst>
            <pc:docMk/>
            <pc:sldMk cId="3001053428" sldId="2147480764"/>
            <ac:spMk id="44" creationId="{EE250FE9-B80B-C6ED-6F1E-2A522BD3D7ED}"/>
          </ac:spMkLst>
        </pc:spChg>
        <pc:spChg chg="add mod">
          <ac:chgData name="福元 允亮" userId="12e1d508-426e-4c6a-b43b-7681266f9ca9" providerId="ADAL" clId="{3F8738D5-2550-AF4F-981D-A8C1866BE157}" dt="2026-03-12T06:57:29.116" v="244" actId="20577"/>
          <ac:spMkLst>
            <pc:docMk/>
            <pc:sldMk cId="3001053428" sldId="2147480764"/>
            <ac:spMk id="45" creationId="{CD880B83-4509-3C93-06EC-E6461609496C}"/>
          </ac:spMkLst>
        </pc:spChg>
        <pc:spChg chg="add mod">
          <ac:chgData name="福元 允亮" userId="12e1d508-426e-4c6a-b43b-7681266f9ca9" providerId="ADAL" clId="{3F8738D5-2550-AF4F-981D-A8C1866BE157}" dt="2026-03-12T06:57:33.002" v="248" actId="20577"/>
          <ac:spMkLst>
            <pc:docMk/>
            <pc:sldMk cId="3001053428" sldId="2147480764"/>
            <ac:spMk id="46" creationId="{B18DE05F-3DFF-570B-6120-243F50E2FA86}"/>
          </ac:spMkLst>
        </pc:spChg>
        <pc:grpChg chg="add del mod">
          <ac:chgData name="福元 允亮" userId="12e1d508-426e-4c6a-b43b-7681266f9ca9" providerId="ADAL" clId="{3F8738D5-2550-AF4F-981D-A8C1866BE157}" dt="2026-03-12T06:52:31.760" v="82" actId="165"/>
          <ac:grpSpMkLst>
            <pc:docMk/>
            <pc:sldMk cId="3001053428" sldId="2147480764"/>
            <ac:grpSpMk id="19" creationId="{BC233095-ADB8-1BD3-07EF-022A8DFF096A}"/>
          </ac:grpSpMkLst>
        </pc:grpChg>
        <pc:grpChg chg="add del mod">
          <ac:chgData name="福元 允亮" userId="12e1d508-426e-4c6a-b43b-7681266f9ca9" providerId="ADAL" clId="{3F8738D5-2550-AF4F-981D-A8C1866BE157}" dt="2026-03-12T06:53:43.418" v="106" actId="165"/>
          <ac:grpSpMkLst>
            <pc:docMk/>
            <pc:sldMk cId="3001053428" sldId="2147480764"/>
            <ac:grpSpMk id="29" creationId="{EB0976B7-99E2-6EB3-DF2A-5C12BF8950F5}"/>
          </ac:grpSpMkLst>
        </pc:grpChg>
        <pc:grpChg chg="add del mod">
          <ac:chgData name="福元 允亮" userId="12e1d508-426e-4c6a-b43b-7681266f9ca9" providerId="ADAL" clId="{3F8738D5-2550-AF4F-981D-A8C1866BE157}" dt="2026-03-12T06:56:06.925" v="195" actId="165"/>
          <ac:grpSpMkLst>
            <pc:docMk/>
            <pc:sldMk cId="3001053428" sldId="2147480764"/>
            <ac:grpSpMk id="34" creationId="{393B8784-489C-F589-3103-6CBE4FB9034D}"/>
          </ac:grpSpMkLst>
        </pc:grpChg>
        <pc:cxnChg chg="mod topLvl">
          <ac:chgData name="福元 允亮" userId="12e1d508-426e-4c6a-b43b-7681266f9ca9" providerId="ADAL" clId="{3F8738D5-2550-AF4F-981D-A8C1866BE157}" dt="2026-03-12T06:53:43.418" v="106" actId="165"/>
          <ac:cxnSpMkLst>
            <pc:docMk/>
            <pc:sldMk cId="3001053428" sldId="2147480764"/>
            <ac:cxnSpMk id="14" creationId="{AA3329D2-F079-3432-90D0-AFC357ED7A56}"/>
          </ac:cxnSpMkLst>
        </pc:cxnChg>
        <pc:cxnChg chg="add mod topLvl">
          <ac:chgData name="福元 允亮" userId="12e1d508-426e-4c6a-b43b-7681266f9ca9" providerId="ADAL" clId="{3F8738D5-2550-AF4F-981D-A8C1866BE157}" dt="2026-03-12T06:53:43.418" v="106" actId="165"/>
          <ac:cxnSpMkLst>
            <pc:docMk/>
            <pc:sldMk cId="3001053428" sldId="2147480764"/>
            <ac:cxnSpMk id="24" creationId="{CF15E0E4-6C42-3FD4-4BC4-64454CA1A087}"/>
          </ac:cxnSpMkLst>
        </pc:cxnChg>
        <pc:cxnChg chg="add mod topLvl">
          <ac:chgData name="福元 允亮" userId="12e1d508-426e-4c6a-b43b-7681266f9ca9" providerId="ADAL" clId="{3F8738D5-2550-AF4F-981D-A8C1866BE157}" dt="2026-03-12T06:53:43.418" v="106" actId="165"/>
          <ac:cxnSpMkLst>
            <pc:docMk/>
            <pc:sldMk cId="3001053428" sldId="2147480764"/>
            <ac:cxnSpMk id="26" creationId="{F9B72A67-6D25-0F1D-CF26-6A900957D5D9}"/>
          </ac:cxnSpMkLst>
        </pc:cxnChg>
        <pc:cxnChg chg="mod topLvl">
          <ac:chgData name="福元 允亮" userId="12e1d508-426e-4c6a-b43b-7681266f9ca9" providerId="ADAL" clId="{3F8738D5-2550-AF4F-981D-A8C1866BE157}" dt="2026-03-12T06:53:43.418" v="106" actId="165"/>
          <ac:cxnSpMkLst>
            <pc:docMk/>
            <pc:sldMk cId="3001053428" sldId="2147480764"/>
            <ac:cxnSpMk id="27" creationId="{7C46F714-70A5-C921-7CCA-8693858A63E8}"/>
          </ac:cxnSpMkLst>
        </pc:cxnChg>
        <pc:cxnChg chg="add mod topLvl">
          <ac:chgData name="福元 允亮" userId="12e1d508-426e-4c6a-b43b-7681266f9ca9" providerId="ADAL" clId="{3F8738D5-2550-AF4F-981D-A8C1866BE157}" dt="2026-03-12T06:53:43.418" v="106" actId="165"/>
          <ac:cxnSpMkLst>
            <pc:docMk/>
            <pc:sldMk cId="3001053428" sldId="2147480764"/>
            <ac:cxnSpMk id="28" creationId="{B541AA48-6CAB-616F-F080-21E7DABD1211}"/>
          </ac:cxnSpMkLst>
        </pc:cxnChg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  <pc:spChg chg="del">
          <ac:chgData name="福元 允亮" userId="12e1d508-426e-4c6a-b43b-7681266f9ca9" providerId="ADAL" clId="{677DA6F4-90AE-E448-B5D9-A10FB8393A34}" dt="2026-03-12T04:28:16.744" v="0" actId="478"/>
          <ac:spMkLst>
            <pc:docMk/>
            <pc:sldMk cId="3001053428" sldId="2147480764"/>
            <ac:spMk id="4" creationId="{ED855630-7FA9-D611-027B-9EF6C22D0D51}"/>
          </ac:spMkLst>
        </pc:spChg>
        <pc:spChg chg="del">
          <ac:chgData name="福元 允亮" userId="12e1d508-426e-4c6a-b43b-7681266f9ca9" providerId="ADAL" clId="{677DA6F4-90AE-E448-B5D9-A10FB8393A34}" dt="2026-03-12T04:28:16.744" v="0" actId="478"/>
          <ac:spMkLst>
            <pc:docMk/>
            <pc:sldMk cId="3001053428" sldId="2147480764"/>
            <ac:spMk id="5" creationId="{4A7177CA-161C-EF85-103E-002BC2F1B127}"/>
          </ac:spMkLst>
        </pc:spChg>
        <pc:spChg chg="del">
          <ac:chgData name="福元 允亮" userId="12e1d508-426e-4c6a-b43b-7681266f9ca9" providerId="ADAL" clId="{677DA6F4-90AE-E448-B5D9-A10FB8393A34}" dt="2026-03-12T04:28:16.744" v="0" actId="478"/>
          <ac:spMkLst>
            <pc:docMk/>
            <pc:sldMk cId="3001053428" sldId="2147480764"/>
            <ac:spMk id="6" creationId="{B7AA08F5-F384-40E3-948F-1F0090C78239}"/>
          </ac:spMkLst>
        </pc:spChg>
        <pc:spChg chg="add mod topLvl">
          <ac:chgData name="福元 允亮" userId="12e1d508-426e-4c6a-b43b-7681266f9ca9" providerId="ADAL" clId="{677DA6F4-90AE-E448-B5D9-A10FB8393A34}" dt="2026-03-12T04:36:20.054" v="169" actId="403"/>
          <ac:spMkLst>
            <pc:docMk/>
            <pc:sldMk cId="3001053428" sldId="2147480764"/>
            <ac:spMk id="7" creationId="{07C5F1D5-1FB6-4AC9-95E6-C0578AC27158}"/>
          </ac:spMkLst>
        </pc:spChg>
        <pc:spChg chg="add del mod">
          <ac:chgData name="福元 允亮" userId="12e1d508-426e-4c6a-b43b-7681266f9ca9" providerId="ADAL" clId="{677DA6F4-90AE-E448-B5D9-A10FB8393A34}" dt="2026-03-12T04:32:29.551" v="97" actId="478"/>
          <ac:spMkLst>
            <pc:docMk/>
            <pc:sldMk cId="3001053428" sldId="2147480764"/>
            <ac:spMk id="9" creationId="{416E8421-BD0D-41EA-36FE-CAEBFD0E8A53}"/>
          </ac:spMkLst>
        </pc:spChg>
        <pc:spChg chg="add del mod">
          <ac:chgData name="福元 允亮" userId="12e1d508-426e-4c6a-b43b-7681266f9ca9" providerId="ADAL" clId="{677DA6F4-90AE-E448-B5D9-A10FB8393A34}" dt="2026-03-12T04:32:29.551" v="97" actId="478"/>
          <ac:spMkLst>
            <pc:docMk/>
            <pc:sldMk cId="3001053428" sldId="2147480764"/>
            <ac:spMk id="10" creationId="{EE5C6449-B699-9191-5912-3F808D188577}"/>
          </ac:spMkLst>
        </pc:spChg>
        <pc:spChg chg="add mod topLvl">
          <ac:chgData name="福元 允亮" userId="12e1d508-426e-4c6a-b43b-7681266f9ca9" providerId="ADAL" clId="{677DA6F4-90AE-E448-B5D9-A10FB8393A34}" dt="2026-03-12T04:36:20.054" v="169" actId="403"/>
          <ac:spMkLst>
            <pc:docMk/>
            <pc:sldMk cId="3001053428" sldId="2147480764"/>
            <ac:spMk id="11" creationId="{C8567CF8-291A-D428-8755-8F667602279B}"/>
          </ac:spMkLst>
        </pc:spChg>
        <pc:spChg chg="add mod topLvl">
          <ac:chgData name="福元 允亮" userId="12e1d508-426e-4c6a-b43b-7681266f9ca9" providerId="ADAL" clId="{677DA6F4-90AE-E448-B5D9-A10FB8393A34}" dt="2026-03-12T04:36:20.054" v="169" actId="403"/>
          <ac:spMkLst>
            <pc:docMk/>
            <pc:sldMk cId="3001053428" sldId="2147480764"/>
            <ac:spMk id="12" creationId="{F82347F0-C801-A574-F27B-03F65300A38D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15" creationId="{3ACB9064-8F67-6D89-FE5D-2406BABB06BA}"/>
          </ac:spMkLst>
        </pc:spChg>
        <pc:spChg chg="add del mod">
          <ac:chgData name="福元 允亮" userId="12e1d508-426e-4c6a-b43b-7681266f9ca9" providerId="ADAL" clId="{677DA6F4-90AE-E448-B5D9-A10FB8393A34}" dt="2026-03-12T04:30:51.081" v="89" actId="478"/>
          <ac:spMkLst>
            <pc:docMk/>
            <pc:sldMk cId="3001053428" sldId="2147480764"/>
            <ac:spMk id="16" creationId="{E6DEA56A-3456-10D3-7A65-1D86909C7B27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17" creationId="{BE31BF69-1397-60DD-E63E-E516C3D416ED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18" creationId="{C5780C6E-FAE4-EDA4-D73B-AA75E3CD5161}"/>
          </ac:spMkLst>
        </pc:spChg>
        <pc:spChg chg="del">
          <ac:chgData name="福元 允亮" userId="12e1d508-426e-4c6a-b43b-7681266f9ca9" providerId="ADAL" clId="{677DA6F4-90AE-E448-B5D9-A10FB8393A34}" dt="2026-03-12T04:28:16.744" v="0" actId="478"/>
          <ac:spMkLst>
            <pc:docMk/>
            <pc:sldMk cId="3001053428" sldId="2147480764"/>
            <ac:spMk id="19" creationId="{15C312C3-B792-0E1E-37D3-C0AFBDAB9876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20" creationId="{F7CF33E9-979B-5B03-8C46-E1F4ED498A3F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21" creationId="{461C2B07-B5D0-F3CF-428F-58D5CF9E615E}"/>
          </ac:spMkLst>
        </pc:spChg>
        <pc:spChg chg="add mod topLvl">
          <ac:chgData name="福元 允亮" userId="12e1d508-426e-4c6a-b43b-7681266f9ca9" providerId="ADAL" clId="{677DA6F4-90AE-E448-B5D9-A10FB8393A34}" dt="2026-03-12T04:36:12.437" v="168" actId="404"/>
          <ac:spMkLst>
            <pc:docMk/>
            <pc:sldMk cId="3001053428" sldId="2147480764"/>
            <ac:spMk id="22" creationId="{5161F7CF-1E23-EE05-AB16-1133AC68FFF2}"/>
          </ac:spMkLst>
        </pc:spChg>
        <pc:spChg chg="add mod topLvl">
          <ac:chgData name="福元 允亮" userId="12e1d508-426e-4c6a-b43b-7681266f9ca9" providerId="ADAL" clId="{677DA6F4-90AE-E448-B5D9-A10FB8393A34}" dt="2026-03-12T04:36:20.054" v="169" actId="403"/>
          <ac:spMkLst>
            <pc:docMk/>
            <pc:sldMk cId="3001053428" sldId="2147480764"/>
            <ac:spMk id="23" creationId="{CF5A2BEE-E40D-41A4-5432-F5E1E4EA7249}"/>
          </ac:spMkLst>
        </pc:spChg>
        <pc:spChg chg="del">
          <ac:chgData name="福元 允亮" userId="12e1d508-426e-4c6a-b43b-7681266f9ca9" providerId="ADAL" clId="{677DA6F4-90AE-E448-B5D9-A10FB8393A34}" dt="2026-03-12T04:28:42.204" v="17" actId="478"/>
          <ac:spMkLst>
            <pc:docMk/>
            <pc:sldMk cId="3001053428" sldId="2147480764"/>
            <ac:spMk id="24" creationId="{02A5F4DA-87DB-392D-EBD3-E36D401BB200}"/>
          </ac:spMkLst>
        </pc:spChg>
        <pc:spChg chg="add mod topLvl">
          <ac:chgData name="福元 允亮" userId="12e1d508-426e-4c6a-b43b-7681266f9ca9" providerId="ADAL" clId="{677DA6F4-90AE-E448-B5D9-A10FB8393A34}" dt="2026-03-12T04:36:20.054" v="169" actId="403"/>
          <ac:spMkLst>
            <pc:docMk/>
            <pc:sldMk cId="3001053428" sldId="2147480764"/>
            <ac:spMk id="25" creationId="{EA20B274-E7EE-9086-404B-837948643604}"/>
          </ac:spMkLst>
        </pc:spChg>
        <pc:grpChg chg="add del mod">
          <ac:chgData name="福元 允亮" userId="12e1d508-426e-4c6a-b43b-7681266f9ca9" providerId="ADAL" clId="{677DA6F4-90AE-E448-B5D9-A10FB8393A34}" dt="2026-03-12T04:32:59.864" v="107" actId="165"/>
          <ac:grpSpMkLst>
            <pc:docMk/>
            <pc:sldMk cId="3001053428" sldId="2147480764"/>
            <ac:grpSpMk id="26" creationId="{2B6AF348-0B86-A811-8E01-98B0E354B91C}"/>
          </ac:grpSpMkLst>
        </pc:grpChg>
        <pc:grpChg chg="add mod">
          <ac:chgData name="福元 允亮" userId="12e1d508-426e-4c6a-b43b-7681266f9ca9" providerId="ADAL" clId="{677DA6F4-90AE-E448-B5D9-A10FB8393A34}" dt="2026-03-12T04:34:35.809" v="148" actId="14100"/>
          <ac:grpSpMkLst>
            <pc:docMk/>
            <pc:sldMk cId="3001053428" sldId="2147480764"/>
            <ac:grpSpMk id="28" creationId="{1FE3A6A6-55CE-F72F-5450-4A884E3934D4}"/>
          </ac:grpSpMkLst>
        </pc:grpChg>
        <pc:cxnChg chg="add mod">
          <ac:chgData name="福元 允亮" userId="12e1d508-426e-4c6a-b43b-7681266f9ca9" providerId="ADAL" clId="{677DA6F4-90AE-E448-B5D9-A10FB8393A34}" dt="2026-03-12T04:33:39.817" v="112" actId="1076"/>
          <ac:cxnSpMkLst>
            <pc:docMk/>
            <pc:sldMk cId="3001053428" sldId="2147480764"/>
            <ac:cxnSpMk id="14" creationId="{AA3329D2-F079-3432-90D0-AFC357ED7A56}"/>
          </ac:cxnSpMkLst>
        </pc:cxnChg>
        <pc:cxnChg chg="add mod">
          <ac:chgData name="福元 允亮" userId="12e1d508-426e-4c6a-b43b-7681266f9ca9" providerId="ADAL" clId="{677DA6F4-90AE-E448-B5D9-A10FB8393A34}" dt="2026-03-12T04:33:15.987" v="110" actId="692"/>
          <ac:cxnSpMkLst>
            <pc:docMk/>
            <pc:sldMk cId="3001053428" sldId="2147480764"/>
            <ac:cxnSpMk id="27" creationId="{7C46F714-70A5-C921-7CCA-8693858A63E8}"/>
          </ac:cxnSpMkLst>
        </pc:cxnChg>
        <pc:cxnChg chg="del mod">
          <ac:chgData name="福元 允亮" userId="12e1d508-426e-4c6a-b43b-7681266f9ca9" providerId="ADAL" clId="{677DA6F4-90AE-E448-B5D9-A10FB8393A34}" dt="2026-03-12T04:28:16.744" v="0" actId="478"/>
          <ac:cxnSpMkLst>
            <pc:docMk/>
            <pc:sldMk cId="3001053428" sldId="2147480764"/>
            <ac:cxnSpMk id="39" creationId="{2CF57C89-C1DA-9B4A-FC69-7ADC5E29ED42}"/>
          </ac:cxnSpMkLst>
        </pc:cxnChg>
        <pc:cxnChg chg="del">
          <ac:chgData name="福元 允亮" userId="12e1d508-426e-4c6a-b43b-7681266f9ca9" providerId="ADAL" clId="{677DA6F4-90AE-E448-B5D9-A10FB8393A34}" dt="2026-03-12T04:28:16.744" v="0" actId="478"/>
          <ac:cxnSpMkLst>
            <pc:docMk/>
            <pc:sldMk cId="3001053428" sldId="2147480764"/>
            <ac:cxnSpMk id="41" creationId="{CE764E05-5CB7-0C63-675E-35B8AF2C70BD}"/>
          </ac:cxnSpMkLst>
        </pc:cxnChg>
        <pc:cxnChg chg="del">
          <ac:chgData name="福元 允亮" userId="12e1d508-426e-4c6a-b43b-7681266f9ca9" providerId="ADAL" clId="{677DA6F4-90AE-E448-B5D9-A10FB8393A34}" dt="2026-03-12T04:28:16.744" v="0" actId="478"/>
          <ac:cxnSpMkLst>
            <pc:docMk/>
            <pc:sldMk cId="3001053428" sldId="2147480764"/>
            <ac:cxnSpMk id="47" creationId="{DFD73CAC-FA12-AEA1-7C55-AD3C346A4540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B876925-78A3-0D6D-A136-2CE4548C6F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5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876925-78A3-0D6D-A136-2CE4548C6F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5F1D5-1FB6-4AC9-95E6-C0578AC27158}"/>
              </a:ext>
            </a:extLst>
          </p:cNvPr>
          <p:cNvSpPr txBox="1"/>
          <p:nvPr/>
        </p:nvSpPr>
        <p:spPr>
          <a:xfrm>
            <a:off x="370801" y="1517807"/>
            <a:ext cx="1577269" cy="338554"/>
          </a:xfrm>
          <a:prstGeom prst="rect">
            <a:avLst/>
          </a:prstGeom>
          <a:noFill/>
        </p:spPr>
        <p:txBody>
          <a:bodyPr wrap="square" lIns="0" rIns="0" rtlCol="0" anchor="b" anchorCtr="0">
            <a:noAutofit/>
          </a:bodyPr>
          <a:lstStyle/>
          <a:p>
            <a:pPr algn="l" defTabSz="288000"/>
            <a:r>
              <a:rPr kumimoji="1" lang="en-GB" b="1">
                <a:latin typeface="+mn-ea"/>
              </a:rPr>
              <a:t>評価軸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A3D02-639A-3BC0-936E-0E8E4546D9C3}"/>
              </a:ext>
            </a:extLst>
          </p:cNvPr>
          <p:cNvSpPr/>
          <p:nvPr/>
        </p:nvSpPr>
        <p:spPr>
          <a:xfrm>
            <a:off x="370800" y="1960550"/>
            <a:ext cx="1745867" cy="76374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600" dirty="0" err="1">
                <a:solidFill>
                  <a:schemeClr val="tx1"/>
                </a:solidFill>
              </a:rPr>
              <a:t>Label1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9D30EE-9FC7-65D7-CA88-9032B4FE6F29}"/>
              </a:ext>
            </a:extLst>
          </p:cNvPr>
          <p:cNvSpPr/>
          <p:nvPr/>
        </p:nvSpPr>
        <p:spPr>
          <a:xfrm>
            <a:off x="370800" y="2855235"/>
            <a:ext cx="1745867" cy="76374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600" dirty="0" err="1">
                <a:solidFill>
                  <a:schemeClr val="tx1"/>
                </a:solidFill>
              </a:rPr>
              <a:t>Label2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93C981-CC74-DE2E-DB51-C1E5C72CAA4A}"/>
              </a:ext>
            </a:extLst>
          </p:cNvPr>
          <p:cNvSpPr/>
          <p:nvPr/>
        </p:nvSpPr>
        <p:spPr>
          <a:xfrm>
            <a:off x="370800" y="3749920"/>
            <a:ext cx="1745867" cy="76374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600" dirty="0" err="1">
                <a:solidFill>
                  <a:schemeClr val="tx1"/>
                </a:solidFill>
              </a:rPr>
              <a:t>Label3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A67211-B74F-0557-8EB4-8823B0820C22}"/>
              </a:ext>
            </a:extLst>
          </p:cNvPr>
          <p:cNvSpPr/>
          <p:nvPr/>
        </p:nvSpPr>
        <p:spPr>
          <a:xfrm>
            <a:off x="370800" y="4644605"/>
            <a:ext cx="1745867" cy="76374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600" dirty="0" err="1">
                <a:solidFill>
                  <a:schemeClr val="tx1"/>
                </a:solidFill>
              </a:rPr>
              <a:t>Label4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B60D2D-C7BC-45CF-5BFD-DCB9780DAE75}"/>
              </a:ext>
            </a:extLst>
          </p:cNvPr>
          <p:cNvSpPr/>
          <p:nvPr/>
        </p:nvSpPr>
        <p:spPr>
          <a:xfrm>
            <a:off x="370800" y="5539291"/>
            <a:ext cx="1745867" cy="76374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600" dirty="0" err="1">
                <a:solidFill>
                  <a:schemeClr val="tx1"/>
                </a:solidFill>
              </a:rPr>
              <a:t>Label5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A3329D2-F079-3432-90D0-AFC357ED7A56}"/>
              </a:ext>
            </a:extLst>
          </p:cNvPr>
          <p:cNvCxnSpPr>
            <a:cxnSpLocks/>
          </p:cNvCxnSpPr>
          <p:nvPr/>
        </p:nvCxnSpPr>
        <p:spPr>
          <a:xfrm>
            <a:off x="370802" y="2789764"/>
            <a:ext cx="7909599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C46F714-70A5-C921-7CCA-8693858A63E8}"/>
              </a:ext>
            </a:extLst>
          </p:cNvPr>
          <p:cNvCxnSpPr>
            <a:cxnSpLocks/>
          </p:cNvCxnSpPr>
          <p:nvPr/>
        </p:nvCxnSpPr>
        <p:spPr>
          <a:xfrm>
            <a:off x="370801" y="1892311"/>
            <a:ext cx="7909599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15E0E4-6C42-3FD4-4BC4-64454CA1A087}"/>
              </a:ext>
            </a:extLst>
          </p:cNvPr>
          <p:cNvCxnSpPr>
            <a:cxnSpLocks/>
          </p:cNvCxnSpPr>
          <p:nvPr/>
        </p:nvCxnSpPr>
        <p:spPr>
          <a:xfrm>
            <a:off x="370802" y="3684449"/>
            <a:ext cx="7909599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9B72A67-6D25-0F1D-CF26-6A900957D5D9}"/>
              </a:ext>
            </a:extLst>
          </p:cNvPr>
          <p:cNvCxnSpPr>
            <a:cxnSpLocks/>
          </p:cNvCxnSpPr>
          <p:nvPr/>
        </p:nvCxnSpPr>
        <p:spPr>
          <a:xfrm>
            <a:off x="370802" y="4579134"/>
            <a:ext cx="7909599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41AA48-6CAB-616F-F080-21E7DABD1211}"/>
              </a:ext>
            </a:extLst>
          </p:cNvPr>
          <p:cNvCxnSpPr>
            <a:cxnSpLocks/>
          </p:cNvCxnSpPr>
          <p:nvPr/>
        </p:nvCxnSpPr>
        <p:spPr>
          <a:xfrm>
            <a:off x="370802" y="5473819"/>
            <a:ext cx="7909599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DE39449-59E9-A8C5-988C-A57C3F0FC32F}"/>
              </a:ext>
            </a:extLst>
          </p:cNvPr>
          <p:cNvSpPr txBox="1"/>
          <p:nvPr/>
        </p:nvSpPr>
        <p:spPr>
          <a:xfrm>
            <a:off x="8705088" y="1659114"/>
            <a:ext cx="3113712" cy="4774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lang="en-JP" sz="2000" b="1">
                <a:latin typeface="+mn-ea"/>
              </a:rPr>
              <a:t>意味合い</a:t>
            </a:r>
            <a:endParaRPr kumimoji="1" lang="en-JP" sz="2000" b="1">
              <a:latin typeface="+mn-ea"/>
            </a:endParaRP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5A2BEE-E40D-41A4-5432-F5E1E4EA7249}"/>
              </a:ext>
            </a:extLst>
          </p:cNvPr>
          <p:cNvSpPr txBox="1"/>
          <p:nvPr/>
        </p:nvSpPr>
        <p:spPr>
          <a:xfrm>
            <a:off x="2283076" y="1517807"/>
            <a:ext cx="1768732" cy="338554"/>
          </a:xfrm>
          <a:prstGeom prst="rect">
            <a:avLst/>
          </a:prstGeom>
          <a:noFill/>
        </p:spPr>
        <p:txBody>
          <a:bodyPr wrap="square" lIns="0" rIns="0" rtlCol="0" anchor="b" anchorCtr="0">
            <a:noAutofit/>
          </a:bodyPr>
          <a:lstStyle/>
          <a:p>
            <a:pPr algn="l" defTabSz="288000"/>
            <a:r>
              <a:rPr kumimoji="1" lang="en-GB" b="1">
                <a:latin typeface="+mn-ea"/>
              </a:rPr>
              <a:t>Aパターン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F398D3-2F6B-A011-1C1D-9A8C12E59113}"/>
              </a:ext>
            </a:extLst>
          </p:cNvPr>
          <p:cNvSpPr txBox="1"/>
          <p:nvPr/>
        </p:nvSpPr>
        <p:spPr>
          <a:xfrm>
            <a:off x="4397371" y="1517807"/>
            <a:ext cx="1768732" cy="338554"/>
          </a:xfrm>
          <a:prstGeom prst="rect">
            <a:avLst/>
          </a:prstGeom>
          <a:noFill/>
        </p:spPr>
        <p:txBody>
          <a:bodyPr wrap="square" lIns="0" rIns="0" rtlCol="0" anchor="b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B</a:t>
            </a:r>
            <a:r>
              <a:rPr kumimoji="1" lang="en-GB" b="1">
                <a:latin typeface="+mn-ea"/>
              </a:rPr>
              <a:t>パターン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6889C1-5BFA-C557-CB37-1967325CB392}"/>
              </a:ext>
            </a:extLst>
          </p:cNvPr>
          <p:cNvSpPr txBox="1"/>
          <p:nvPr/>
        </p:nvSpPr>
        <p:spPr>
          <a:xfrm>
            <a:off x="6511667" y="1517807"/>
            <a:ext cx="1768732" cy="338554"/>
          </a:xfrm>
          <a:prstGeom prst="rect">
            <a:avLst/>
          </a:prstGeom>
          <a:noFill/>
        </p:spPr>
        <p:txBody>
          <a:bodyPr wrap="square" lIns="0" rIns="0" rtlCol="0" anchor="b" anchorCtr="0">
            <a:noAutofit/>
          </a:bodyPr>
          <a:lstStyle/>
          <a:p>
            <a:pPr algn="l" defTabSz="288000"/>
            <a:r>
              <a:rPr kumimoji="1" lang="en-GB" b="1">
                <a:latin typeface="+mn-ea"/>
              </a:rPr>
              <a:t>Cパターン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B8B096-0827-E193-61F0-96EEEBFB529E}"/>
              </a:ext>
            </a:extLst>
          </p:cNvPr>
          <p:cNvSpPr txBox="1"/>
          <p:nvPr/>
        </p:nvSpPr>
        <p:spPr>
          <a:xfrm>
            <a:off x="2283076" y="1960550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[Label1-A-Mark]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Label1-A-Comment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510700-5552-8ED5-3A2B-D6A26C215726}"/>
              </a:ext>
            </a:extLst>
          </p:cNvPr>
          <p:cNvSpPr txBox="1"/>
          <p:nvPr/>
        </p:nvSpPr>
        <p:spPr>
          <a:xfrm>
            <a:off x="4397371" y="1960550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[Label1-B-Mark]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Label1-B-Comment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EB0B14-3D87-8B73-B5D3-B4F9FA8EF611}"/>
              </a:ext>
            </a:extLst>
          </p:cNvPr>
          <p:cNvSpPr txBox="1"/>
          <p:nvPr/>
        </p:nvSpPr>
        <p:spPr>
          <a:xfrm>
            <a:off x="6511666" y="1960550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[Label1-C-Mark]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Label1-C-Comment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5987A4-A19F-B84D-9DFA-6F9C909E4603}"/>
              </a:ext>
            </a:extLst>
          </p:cNvPr>
          <p:cNvSpPr txBox="1"/>
          <p:nvPr/>
        </p:nvSpPr>
        <p:spPr>
          <a:xfrm>
            <a:off x="2283076" y="2855235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[Label2-A-Mark]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Label2-A-Comment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248848-032F-4450-D459-AE7695304CBB}"/>
              </a:ext>
            </a:extLst>
          </p:cNvPr>
          <p:cNvSpPr txBox="1"/>
          <p:nvPr/>
        </p:nvSpPr>
        <p:spPr>
          <a:xfrm>
            <a:off x="4397371" y="2855235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[Label2-B-Mark]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Label2-B-Comment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7C9450-54F5-A2F9-8A7F-AD3977EF03F1}"/>
              </a:ext>
            </a:extLst>
          </p:cNvPr>
          <p:cNvSpPr txBox="1"/>
          <p:nvPr/>
        </p:nvSpPr>
        <p:spPr>
          <a:xfrm>
            <a:off x="6511666" y="2855235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[Label2-C-Mark]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Label2-C-Comment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3CBAA1-D65B-4B15-C70B-F79C45DE97D5}"/>
              </a:ext>
            </a:extLst>
          </p:cNvPr>
          <p:cNvSpPr txBox="1"/>
          <p:nvPr/>
        </p:nvSpPr>
        <p:spPr>
          <a:xfrm>
            <a:off x="2283076" y="374992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[Label3-A-Mark]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Label3-A-Comment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432F23-A7D5-81C7-A861-47330BAC1F28}"/>
              </a:ext>
            </a:extLst>
          </p:cNvPr>
          <p:cNvSpPr txBox="1"/>
          <p:nvPr/>
        </p:nvSpPr>
        <p:spPr>
          <a:xfrm>
            <a:off x="4397371" y="374992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[Label3-B-Mark]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Label3-B-Comment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A6A664-7FC8-6E19-95C8-C0BD75940884}"/>
              </a:ext>
            </a:extLst>
          </p:cNvPr>
          <p:cNvSpPr txBox="1"/>
          <p:nvPr/>
        </p:nvSpPr>
        <p:spPr>
          <a:xfrm>
            <a:off x="6511666" y="374992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[Label3-C-Mark]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Label3-C-Comment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D8F863-3605-DFF4-E171-3A2B16271529}"/>
              </a:ext>
            </a:extLst>
          </p:cNvPr>
          <p:cNvSpPr txBox="1"/>
          <p:nvPr/>
        </p:nvSpPr>
        <p:spPr>
          <a:xfrm>
            <a:off x="2283076" y="4644606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[Label4-A-Mark]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Label4-A-Comment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1C9EE3-6837-2565-6F16-B549147F5B32}"/>
              </a:ext>
            </a:extLst>
          </p:cNvPr>
          <p:cNvSpPr txBox="1"/>
          <p:nvPr/>
        </p:nvSpPr>
        <p:spPr>
          <a:xfrm>
            <a:off x="4397371" y="4644606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[Label4-B-Mark]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Label4-B-Comment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DE8A77-8DAC-6A0F-058C-1C7B4AB07297}"/>
              </a:ext>
            </a:extLst>
          </p:cNvPr>
          <p:cNvSpPr txBox="1"/>
          <p:nvPr/>
        </p:nvSpPr>
        <p:spPr>
          <a:xfrm>
            <a:off x="6511666" y="4644606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[Label4-C-Mark]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Label4-C-Comment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250FE9-B80B-C6ED-6F1E-2A522BD3D7ED}"/>
              </a:ext>
            </a:extLst>
          </p:cNvPr>
          <p:cNvSpPr txBox="1"/>
          <p:nvPr/>
        </p:nvSpPr>
        <p:spPr>
          <a:xfrm>
            <a:off x="2283076" y="553929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[Label5-A-Mark]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Label5-A-Comment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880B83-4509-3C93-06EC-E6461609496C}"/>
              </a:ext>
            </a:extLst>
          </p:cNvPr>
          <p:cNvSpPr txBox="1"/>
          <p:nvPr/>
        </p:nvSpPr>
        <p:spPr>
          <a:xfrm>
            <a:off x="4397371" y="553929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[Label5-B-Mark]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Label5-B-Comment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8DE05F-3DFF-570B-6120-243F50E2FA86}"/>
              </a:ext>
            </a:extLst>
          </p:cNvPr>
          <p:cNvSpPr txBox="1"/>
          <p:nvPr/>
        </p:nvSpPr>
        <p:spPr>
          <a:xfrm>
            <a:off x="6511666" y="5539291"/>
            <a:ext cx="1768732" cy="763742"/>
          </a:xfrm>
          <a:prstGeom prst="rect">
            <a:avLst/>
          </a:prstGeom>
          <a:noFill/>
        </p:spPr>
        <p:txBody>
          <a:bodyPr wrap="square" lIns="0" rIns="0" rtlCol="0" anchor="t" anchorCtr="0">
            <a:noAutofit/>
          </a:bodyPr>
          <a:lstStyle/>
          <a:p>
            <a:pPr algn="l" defTabSz="288000"/>
            <a:r>
              <a:rPr lang="en-GB" b="1">
                <a:latin typeface="+mn-ea"/>
              </a:rPr>
              <a:t>[Label5-C-Mark]</a:t>
            </a:r>
            <a:endParaRPr kumimoji="1" lang="en-GB" b="1">
              <a:latin typeface="+mn-ea"/>
            </a:endParaRPr>
          </a:p>
          <a:p>
            <a:pPr algn="l" defTabSz="288000"/>
            <a:r>
              <a:rPr kumimoji="1" lang="en-GB" sz="1100" b="1">
                <a:latin typeface="+mn-ea"/>
              </a:rPr>
              <a:t>Label5-C-Comment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F19364-6506-4AE9-B1C7-2E3E6444FD05}">
  <ds:schemaRefs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infopath/2007/PartnerControls"/>
    <ds:schemaRef ds:uri="http://www.w3.org/XML/1998/namespace"/>
    <ds:schemaRef ds:uri="http://purl.org/dc/elements/1.1/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35</TotalTime>
  <Words>86</Words>
  <Application>Microsoft Macintosh PowerPoint</Application>
  <PresentationFormat>Widescreen</PresentationFormat>
  <Paragraphs>45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2026-03-12T07:19:17Z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