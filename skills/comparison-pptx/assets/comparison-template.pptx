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ags/tag2.xml" ContentType="application/vnd.openxmlformats-officedocument.presentationml.tags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4087" r:id="rId4"/>
  </p:sldMasterIdLst>
  <p:notesMasterIdLst>
    <p:notesMasterId r:id="rId6"/>
  </p:notesMasterIdLst>
  <p:handoutMasterIdLst>
    <p:handoutMasterId r:id="rId7"/>
  </p:handoutMasterIdLst>
  <p:sldIdLst>
    <p:sldId id="2147480764" r:id="rId5"/>
  </p:sldIdLst>
  <p:sldSz cx="12192000" cy="6858000"/>
  <p:notesSz cx="6858000" cy="9144000"/>
  <p:custDataLst>
    <p:tags r:id="rId8"/>
  </p:custDataLst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2" name="作成者" initials="A" lastIdx="0" clrIdx="1"/>
  <p:cmAuthor id="3" name="QAD 上原 光徳/Uehara, Mitsunori (NTT DATA)" initials="Q上光M(D" lastIdx="3" clrIdx="2">
    <p:extLst>
      <p:ext uri="{19B8F6BF-5375-455C-9EA6-DF929625EA0E}">
        <p15:presenceInfo xmlns:p15="http://schemas.microsoft.com/office/powerpoint/2012/main" userId="S::Mitsunori.Uehara@jp.nttdata.com::37b1c3ba-4dc0-4ab6-8ca6-e39079f72e79" providerId="AD"/>
      </p:ext>
    </p:extLst>
  </p:cmAuthor>
  <p:cmAuthor id="4" name="TIG 片岡 瑠美/Kataoka, Rumi (NTT DATA)" initials="T片瑠R(D" lastIdx="1" clrIdx="3">
    <p:extLst>
      <p:ext uri="{19B8F6BF-5375-455C-9EA6-DF929625EA0E}">
        <p15:presenceInfo xmlns:p15="http://schemas.microsoft.com/office/powerpoint/2012/main" userId="TIG 片岡 瑠美/Kataoka, Rumi (NTT DATA)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00FF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5AD"/>
    <a:srgbClr val="595959"/>
    <a:srgbClr val="7F7F7F"/>
    <a:srgbClr val="000000"/>
    <a:srgbClr val="CC99FF"/>
    <a:srgbClr val="FFCCFF"/>
    <a:srgbClr val="404040"/>
    <a:srgbClr val="C0C0C0"/>
    <a:srgbClr val="A3DAFE"/>
    <a:srgbClr val="FF7A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F8738D5-2550-AF4F-981D-A8C1866BE157}" v="22" dt="2026-03-12T07:19:10.499"/>
    <p1510:client id="{4FB9097D-FD44-E242-A68C-2137823CC664}" v="27" dt="2026-03-12T04:26:30.195"/>
    <p1510:client id="{677DA6F4-90AE-E448-B5D9-A10FB8393A34}" v="15" dt="2026-03-12T04:33:13.842"/>
    <p1510:client id="{AC588B71-8A63-AE44-991A-D134873EC35A}" v="4" dt="2026-03-11T12:17:57.61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スタイル (中間)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1E4AEA4-8DFA-4A89-87EB-49C32662AFE0}" styleName="中間スタイル 2 - アクセント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中間スタイル 2 - アクセント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中間スタイル 2 - アクセント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中間スタイル 2 - アクセント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中間スタイル 2 - アクセント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6E25E649-3F16-4E02-A733-19D2CDBF48F0}" styleName="中間スタイル 3 - アクセント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EC20E35-A176-4012-BC5E-935CFFF8708E}" styleName="スタイル (中間)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D5ABB26-0587-4C30-8999-92F81FD0307C}" styleName="スタイルなし、表のグリッド線なし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06799F8-075E-4A3A-A7F6-7FBC6576F1A4}" styleName="テーマ スタイル 2 - アクセント 3">
    <a:tblBg>
      <a:fillRef idx="3">
        <a:schemeClr val="accent3"/>
      </a:fillRef>
      <a:effectRef idx="3">
        <a:schemeClr val="accent3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3">
                <a:tint val="50000"/>
              </a:schemeClr>
            </a:lnRef>
          </a:left>
          <a:right>
            <a:lnRef idx="1">
              <a:schemeClr val="accent3">
                <a:tint val="50000"/>
              </a:schemeClr>
            </a:lnRef>
          </a:right>
          <a:top>
            <a:lnRef idx="1">
              <a:schemeClr val="accent3">
                <a:tint val="50000"/>
              </a:schemeClr>
            </a:lnRef>
          </a:top>
          <a:bottom>
            <a:lnRef idx="1">
              <a:schemeClr val="accent3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D113A9D2-9D6B-4929-AA2D-F23B5EE8CBE7}" styleName="テーマ スタイル 2 - アクセント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9D7B26C5-4107-4FEC-AEDC-1716B250A1EF}" styleName="スタイル (淡色)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69C7853C-536D-4A76-A0AE-DD22124D55A5}" styleName="テーマ スタイル 1 - アクセント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5940675A-B579-460E-94D1-54222C63F5DA}" styleName="スタイルなし、表のグリッド線あり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BC89EF96-8CEA-46FF-86C4-4CE0E7609802}" styleName="淡色スタイル 3 - アクセント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7E9639D4-E3E2-4D34-9284-5A2195B3D0D7}" styleName="スタイル (淡色)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7191"/>
    <p:restoredTop sz="94715"/>
  </p:normalViewPr>
  <p:slideViewPr>
    <p:cSldViewPr snapToGrid="0">
      <p:cViewPr varScale="1">
        <p:scale>
          <a:sx n="71" d="100"/>
          <a:sy n="71" d="100"/>
        </p:scale>
        <p:origin x="168" y="10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gs" Target="tags/tag1.xml"/><Relationship Id="rId13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handoutMaster" Target="handoutMasters/handoutMaster1.xml"/><Relationship Id="rId12" Type="http://schemas.openxmlformats.org/officeDocument/2006/relationships/theme" Target="theme/theme1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notesMaster" Target="notesMasters/notesMaster1.xml"/><Relationship Id="rId11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microsoft.com/office/2015/10/relationships/revisionInfo" Target="revisionInfo.xml"/><Relationship Id="rId10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commentAuthors" Target="commentAuthors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福元 允亮" userId="12e1d508-426e-4c6a-b43b-7681266f9ca9" providerId="ADAL" clId="{4FB9097D-FD44-E242-A68C-2137823CC664}"/>
    <pc:docChg chg="undo custSel modSld">
      <pc:chgData name="福元 允亮" userId="12e1d508-426e-4c6a-b43b-7681266f9ca9" providerId="ADAL" clId="{4FB9097D-FD44-E242-A68C-2137823CC664}" dt="2026-03-12T04:26:49.545" v="184" actId="120"/>
      <pc:docMkLst>
        <pc:docMk/>
      </pc:docMkLst>
      <pc:sldChg chg="addSp delSp modSp mod">
        <pc:chgData name="福元 允亮" userId="12e1d508-426e-4c6a-b43b-7681266f9ca9" providerId="ADAL" clId="{4FB9097D-FD44-E242-A68C-2137823CC664}" dt="2026-03-12T04:26:49.545" v="184" actId="120"/>
        <pc:sldMkLst>
          <pc:docMk/>
          <pc:sldMk cId="3001053428" sldId="2147480764"/>
        </pc:sldMkLst>
        <pc:spChg chg="mod">
          <ac:chgData name="福元 允亮" userId="12e1d508-426e-4c6a-b43b-7681266f9ca9" providerId="ADAL" clId="{4FB9097D-FD44-E242-A68C-2137823CC664}" dt="2026-03-12T01:15:21.182" v="127" actId="948"/>
          <ac:spMkLst>
            <pc:docMk/>
            <pc:sldMk cId="3001053428" sldId="2147480764"/>
            <ac:spMk id="2" creationId="{BA5EF566-D16A-40BE-C039-67C80A2CFA91}"/>
          </ac:spMkLst>
        </pc:spChg>
        <pc:spChg chg="mod">
          <ac:chgData name="福元 允亮" userId="12e1d508-426e-4c6a-b43b-7681266f9ca9" providerId="ADAL" clId="{4FB9097D-FD44-E242-A68C-2137823CC664}" dt="2026-03-12T01:15:23.816" v="173" actId="20577"/>
          <ac:spMkLst>
            <pc:docMk/>
            <pc:sldMk cId="3001053428" sldId="2147480764"/>
            <ac:spMk id="3" creationId="{12D73F1F-49C9-5A45-B9E8-D6F68FC949FD}"/>
          </ac:spMkLst>
        </pc:spChg>
        <pc:spChg chg="add mod">
          <ac:chgData name="福元 允亮" userId="12e1d508-426e-4c6a-b43b-7681266f9ca9" providerId="ADAL" clId="{4FB9097D-FD44-E242-A68C-2137823CC664}" dt="2026-03-12T04:26:49.545" v="184" actId="120"/>
          <ac:spMkLst>
            <pc:docMk/>
            <pc:sldMk cId="3001053428" sldId="2147480764"/>
            <ac:spMk id="4" creationId="{ED855630-7FA9-D611-027B-9EF6C22D0D51}"/>
          </ac:spMkLst>
        </pc:spChg>
        <pc:spChg chg="mod">
          <ac:chgData name="福元 允亮" userId="12e1d508-426e-4c6a-b43b-7681266f9ca9" providerId="ADAL" clId="{4FB9097D-FD44-E242-A68C-2137823CC664}" dt="2026-03-12T04:26:49.545" v="184" actId="120"/>
          <ac:spMkLst>
            <pc:docMk/>
            <pc:sldMk cId="3001053428" sldId="2147480764"/>
            <ac:spMk id="5" creationId="{4A7177CA-161C-EF85-103E-002BC2F1B127}"/>
          </ac:spMkLst>
        </pc:spChg>
        <pc:spChg chg="add mod">
          <ac:chgData name="福元 允亮" userId="12e1d508-426e-4c6a-b43b-7681266f9ca9" providerId="ADAL" clId="{4FB9097D-FD44-E242-A68C-2137823CC664}" dt="2026-03-12T04:26:49.545" v="184" actId="120"/>
          <ac:spMkLst>
            <pc:docMk/>
            <pc:sldMk cId="3001053428" sldId="2147480764"/>
            <ac:spMk id="6" creationId="{B7AA08F5-F384-40E3-948F-1F0090C78239}"/>
          </ac:spMkLst>
        </pc:spChg>
        <pc:spChg chg="del">
          <ac:chgData name="福元 允亮" userId="12e1d508-426e-4c6a-b43b-7681266f9ca9" providerId="ADAL" clId="{4FB9097D-FD44-E242-A68C-2137823CC664}" dt="2026-03-12T00:07:09.238" v="0" actId="478"/>
          <ac:spMkLst>
            <pc:docMk/>
            <pc:sldMk cId="3001053428" sldId="2147480764"/>
            <ac:spMk id="7" creationId="{3F365AD3-3289-7FCC-02A4-BF0A822B1698}"/>
          </ac:spMkLst>
        </pc:spChg>
        <pc:spChg chg="add del mod modVis">
          <ac:chgData name="福元 允亮" userId="12e1d508-426e-4c6a-b43b-7681266f9ca9" providerId="ADAL" clId="{4FB9097D-FD44-E242-A68C-2137823CC664}" dt="2026-03-12T01:15:21.204" v="149"/>
          <ac:spMkLst>
            <pc:docMk/>
            <pc:sldMk cId="3001053428" sldId="2147480764"/>
            <ac:spMk id="7" creationId="{AB328A99-3B33-27E8-4E34-2472A92F4BAC}"/>
          </ac:spMkLst>
        </pc:spChg>
        <pc:spChg chg="del">
          <ac:chgData name="福元 允亮" userId="12e1d508-426e-4c6a-b43b-7681266f9ca9" providerId="ADAL" clId="{4FB9097D-FD44-E242-A68C-2137823CC664}" dt="2026-03-12T00:07:09.238" v="0" actId="478"/>
          <ac:spMkLst>
            <pc:docMk/>
            <pc:sldMk cId="3001053428" sldId="2147480764"/>
            <ac:spMk id="8" creationId="{98565ABF-27AA-F09E-54D9-C647162C847B}"/>
          </ac:spMkLst>
        </pc:spChg>
        <pc:spChg chg="del">
          <ac:chgData name="福元 允亮" userId="12e1d508-426e-4c6a-b43b-7681266f9ca9" providerId="ADAL" clId="{4FB9097D-FD44-E242-A68C-2137823CC664}" dt="2026-03-12T00:07:09.238" v="0" actId="478"/>
          <ac:spMkLst>
            <pc:docMk/>
            <pc:sldMk cId="3001053428" sldId="2147480764"/>
            <ac:spMk id="10" creationId="{C52A216C-B922-516A-BC38-48BE96CA454D}"/>
          </ac:spMkLst>
        </pc:spChg>
        <pc:spChg chg="del">
          <ac:chgData name="福元 允亮" userId="12e1d508-426e-4c6a-b43b-7681266f9ca9" providerId="ADAL" clId="{4FB9097D-FD44-E242-A68C-2137823CC664}" dt="2026-03-12T00:07:09.238" v="0" actId="478"/>
          <ac:spMkLst>
            <pc:docMk/>
            <pc:sldMk cId="3001053428" sldId="2147480764"/>
            <ac:spMk id="12" creationId="{BC62F346-55B2-65CF-6F70-96C04770D255}"/>
          </ac:spMkLst>
        </pc:spChg>
        <pc:spChg chg="del">
          <ac:chgData name="福元 允亮" userId="12e1d508-426e-4c6a-b43b-7681266f9ca9" providerId="ADAL" clId="{4FB9097D-FD44-E242-A68C-2137823CC664}" dt="2026-03-12T00:07:09.238" v="0" actId="478"/>
          <ac:spMkLst>
            <pc:docMk/>
            <pc:sldMk cId="3001053428" sldId="2147480764"/>
            <ac:spMk id="13" creationId="{1F9D2BEE-10F8-EB1A-AEE2-76A3E0267C38}"/>
          </ac:spMkLst>
        </pc:spChg>
        <pc:spChg chg="del">
          <ac:chgData name="福元 允亮" userId="12e1d508-426e-4c6a-b43b-7681266f9ca9" providerId="ADAL" clId="{4FB9097D-FD44-E242-A68C-2137823CC664}" dt="2026-03-12T00:07:09.238" v="0" actId="478"/>
          <ac:spMkLst>
            <pc:docMk/>
            <pc:sldMk cId="3001053428" sldId="2147480764"/>
            <ac:spMk id="15" creationId="{86E660AE-C710-D174-7680-634FE8C4E70B}"/>
          </ac:spMkLst>
        </pc:spChg>
        <pc:spChg chg="del">
          <ac:chgData name="福元 允亮" userId="12e1d508-426e-4c6a-b43b-7681266f9ca9" providerId="ADAL" clId="{4FB9097D-FD44-E242-A68C-2137823CC664}" dt="2026-03-12T00:07:09.238" v="0" actId="478"/>
          <ac:spMkLst>
            <pc:docMk/>
            <pc:sldMk cId="3001053428" sldId="2147480764"/>
            <ac:spMk id="17" creationId="{C2448350-D863-7725-AB5E-417FF1711A17}"/>
          </ac:spMkLst>
        </pc:spChg>
        <pc:spChg chg="del">
          <ac:chgData name="福元 允亮" userId="12e1d508-426e-4c6a-b43b-7681266f9ca9" providerId="ADAL" clId="{4FB9097D-FD44-E242-A68C-2137823CC664}" dt="2026-03-12T00:07:09.238" v="0" actId="478"/>
          <ac:spMkLst>
            <pc:docMk/>
            <pc:sldMk cId="3001053428" sldId="2147480764"/>
            <ac:spMk id="18" creationId="{149BA5AE-3E3B-69C2-46FA-92B09F97239F}"/>
          </ac:spMkLst>
        </pc:spChg>
        <pc:spChg chg="add mod">
          <ac:chgData name="福元 允亮" userId="12e1d508-426e-4c6a-b43b-7681266f9ca9" providerId="ADAL" clId="{4FB9097D-FD44-E242-A68C-2137823CC664}" dt="2026-03-12T04:26:49.545" v="184" actId="120"/>
          <ac:spMkLst>
            <pc:docMk/>
            <pc:sldMk cId="3001053428" sldId="2147480764"/>
            <ac:spMk id="19" creationId="{15C312C3-B792-0E1E-37D3-C0AFBDAB9876}"/>
          </ac:spMkLst>
        </pc:spChg>
        <pc:spChg chg="add del">
          <ac:chgData name="福元 允亮" userId="12e1d508-426e-4c6a-b43b-7681266f9ca9" providerId="ADAL" clId="{4FB9097D-FD44-E242-A68C-2137823CC664}" dt="2026-03-12T00:09:33.575" v="86" actId="22"/>
          <ac:spMkLst>
            <pc:docMk/>
            <pc:sldMk cId="3001053428" sldId="2147480764"/>
            <ac:spMk id="23" creationId="{108767E5-78CD-135D-0209-47FA47D62CD3}"/>
          </ac:spMkLst>
        </pc:spChg>
        <pc:spChg chg="add mod">
          <ac:chgData name="福元 允亮" userId="12e1d508-426e-4c6a-b43b-7681266f9ca9" providerId="ADAL" clId="{4FB9097D-FD44-E242-A68C-2137823CC664}" dt="2026-03-12T00:11:26.003" v="114" actId="14100"/>
          <ac:spMkLst>
            <pc:docMk/>
            <pc:sldMk cId="3001053428" sldId="2147480764"/>
            <ac:spMk id="24" creationId="{02A5F4DA-87DB-392D-EBD3-E36D401BB200}"/>
          </ac:spMkLst>
        </pc:spChg>
        <pc:spChg chg="del">
          <ac:chgData name="福元 允亮" userId="12e1d508-426e-4c6a-b43b-7681266f9ca9" providerId="ADAL" clId="{4FB9097D-FD44-E242-A68C-2137823CC664}" dt="2026-03-12T00:07:09.238" v="0" actId="478"/>
          <ac:spMkLst>
            <pc:docMk/>
            <pc:sldMk cId="3001053428" sldId="2147480764"/>
            <ac:spMk id="55" creationId="{ED6C6249-F2DD-1D32-FEC2-BCA507AB235B}"/>
          </ac:spMkLst>
        </pc:spChg>
        <pc:spChg chg="del">
          <ac:chgData name="福元 允亮" userId="12e1d508-426e-4c6a-b43b-7681266f9ca9" providerId="ADAL" clId="{4FB9097D-FD44-E242-A68C-2137823CC664}" dt="2026-03-12T00:07:09.238" v="0" actId="478"/>
          <ac:spMkLst>
            <pc:docMk/>
            <pc:sldMk cId="3001053428" sldId="2147480764"/>
            <ac:spMk id="56" creationId="{ED2C186C-29AB-7819-027A-D2935C73D69B}"/>
          </ac:spMkLst>
        </pc:spChg>
        <pc:graphicFrameChg chg="add mod modVis">
          <ac:chgData name="福元 允亮" userId="12e1d508-426e-4c6a-b43b-7681266f9ca9" providerId="ADAL" clId="{4FB9097D-FD44-E242-A68C-2137823CC664}" dt="2026-03-12T01:15:21.236" v="162"/>
          <ac:graphicFrameMkLst>
            <pc:docMk/>
            <pc:sldMk cId="3001053428" sldId="2147480764"/>
            <ac:graphicFrameMk id="8" creationId="{8B876925-78A3-0D6D-A136-2CE4548C6FDC}"/>
          </ac:graphicFrameMkLst>
        </pc:graphicFrameChg>
        <pc:cxnChg chg="add del mod">
          <ac:chgData name="福元 允亮" userId="12e1d508-426e-4c6a-b43b-7681266f9ca9" providerId="ADAL" clId="{4FB9097D-FD44-E242-A68C-2137823CC664}" dt="2026-03-12T00:10:25.122" v="100" actId="478"/>
          <ac:cxnSpMkLst>
            <pc:docMk/>
            <pc:sldMk cId="3001053428" sldId="2147480764"/>
            <ac:cxnSpMk id="27" creationId="{4D6B78DD-B7F3-E20D-A1FD-1481D5507F19}"/>
          </ac:cxnSpMkLst>
        </pc:cxnChg>
        <pc:cxnChg chg="add del mod">
          <ac:chgData name="福元 允亮" userId="12e1d508-426e-4c6a-b43b-7681266f9ca9" providerId="ADAL" clId="{4FB9097D-FD44-E242-A68C-2137823CC664}" dt="2026-03-12T00:10:25.122" v="100" actId="478"/>
          <ac:cxnSpMkLst>
            <pc:docMk/>
            <pc:sldMk cId="3001053428" sldId="2147480764"/>
            <ac:cxnSpMk id="29" creationId="{2AC1004F-5C57-C955-3240-06FA2B0B6792}"/>
          </ac:cxnSpMkLst>
        </pc:cxnChg>
        <pc:cxnChg chg="add del mod">
          <ac:chgData name="福元 允亮" userId="12e1d508-426e-4c6a-b43b-7681266f9ca9" providerId="ADAL" clId="{4FB9097D-FD44-E242-A68C-2137823CC664}" dt="2026-03-12T00:10:25.122" v="100" actId="478"/>
          <ac:cxnSpMkLst>
            <pc:docMk/>
            <pc:sldMk cId="3001053428" sldId="2147480764"/>
            <ac:cxnSpMk id="33" creationId="{FB15D824-C8EB-835E-255A-375434A8AFC3}"/>
          </ac:cxnSpMkLst>
        </pc:cxnChg>
        <pc:cxnChg chg="add mod">
          <ac:chgData name="福元 允亮" userId="12e1d508-426e-4c6a-b43b-7681266f9ca9" providerId="ADAL" clId="{4FB9097D-FD44-E242-A68C-2137823CC664}" dt="2026-03-12T00:11:09.548" v="113" actId="14100"/>
          <ac:cxnSpMkLst>
            <pc:docMk/>
            <pc:sldMk cId="3001053428" sldId="2147480764"/>
            <ac:cxnSpMk id="39" creationId="{2CF57C89-C1DA-9B4A-FC69-7ADC5E29ED42}"/>
          </ac:cxnSpMkLst>
        </pc:cxnChg>
        <pc:cxnChg chg="add mod">
          <ac:chgData name="福元 允亮" userId="12e1d508-426e-4c6a-b43b-7681266f9ca9" providerId="ADAL" clId="{4FB9097D-FD44-E242-A68C-2137823CC664}" dt="2026-03-12T00:11:09.548" v="113" actId="14100"/>
          <ac:cxnSpMkLst>
            <pc:docMk/>
            <pc:sldMk cId="3001053428" sldId="2147480764"/>
            <ac:cxnSpMk id="41" creationId="{CE764E05-5CB7-0C63-675E-35B8AF2C70BD}"/>
          </ac:cxnSpMkLst>
        </pc:cxnChg>
        <pc:cxnChg chg="add del mod">
          <ac:chgData name="福元 允亮" userId="12e1d508-426e-4c6a-b43b-7681266f9ca9" providerId="ADAL" clId="{4FB9097D-FD44-E242-A68C-2137823CC664}" dt="2026-03-12T00:10:49.715" v="109" actId="21"/>
          <ac:cxnSpMkLst>
            <pc:docMk/>
            <pc:sldMk cId="3001053428" sldId="2147480764"/>
            <ac:cxnSpMk id="42" creationId="{CDF74761-22B8-3458-4595-A6EF69A136FE}"/>
          </ac:cxnSpMkLst>
        </pc:cxnChg>
        <pc:cxnChg chg="add mod">
          <ac:chgData name="福元 允亮" userId="12e1d508-426e-4c6a-b43b-7681266f9ca9" providerId="ADAL" clId="{4FB9097D-FD44-E242-A68C-2137823CC664}" dt="2026-03-12T00:11:09.548" v="113" actId="14100"/>
          <ac:cxnSpMkLst>
            <pc:docMk/>
            <pc:sldMk cId="3001053428" sldId="2147480764"/>
            <ac:cxnSpMk id="47" creationId="{DFD73CAC-FA12-AEA1-7C55-AD3C346A4540}"/>
          </ac:cxnSpMkLst>
        </pc:cxnChg>
      </pc:sldChg>
    </pc:docChg>
  </pc:docChgLst>
  <pc:docChgLst>
    <pc:chgData name="福元 允亮" userId="12e1d508-426e-4c6a-b43b-7681266f9ca9" providerId="ADAL" clId="{3F8738D5-2550-AF4F-981D-A8C1866BE157}"/>
    <pc:docChg chg="undo custSel modSld">
      <pc:chgData name="福元 允亮" userId="12e1d508-426e-4c6a-b43b-7681266f9ca9" providerId="ADAL" clId="{3F8738D5-2550-AF4F-981D-A8C1866BE157}" dt="2026-03-12T07:19:16.668" v="249" actId="3064"/>
      <pc:docMkLst>
        <pc:docMk/>
      </pc:docMkLst>
      <pc:sldChg chg="addSp delSp modSp mod">
        <pc:chgData name="福元 允亮" userId="12e1d508-426e-4c6a-b43b-7681266f9ca9" providerId="ADAL" clId="{3F8738D5-2550-AF4F-981D-A8C1866BE157}" dt="2026-03-12T07:19:16.668" v="249" actId="3064"/>
        <pc:sldMkLst>
          <pc:docMk/>
          <pc:sldMk cId="3001053428" sldId="2147480764"/>
        </pc:sldMkLst>
        <pc:spChg chg="add mod topLvl">
          <ac:chgData name="福元 允亮" userId="12e1d508-426e-4c6a-b43b-7681266f9ca9" providerId="ADAL" clId="{3F8738D5-2550-AF4F-981D-A8C1866BE157}" dt="2026-03-12T06:56:06.925" v="195" actId="165"/>
          <ac:spMkLst>
            <pc:docMk/>
            <pc:sldMk cId="3001053428" sldId="2147480764"/>
            <ac:spMk id="4" creationId="{F9F398D3-2F6B-A011-1C1D-9A8C12E59113}"/>
          </ac:spMkLst>
        </pc:spChg>
        <pc:spChg chg="add mod topLvl">
          <ac:chgData name="福元 允亮" userId="12e1d508-426e-4c6a-b43b-7681266f9ca9" providerId="ADAL" clId="{3F8738D5-2550-AF4F-981D-A8C1866BE157}" dt="2026-03-12T06:56:06.925" v="195" actId="165"/>
          <ac:spMkLst>
            <pc:docMk/>
            <pc:sldMk cId="3001053428" sldId="2147480764"/>
            <ac:spMk id="5" creationId="{6D6889C1-5BFA-C557-CB37-1967325CB392}"/>
          </ac:spMkLst>
        </pc:spChg>
        <pc:spChg chg="add mod topLvl">
          <ac:chgData name="福元 允亮" userId="12e1d508-426e-4c6a-b43b-7681266f9ca9" providerId="ADAL" clId="{3F8738D5-2550-AF4F-981D-A8C1866BE157}" dt="2026-03-12T06:55:31.569" v="169" actId="554"/>
          <ac:spMkLst>
            <pc:docMk/>
            <pc:sldMk cId="3001053428" sldId="2147480764"/>
            <ac:spMk id="6" creationId="{215A3D02-639A-3BC0-936E-0E8E4546D9C3}"/>
          </ac:spMkLst>
        </pc:spChg>
        <pc:spChg chg="mod">
          <ac:chgData name="福元 允亮" userId="12e1d508-426e-4c6a-b43b-7681266f9ca9" providerId="ADAL" clId="{3F8738D5-2550-AF4F-981D-A8C1866BE157}" dt="2026-03-12T06:53:50.504" v="109" actId="1036"/>
          <ac:spMkLst>
            <pc:docMk/>
            <pc:sldMk cId="3001053428" sldId="2147480764"/>
            <ac:spMk id="7" creationId="{07C5F1D5-1FB6-4AC9-95E6-C0578AC27158}"/>
          </ac:spMkLst>
        </pc:spChg>
        <pc:spChg chg="add mod topLvl">
          <ac:chgData name="福元 允亮" userId="12e1d508-426e-4c6a-b43b-7681266f9ca9" providerId="ADAL" clId="{3F8738D5-2550-AF4F-981D-A8C1866BE157}" dt="2026-03-12T06:52:53.047" v="102" actId="465"/>
          <ac:spMkLst>
            <pc:docMk/>
            <pc:sldMk cId="3001053428" sldId="2147480764"/>
            <ac:spMk id="9" creationId="{AE9D30EE-9FC7-65D7-CA88-9032B4FE6F29}"/>
          </ac:spMkLst>
        </pc:spChg>
        <pc:spChg chg="add mod topLvl">
          <ac:chgData name="福元 允亮" userId="12e1d508-426e-4c6a-b43b-7681266f9ca9" providerId="ADAL" clId="{3F8738D5-2550-AF4F-981D-A8C1866BE157}" dt="2026-03-12T06:52:53.047" v="102" actId="465"/>
          <ac:spMkLst>
            <pc:docMk/>
            <pc:sldMk cId="3001053428" sldId="2147480764"/>
            <ac:spMk id="10" creationId="{F093C981-CC74-DE2E-DB51-C1E5C72CAA4A}"/>
          </ac:spMkLst>
        </pc:spChg>
        <pc:spChg chg="del">
          <ac:chgData name="福元 允亮" userId="12e1d508-426e-4c6a-b43b-7681266f9ca9" providerId="ADAL" clId="{3F8738D5-2550-AF4F-981D-A8C1866BE157}" dt="2026-03-12T06:51:27.895" v="47" actId="478"/>
          <ac:spMkLst>
            <pc:docMk/>
            <pc:sldMk cId="3001053428" sldId="2147480764"/>
            <ac:spMk id="11" creationId="{C8567CF8-291A-D428-8755-8F667602279B}"/>
          </ac:spMkLst>
        </pc:spChg>
        <pc:spChg chg="del">
          <ac:chgData name="福元 允亮" userId="12e1d508-426e-4c6a-b43b-7681266f9ca9" providerId="ADAL" clId="{3F8738D5-2550-AF4F-981D-A8C1866BE157}" dt="2026-03-12T06:51:36.945" v="50" actId="478"/>
          <ac:spMkLst>
            <pc:docMk/>
            <pc:sldMk cId="3001053428" sldId="2147480764"/>
            <ac:spMk id="12" creationId="{F82347F0-C801-A574-F27B-03F65300A38D}"/>
          </ac:spMkLst>
        </pc:spChg>
        <pc:spChg chg="add mod topLvl">
          <ac:chgData name="福元 允亮" userId="12e1d508-426e-4c6a-b43b-7681266f9ca9" providerId="ADAL" clId="{3F8738D5-2550-AF4F-981D-A8C1866BE157}" dt="2026-03-12T06:52:53.047" v="102" actId="465"/>
          <ac:spMkLst>
            <pc:docMk/>
            <pc:sldMk cId="3001053428" sldId="2147480764"/>
            <ac:spMk id="13" creationId="{3EA67211-B74F-0557-8EB4-8823B0820C22}"/>
          </ac:spMkLst>
        </pc:spChg>
        <pc:spChg chg="del">
          <ac:chgData name="福元 允亮" userId="12e1d508-426e-4c6a-b43b-7681266f9ca9" providerId="ADAL" clId="{3F8738D5-2550-AF4F-981D-A8C1866BE157}" dt="2026-03-12T06:50:14.976" v="13" actId="478"/>
          <ac:spMkLst>
            <pc:docMk/>
            <pc:sldMk cId="3001053428" sldId="2147480764"/>
            <ac:spMk id="15" creationId="{3ACB9064-8F67-6D89-FE5D-2406BABB06BA}"/>
          </ac:spMkLst>
        </pc:spChg>
        <pc:spChg chg="add mod topLvl">
          <ac:chgData name="福元 允亮" userId="12e1d508-426e-4c6a-b43b-7681266f9ca9" providerId="ADAL" clId="{3F8738D5-2550-AF4F-981D-A8C1866BE157}" dt="2026-03-12T06:52:53.047" v="102" actId="465"/>
          <ac:spMkLst>
            <pc:docMk/>
            <pc:sldMk cId="3001053428" sldId="2147480764"/>
            <ac:spMk id="16" creationId="{FFB60D2D-C7BC-45CF-5BFD-DCB9780DAE75}"/>
          </ac:spMkLst>
        </pc:spChg>
        <pc:spChg chg="del">
          <ac:chgData name="福元 允亮" userId="12e1d508-426e-4c6a-b43b-7681266f9ca9" providerId="ADAL" clId="{3F8738D5-2550-AF4F-981D-A8C1866BE157}" dt="2026-03-12T06:50:14.976" v="13" actId="478"/>
          <ac:spMkLst>
            <pc:docMk/>
            <pc:sldMk cId="3001053428" sldId="2147480764"/>
            <ac:spMk id="17" creationId="{BE31BF69-1397-60DD-E63E-E516C3D416ED}"/>
          </ac:spMkLst>
        </pc:spChg>
        <pc:spChg chg="del">
          <ac:chgData name="福元 允亮" userId="12e1d508-426e-4c6a-b43b-7681266f9ca9" providerId="ADAL" clId="{3F8738D5-2550-AF4F-981D-A8C1866BE157}" dt="2026-03-12T06:50:53.801" v="37" actId="478"/>
          <ac:spMkLst>
            <pc:docMk/>
            <pc:sldMk cId="3001053428" sldId="2147480764"/>
            <ac:spMk id="18" creationId="{C5780C6E-FAE4-EDA4-D73B-AA75E3CD5161}"/>
          </ac:spMkLst>
        </pc:spChg>
        <pc:spChg chg="del">
          <ac:chgData name="福元 允亮" userId="12e1d508-426e-4c6a-b43b-7681266f9ca9" providerId="ADAL" clId="{3F8738D5-2550-AF4F-981D-A8C1866BE157}" dt="2026-03-12T06:50:53.801" v="37" actId="478"/>
          <ac:spMkLst>
            <pc:docMk/>
            <pc:sldMk cId="3001053428" sldId="2147480764"/>
            <ac:spMk id="20" creationId="{F7CF33E9-979B-5B03-8C46-E1F4ED498A3F}"/>
          </ac:spMkLst>
        </pc:spChg>
        <pc:spChg chg="del">
          <ac:chgData name="福元 允亮" userId="12e1d508-426e-4c6a-b43b-7681266f9ca9" providerId="ADAL" clId="{3F8738D5-2550-AF4F-981D-A8C1866BE157}" dt="2026-03-12T06:52:06.703" v="65" actId="478"/>
          <ac:spMkLst>
            <pc:docMk/>
            <pc:sldMk cId="3001053428" sldId="2147480764"/>
            <ac:spMk id="21" creationId="{461C2B07-B5D0-F3CF-428F-58D5CF9E615E}"/>
          </ac:spMkLst>
        </pc:spChg>
        <pc:spChg chg="del">
          <ac:chgData name="福元 允亮" userId="12e1d508-426e-4c6a-b43b-7681266f9ca9" providerId="ADAL" clId="{3F8738D5-2550-AF4F-981D-A8C1866BE157}" dt="2026-03-12T06:52:06.703" v="65" actId="478"/>
          <ac:spMkLst>
            <pc:docMk/>
            <pc:sldMk cId="3001053428" sldId="2147480764"/>
            <ac:spMk id="22" creationId="{5161F7CF-1E23-EE05-AB16-1133AC68FFF2}"/>
          </ac:spMkLst>
        </pc:spChg>
        <pc:spChg chg="mod topLvl">
          <ac:chgData name="福元 允亮" userId="12e1d508-426e-4c6a-b43b-7681266f9ca9" providerId="ADAL" clId="{3F8738D5-2550-AF4F-981D-A8C1866BE157}" dt="2026-03-12T06:56:06.925" v="195" actId="165"/>
          <ac:spMkLst>
            <pc:docMk/>
            <pc:sldMk cId="3001053428" sldId="2147480764"/>
            <ac:spMk id="23" creationId="{CF5A2BEE-E40D-41A4-5432-F5E1E4EA7249}"/>
          </ac:spMkLst>
        </pc:spChg>
        <pc:spChg chg="del">
          <ac:chgData name="福元 允亮" userId="12e1d508-426e-4c6a-b43b-7681266f9ca9" providerId="ADAL" clId="{3F8738D5-2550-AF4F-981D-A8C1866BE157}" dt="2026-03-12T06:52:06.703" v="65" actId="478"/>
          <ac:spMkLst>
            <pc:docMk/>
            <pc:sldMk cId="3001053428" sldId="2147480764"/>
            <ac:spMk id="25" creationId="{EA20B274-E7EE-9086-404B-837948643604}"/>
          </ac:spMkLst>
        </pc:spChg>
        <pc:spChg chg="add mod">
          <ac:chgData name="福元 允亮" userId="12e1d508-426e-4c6a-b43b-7681266f9ca9" providerId="ADAL" clId="{3F8738D5-2550-AF4F-981D-A8C1866BE157}" dt="2026-03-12T07:19:16.668" v="249" actId="3064"/>
          <ac:spMkLst>
            <pc:docMk/>
            <pc:sldMk cId="3001053428" sldId="2147480764"/>
            <ac:spMk id="30" creationId="{6DE39449-59E9-A8C5-988C-A57C3F0FC32F}"/>
          </ac:spMkLst>
        </pc:spChg>
        <pc:spChg chg="add mod topLvl">
          <ac:chgData name="福元 允亮" userId="12e1d508-426e-4c6a-b43b-7681266f9ca9" providerId="ADAL" clId="{3F8738D5-2550-AF4F-981D-A8C1866BE157}" dt="2026-03-12T06:56:16.210" v="196" actId="14100"/>
          <ac:spMkLst>
            <pc:docMk/>
            <pc:sldMk cId="3001053428" sldId="2147480764"/>
            <ac:spMk id="31" creationId="{03B8B096-0827-E193-61F0-96EEEBFB529E}"/>
          </ac:spMkLst>
        </pc:spChg>
        <pc:spChg chg="add mod topLvl">
          <ac:chgData name="福元 允亮" userId="12e1d508-426e-4c6a-b43b-7681266f9ca9" providerId="ADAL" clId="{3F8738D5-2550-AF4F-981D-A8C1866BE157}" dt="2026-03-12T06:56:16.210" v="196" actId="14100"/>
          <ac:spMkLst>
            <pc:docMk/>
            <pc:sldMk cId="3001053428" sldId="2147480764"/>
            <ac:spMk id="32" creationId="{C6510700-5552-8ED5-3A2B-D6A26C215726}"/>
          </ac:spMkLst>
        </pc:spChg>
        <pc:spChg chg="add mod topLvl">
          <ac:chgData name="福元 允亮" userId="12e1d508-426e-4c6a-b43b-7681266f9ca9" providerId="ADAL" clId="{3F8738D5-2550-AF4F-981D-A8C1866BE157}" dt="2026-03-12T06:56:16.210" v="196" actId="14100"/>
          <ac:spMkLst>
            <pc:docMk/>
            <pc:sldMk cId="3001053428" sldId="2147480764"/>
            <ac:spMk id="33" creationId="{FAEB0B14-3D87-8B73-B5D3-B4F9FA8EF611}"/>
          </ac:spMkLst>
        </pc:spChg>
        <pc:spChg chg="add mod">
          <ac:chgData name="福元 允亮" userId="12e1d508-426e-4c6a-b43b-7681266f9ca9" providerId="ADAL" clId="{3F8738D5-2550-AF4F-981D-A8C1866BE157}" dt="2026-03-12T06:56:28.504" v="201" actId="20577"/>
          <ac:spMkLst>
            <pc:docMk/>
            <pc:sldMk cId="3001053428" sldId="2147480764"/>
            <ac:spMk id="35" creationId="{5D5987A4-A19F-B84D-9DFA-6F9C909E4603}"/>
          </ac:spMkLst>
        </pc:spChg>
        <pc:spChg chg="add mod">
          <ac:chgData name="福元 允亮" userId="12e1d508-426e-4c6a-b43b-7681266f9ca9" providerId="ADAL" clId="{3F8738D5-2550-AF4F-981D-A8C1866BE157}" dt="2026-03-12T06:56:32.414" v="205" actId="20577"/>
          <ac:spMkLst>
            <pc:docMk/>
            <pc:sldMk cId="3001053428" sldId="2147480764"/>
            <ac:spMk id="36" creationId="{91248848-032F-4450-D459-AE7695304CBB}"/>
          </ac:spMkLst>
        </pc:spChg>
        <pc:spChg chg="add mod">
          <ac:chgData name="福元 允亮" userId="12e1d508-426e-4c6a-b43b-7681266f9ca9" providerId="ADAL" clId="{3F8738D5-2550-AF4F-981D-A8C1866BE157}" dt="2026-03-12T06:56:37.809" v="209" actId="20577"/>
          <ac:spMkLst>
            <pc:docMk/>
            <pc:sldMk cId="3001053428" sldId="2147480764"/>
            <ac:spMk id="37" creationId="{887C9450-54F5-A2F9-8A7F-AD3977EF03F1}"/>
          </ac:spMkLst>
        </pc:spChg>
        <pc:spChg chg="add mod">
          <ac:chgData name="福元 允亮" userId="12e1d508-426e-4c6a-b43b-7681266f9ca9" providerId="ADAL" clId="{3F8738D5-2550-AF4F-981D-A8C1866BE157}" dt="2026-03-12T06:56:50.169" v="214" actId="20577"/>
          <ac:spMkLst>
            <pc:docMk/>
            <pc:sldMk cId="3001053428" sldId="2147480764"/>
            <ac:spMk id="38" creationId="{D33CBAA1-D65B-4B15-C70B-F79C45DE97D5}"/>
          </ac:spMkLst>
        </pc:spChg>
        <pc:spChg chg="add mod">
          <ac:chgData name="福元 允亮" userId="12e1d508-426e-4c6a-b43b-7681266f9ca9" providerId="ADAL" clId="{3F8738D5-2550-AF4F-981D-A8C1866BE157}" dt="2026-03-12T06:56:54.849" v="218" actId="20577"/>
          <ac:spMkLst>
            <pc:docMk/>
            <pc:sldMk cId="3001053428" sldId="2147480764"/>
            <ac:spMk id="39" creationId="{55432F23-A7D5-81C7-A861-47330BAC1F28}"/>
          </ac:spMkLst>
        </pc:spChg>
        <pc:spChg chg="add mod">
          <ac:chgData name="福元 允亮" userId="12e1d508-426e-4c6a-b43b-7681266f9ca9" providerId="ADAL" clId="{3F8738D5-2550-AF4F-981D-A8C1866BE157}" dt="2026-03-12T06:56:58.732" v="222" actId="20577"/>
          <ac:spMkLst>
            <pc:docMk/>
            <pc:sldMk cId="3001053428" sldId="2147480764"/>
            <ac:spMk id="40" creationId="{F4A6A664-7FC8-6E19-95C8-C0BD75940884}"/>
          </ac:spMkLst>
        </pc:spChg>
        <pc:spChg chg="add mod">
          <ac:chgData name="福元 允亮" userId="12e1d508-426e-4c6a-b43b-7681266f9ca9" providerId="ADAL" clId="{3F8738D5-2550-AF4F-981D-A8C1866BE157}" dt="2026-03-12T06:57:07.544" v="227" actId="20577"/>
          <ac:spMkLst>
            <pc:docMk/>
            <pc:sldMk cId="3001053428" sldId="2147480764"/>
            <ac:spMk id="41" creationId="{18D8F863-3605-DFF4-E171-3A2B16271529}"/>
          </ac:spMkLst>
        </pc:spChg>
        <pc:spChg chg="add mod">
          <ac:chgData name="福元 允亮" userId="12e1d508-426e-4c6a-b43b-7681266f9ca9" providerId="ADAL" clId="{3F8738D5-2550-AF4F-981D-A8C1866BE157}" dt="2026-03-12T06:57:12.023" v="231" actId="20577"/>
          <ac:spMkLst>
            <pc:docMk/>
            <pc:sldMk cId="3001053428" sldId="2147480764"/>
            <ac:spMk id="42" creationId="{8E1C9EE3-6837-2565-6F16-B549147F5B32}"/>
          </ac:spMkLst>
        </pc:spChg>
        <pc:spChg chg="add mod">
          <ac:chgData name="福元 允亮" userId="12e1d508-426e-4c6a-b43b-7681266f9ca9" providerId="ADAL" clId="{3F8738D5-2550-AF4F-981D-A8C1866BE157}" dt="2026-03-12T06:57:16.009" v="235" actId="20577"/>
          <ac:spMkLst>
            <pc:docMk/>
            <pc:sldMk cId="3001053428" sldId="2147480764"/>
            <ac:spMk id="43" creationId="{DBDE8A77-8DAC-6A0F-058C-1C7B4AB07297}"/>
          </ac:spMkLst>
        </pc:spChg>
        <pc:spChg chg="add mod">
          <ac:chgData name="福元 允亮" userId="12e1d508-426e-4c6a-b43b-7681266f9ca9" providerId="ADAL" clId="{3F8738D5-2550-AF4F-981D-A8C1866BE157}" dt="2026-03-12T06:57:25.112" v="240" actId="20577"/>
          <ac:spMkLst>
            <pc:docMk/>
            <pc:sldMk cId="3001053428" sldId="2147480764"/>
            <ac:spMk id="44" creationId="{EE250FE9-B80B-C6ED-6F1E-2A522BD3D7ED}"/>
          </ac:spMkLst>
        </pc:spChg>
        <pc:spChg chg="add mod">
          <ac:chgData name="福元 允亮" userId="12e1d508-426e-4c6a-b43b-7681266f9ca9" providerId="ADAL" clId="{3F8738D5-2550-AF4F-981D-A8C1866BE157}" dt="2026-03-12T06:57:29.116" v="244" actId="20577"/>
          <ac:spMkLst>
            <pc:docMk/>
            <pc:sldMk cId="3001053428" sldId="2147480764"/>
            <ac:spMk id="45" creationId="{CD880B83-4509-3C93-06EC-E6461609496C}"/>
          </ac:spMkLst>
        </pc:spChg>
        <pc:spChg chg="add mod">
          <ac:chgData name="福元 允亮" userId="12e1d508-426e-4c6a-b43b-7681266f9ca9" providerId="ADAL" clId="{3F8738D5-2550-AF4F-981D-A8C1866BE157}" dt="2026-03-12T06:57:33.002" v="248" actId="20577"/>
          <ac:spMkLst>
            <pc:docMk/>
            <pc:sldMk cId="3001053428" sldId="2147480764"/>
            <ac:spMk id="46" creationId="{B18DE05F-3DFF-570B-6120-243F50E2FA86}"/>
          </ac:spMkLst>
        </pc:spChg>
        <pc:grpChg chg="add del mod">
          <ac:chgData name="福元 允亮" userId="12e1d508-426e-4c6a-b43b-7681266f9ca9" providerId="ADAL" clId="{3F8738D5-2550-AF4F-981D-A8C1866BE157}" dt="2026-03-12T06:52:31.760" v="82" actId="165"/>
          <ac:grpSpMkLst>
            <pc:docMk/>
            <pc:sldMk cId="3001053428" sldId="2147480764"/>
            <ac:grpSpMk id="19" creationId="{BC233095-ADB8-1BD3-07EF-022A8DFF096A}"/>
          </ac:grpSpMkLst>
        </pc:grpChg>
        <pc:grpChg chg="add del mod">
          <ac:chgData name="福元 允亮" userId="12e1d508-426e-4c6a-b43b-7681266f9ca9" providerId="ADAL" clId="{3F8738D5-2550-AF4F-981D-A8C1866BE157}" dt="2026-03-12T06:53:43.418" v="106" actId="165"/>
          <ac:grpSpMkLst>
            <pc:docMk/>
            <pc:sldMk cId="3001053428" sldId="2147480764"/>
            <ac:grpSpMk id="29" creationId="{EB0976B7-99E2-6EB3-DF2A-5C12BF8950F5}"/>
          </ac:grpSpMkLst>
        </pc:grpChg>
        <pc:grpChg chg="add del mod">
          <ac:chgData name="福元 允亮" userId="12e1d508-426e-4c6a-b43b-7681266f9ca9" providerId="ADAL" clId="{3F8738D5-2550-AF4F-981D-A8C1866BE157}" dt="2026-03-12T06:56:06.925" v="195" actId="165"/>
          <ac:grpSpMkLst>
            <pc:docMk/>
            <pc:sldMk cId="3001053428" sldId="2147480764"/>
            <ac:grpSpMk id="34" creationId="{393B8784-489C-F589-3103-6CBE4FB9034D}"/>
          </ac:grpSpMkLst>
        </pc:grpChg>
        <pc:cxnChg chg="mod topLvl">
          <ac:chgData name="福元 允亮" userId="12e1d508-426e-4c6a-b43b-7681266f9ca9" providerId="ADAL" clId="{3F8738D5-2550-AF4F-981D-A8C1866BE157}" dt="2026-03-12T06:53:43.418" v="106" actId="165"/>
          <ac:cxnSpMkLst>
            <pc:docMk/>
            <pc:sldMk cId="3001053428" sldId="2147480764"/>
            <ac:cxnSpMk id="14" creationId="{AA3329D2-F079-3432-90D0-AFC357ED7A56}"/>
          </ac:cxnSpMkLst>
        </pc:cxnChg>
        <pc:cxnChg chg="add mod topLvl">
          <ac:chgData name="福元 允亮" userId="12e1d508-426e-4c6a-b43b-7681266f9ca9" providerId="ADAL" clId="{3F8738D5-2550-AF4F-981D-A8C1866BE157}" dt="2026-03-12T06:53:43.418" v="106" actId="165"/>
          <ac:cxnSpMkLst>
            <pc:docMk/>
            <pc:sldMk cId="3001053428" sldId="2147480764"/>
            <ac:cxnSpMk id="24" creationId="{CF15E0E4-6C42-3FD4-4BC4-64454CA1A087}"/>
          </ac:cxnSpMkLst>
        </pc:cxnChg>
        <pc:cxnChg chg="add mod topLvl">
          <ac:chgData name="福元 允亮" userId="12e1d508-426e-4c6a-b43b-7681266f9ca9" providerId="ADAL" clId="{3F8738D5-2550-AF4F-981D-A8C1866BE157}" dt="2026-03-12T06:53:43.418" v="106" actId="165"/>
          <ac:cxnSpMkLst>
            <pc:docMk/>
            <pc:sldMk cId="3001053428" sldId="2147480764"/>
            <ac:cxnSpMk id="26" creationId="{F9B72A67-6D25-0F1D-CF26-6A900957D5D9}"/>
          </ac:cxnSpMkLst>
        </pc:cxnChg>
        <pc:cxnChg chg="mod topLvl">
          <ac:chgData name="福元 允亮" userId="12e1d508-426e-4c6a-b43b-7681266f9ca9" providerId="ADAL" clId="{3F8738D5-2550-AF4F-981D-A8C1866BE157}" dt="2026-03-12T06:53:43.418" v="106" actId="165"/>
          <ac:cxnSpMkLst>
            <pc:docMk/>
            <pc:sldMk cId="3001053428" sldId="2147480764"/>
            <ac:cxnSpMk id="27" creationId="{7C46F714-70A5-C921-7CCA-8693858A63E8}"/>
          </ac:cxnSpMkLst>
        </pc:cxnChg>
        <pc:cxnChg chg="add mod topLvl">
          <ac:chgData name="福元 允亮" userId="12e1d508-426e-4c6a-b43b-7681266f9ca9" providerId="ADAL" clId="{3F8738D5-2550-AF4F-981D-A8C1866BE157}" dt="2026-03-12T06:53:43.418" v="106" actId="165"/>
          <ac:cxnSpMkLst>
            <pc:docMk/>
            <pc:sldMk cId="3001053428" sldId="2147480764"/>
            <ac:cxnSpMk id="28" creationId="{B541AA48-6CAB-616F-F080-21E7DABD1211}"/>
          </ac:cxnSpMkLst>
        </pc:cxnChg>
      </pc:sldChg>
    </pc:docChg>
  </pc:docChgLst>
  <pc:docChgLst>
    <pc:chgData name="福元 允亮" userId="12e1d508-426e-4c6a-b43b-7681266f9ca9" providerId="ADAL" clId="{677DA6F4-90AE-E448-B5D9-A10FB8393A34}"/>
    <pc:docChg chg="custSel modSld">
      <pc:chgData name="福元 允亮" userId="12e1d508-426e-4c6a-b43b-7681266f9ca9" providerId="ADAL" clId="{677DA6F4-90AE-E448-B5D9-A10FB8393A34}" dt="2026-03-12T04:36:20.054" v="169" actId="403"/>
      <pc:docMkLst>
        <pc:docMk/>
      </pc:docMkLst>
      <pc:sldChg chg="addSp delSp modSp mod">
        <pc:chgData name="福元 允亮" userId="12e1d508-426e-4c6a-b43b-7681266f9ca9" providerId="ADAL" clId="{677DA6F4-90AE-E448-B5D9-A10FB8393A34}" dt="2026-03-12T04:36:20.054" v="169" actId="403"/>
        <pc:sldMkLst>
          <pc:docMk/>
          <pc:sldMk cId="3001053428" sldId="2147480764"/>
        </pc:sldMkLst>
        <pc:spChg chg="del">
          <ac:chgData name="福元 允亮" userId="12e1d508-426e-4c6a-b43b-7681266f9ca9" providerId="ADAL" clId="{677DA6F4-90AE-E448-B5D9-A10FB8393A34}" dt="2026-03-12T04:28:16.744" v="0" actId="478"/>
          <ac:spMkLst>
            <pc:docMk/>
            <pc:sldMk cId="3001053428" sldId="2147480764"/>
            <ac:spMk id="4" creationId="{ED855630-7FA9-D611-027B-9EF6C22D0D51}"/>
          </ac:spMkLst>
        </pc:spChg>
        <pc:spChg chg="del">
          <ac:chgData name="福元 允亮" userId="12e1d508-426e-4c6a-b43b-7681266f9ca9" providerId="ADAL" clId="{677DA6F4-90AE-E448-B5D9-A10FB8393A34}" dt="2026-03-12T04:28:16.744" v="0" actId="478"/>
          <ac:spMkLst>
            <pc:docMk/>
            <pc:sldMk cId="3001053428" sldId="2147480764"/>
            <ac:spMk id="5" creationId="{4A7177CA-161C-EF85-103E-002BC2F1B127}"/>
          </ac:spMkLst>
        </pc:spChg>
        <pc:spChg chg="del">
          <ac:chgData name="福元 允亮" userId="12e1d508-426e-4c6a-b43b-7681266f9ca9" providerId="ADAL" clId="{677DA6F4-90AE-E448-B5D9-A10FB8393A34}" dt="2026-03-12T04:28:16.744" v="0" actId="478"/>
          <ac:spMkLst>
            <pc:docMk/>
            <pc:sldMk cId="3001053428" sldId="2147480764"/>
            <ac:spMk id="6" creationId="{B7AA08F5-F384-40E3-948F-1F0090C78239}"/>
          </ac:spMkLst>
        </pc:spChg>
        <pc:spChg chg="add mod topLvl">
          <ac:chgData name="福元 允亮" userId="12e1d508-426e-4c6a-b43b-7681266f9ca9" providerId="ADAL" clId="{677DA6F4-90AE-E448-B5D9-A10FB8393A34}" dt="2026-03-12T04:36:20.054" v="169" actId="403"/>
          <ac:spMkLst>
            <pc:docMk/>
            <pc:sldMk cId="3001053428" sldId="2147480764"/>
            <ac:spMk id="7" creationId="{07C5F1D5-1FB6-4AC9-95E6-C0578AC27158}"/>
          </ac:spMkLst>
        </pc:spChg>
        <pc:spChg chg="add del mod">
          <ac:chgData name="福元 允亮" userId="12e1d508-426e-4c6a-b43b-7681266f9ca9" providerId="ADAL" clId="{677DA6F4-90AE-E448-B5D9-A10FB8393A34}" dt="2026-03-12T04:32:29.551" v="97" actId="478"/>
          <ac:spMkLst>
            <pc:docMk/>
            <pc:sldMk cId="3001053428" sldId="2147480764"/>
            <ac:spMk id="9" creationId="{416E8421-BD0D-41EA-36FE-CAEBFD0E8A53}"/>
          </ac:spMkLst>
        </pc:spChg>
        <pc:spChg chg="add del mod">
          <ac:chgData name="福元 允亮" userId="12e1d508-426e-4c6a-b43b-7681266f9ca9" providerId="ADAL" clId="{677DA6F4-90AE-E448-B5D9-A10FB8393A34}" dt="2026-03-12T04:32:29.551" v="97" actId="478"/>
          <ac:spMkLst>
            <pc:docMk/>
            <pc:sldMk cId="3001053428" sldId="2147480764"/>
            <ac:spMk id="10" creationId="{EE5C6449-B699-9191-5912-3F808D188577}"/>
          </ac:spMkLst>
        </pc:spChg>
        <pc:spChg chg="add mod topLvl">
          <ac:chgData name="福元 允亮" userId="12e1d508-426e-4c6a-b43b-7681266f9ca9" providerId="ADAL" clId="{677DA6F4-90AE-E448-B5D9-A10FB8393A34}" dt="2026-03-12T04:36:20.054" v="169" actId="403"/>
          <ac:spMkLst>
            <pc:docMk/>
            <pc:sldMk cId="3001053428" sldId="2147480764"/>
            <ac:spMk id="11" creationId="{C8567CF8-291A-D428-8755-8F667602279B}"/>
          </ac:spMkLst>
        </pc:spChg>
        <pc:spChg chg="add mod topLvl">
          <ac:chgData name="福元 允亮" userId="12e1d508-426e-4c6a-b43b-7681266f9ca9" providerId="ADAL" clId="{677DA6F4-90AE-E448-B5D9-A10FB8393A34}" dt="2026-03-12T04:36:20.054" v="169" actId="403"/>
          <ac:spMkLst>
            <pc:docMk/>
            <pc:sldMk cId="3001053428" sldId="2147480764"/>
            <ac:spMk id="12" creationId="{F82347F0-C801-A574-F27B-03F65300A38D}"/>
          </ac:spMkLst>
        </pc:spChg>
        <pc:spChg chg="add mod topLvl">
          <ac:chgData name="福元 允亮" userId="12e1d508-426e-4c6a-b43b-7681266f9ca9" providerId="ADAL" clId="{677DA6F4-90AE-E448-B5D9-A10FB8393A34}" dt="2026-03-12T04:36:12.437" v="168" actId="404"/>
          <ac:spMkLst>
            <pc:docMk/>
            <pc:sldMk cId="3001053428" sldId="2147480764"/>
            <ac:spMk id="15" creationId="{3ACB9064-8F67-6D89-FE5D-2406BABB06BA}"/>
          </ac:spMkLst>
        </pc:spChg>
        <pc:spChg chg="add del mod">
          <ac:chgData name="福元 允亮" userId="12e1d508-426e-4c6a-b43b-7681266f9ca9" providerId="ADAL" clId="{677DA6F4-90AE-E448-B5D9-A10FB8393A34}" dt="2026-03-12T04:30:51.081" v="89" actId="478"/>
          <ac:spMkLst>
            <pc:docMk/>
            <pc:sldMk cId="3001053428" sldId="2147480764"/>
            <ac:spMk id="16" creationId="{E6DEA56A-3456-10D3-7A65-1D86909C7B27}"/>
          </ac:spMkLst>
        </pc:spChg>
        <pc:spChg chg="add mod topLvl">
          <ac:chgData name="福元 允亮" userId="12e1d508-426e-4c6a-b43b-7681266f9ca9" providerId="ADAL" clId="{677DA6F4-90AE-E448-B5D9-A10FB8393A34}" dt="2026-03-12T04:36:12.437" v="168" actId="404"/>
          <ac:spMkLst>
            <pc:docMk/>
            <pc:sldMk cId="3001053428" sldId="2147480764"/>
            <ac:spMk id="17" creationId="{BE31BF69-1397-60DD-E63E-E516C3D416ED}"/>
          </ac:spMkLst>
        </pc:spChg>
        <pc:spChg chg="add mod topLvl">
          <ac:chgData name="福元 允亮" userId="12e1d508-426e-4c6a-b43b-7681266f9ca9" providerId="ADAL" clId="{677DA6F4-90AE-E448-B5D9-A10FB8393A34}" dt="2026-03-12T04:36:12.437" v="168" actId="404"/>
          <ac:spMkLst>
            <pc:docMk/>
            <pc:sldMk cId="3001053428" sldId="2147480764"/>
            <ac:spMk id="18" creationId="{C5780C6E-FAE4-EDA4-D73B-AA75E3CD5161}"/>
          </ac:spMkLst>
        </pc:spChg>
        <pc:spChg chg="del">
          <ac:chgData name="福元 允亮" userId="12e1d508-426e-4c6a-b43b-7681266f9ca9" providerId="ADAL" clId="{677DA6F4-90AE-E448-B5D9-A10FB8393A34}" dt="2026-03-12T04:28:16.744" v="0" actId="478"/>
          <ac:spMkLst>
            <pc:docMk/>
            <pc:sldMk cId="3001053428" sldId="2147480764"/>
            <ac:spMk id="19" creationId="{15C312C3-B792-0E1E-37D3-C0AFBDAB9876}"/>
          </ac:spMkLst>
        </pc:spChg>
        <pc:spChg chg="add mod topLvl">
          <ac:chgData name="福元 允亮" userId="12e1d508-426e-4c6a-b43b-7681266f9ca9" providerId="ADAL" clId="{677DA6F4-90AE-E448-B5D9-A10FB8393A34}" dt="2026-03-12T04:36:12.437" v="168" actId="404"/>
          <ac:spMkLst>
            <pc:docMk/>
            <pc:sldMk cId="3001053428" sldId="2147480764"/>
            <ac:spMk id="20" creationId="{F7CF33E9-979B-5B03-8C46-E1F4ED498A3F}"/>
          </ac:spMkLst>
        </pc:spChg>
        <pc:spChg chg="add mod topLvl">
          <ac:chgData name="福元 允亮" userId="12e1d508-426e-4c6a-b43b-7681266f9ca9" providerId="ADAL" clId="{677DA6F4-90AE-E448-B5D9-A10FB8393A34}" dt="2026-03-12T04:36:12.437" v="168" actId="404"/>
          <ac:spMkLst>
            <pc:docMk/>
            <pc:sldMk cId="3001053428" sldId="2147480764"/>
            <ac:spMk id="21" creationId="{461C2B07-B5D0-F3CF-428F-58D5CF9E615E}"/>
          </ac:spMkLst>
        </pc:spChg>
        <pc:spChg chg="add mod topLvl">
          <ac:chgData name="福元 允亮" userId="12e1d508-426e-4c6a-b43b-7681266f9ca9" providerId="ADAL" clId="{677DA6F4-90AE-E448-B5D9-A10FB8393A34}" dt="2026-03-12T04:36:12.437" v="168" actId="404"/>
          <ac:spMkLst>
            <pc:docMk/>
            <pc:sldMk cId="3001053428" sldId="2147480764"/>
            <ac:spMk id="22" creationId="{5161F7CF-1E23-EE05-AB16-1133AC68FFF2}"/>
          </ac:spMkLst>
        </pc:spChg>
        <pc:spChg chg="add mod topLvl">
          <ac:chgData name="福元 允亮" userId="12e1d508-426e-4c6a-b43b-7681266f9ca9" providerId="ADAL" clId="{677DA6F4-90AE-E448-B5D9-A10FB8393A34}" dt="2026-03-12T04:36:20.054" v="169" actId="403"/>
          <ac:spMkLst>
            <pc:docMk/>
            <pc:sldMk cId="3001053428" sldId="2147480764"/>
            <ac:spMk id="23" creationId="{CF5A2BEE-E40D-41A4-5432-F5E1E4EA7249}"/>
          </ac:spMkLst>
        </pc:spChg>
        <pc:spChg chg="del">
          <ac:chgData name="福元 允亮" userId="12e1d508-426e-4c6a-b43b-7681266f9ca9" providerId="ADAL" clId="{677DA6F4-90AE-E448-B5D9-A10FB8393A34}" dt="2026-03-12T04:28:42.204" v="17" actId="478"/>
          <ac:spMkLst>
            <pc:docMk/>
            <pc:sldMk cId="3001053428" sldId="2147480764"/>
            <ac:spMk id="24" creationId="{02A5F4DA-87DB-392D-EBD3-E36D401BB200}"/>
          </ac:spMkLst>
        </pc:spChg>
        <pc:spChg chg="add mod topLvl">
          <ac:chgData name="福元 允亮" userId="12e1d508-426e-4c6a-b43b-7681266f9ca9" providerId="ADAL" clId="{677DA6F4-90AE-E448-B5D9-A10FB8393A34}" dt="2026-03-12T04:36:20.054" v="169" actId="403"/>
          <ac:spMkLst>
            <pc:docMk/>
            <pc:sldMk cId="3001053428" sldId="2147480764"/>
            <ac:spMk id="25" creationId="{EA20B274-E7EE-9086-404B-837948643604}"/>
          </ac:spMkLst>
        </pc:spChg>
        <pc:grpChg chg="add del mod">
          <ac:chgData name="福元 允亮" userId="12e1d508-426e-4c6a-b43b-7681266f9ca9" providerId="ADAL" clId="{677DA6F4-90AE-E448-B5D9-A10FB8393A34}" dt="2026-03-12T04:32:59.864" v="107" actId="165"/>
          <ac:grpSpMkLst>
            <pc:docMk/>
            <pc:sldMk cId="3001053428" sldId="2147480764"/>
            <ac:grpSpMk id="26" creationId="{2B6AF348-0B86-A811-8E01-98B0E354B91C}"/>
          </ac:grpSpMkLst>
        </pc:grpChg>
        <pc:grpChg chg="add mod">
          <ac:chgData name="福元 允亮" userId="12e1d508-426e-4c6a-b43b-7681266f9ca9" providerId="ADAL" clId="{677DA6F4-90AE-E448-B5D9-A10FB8393A34}" dt="2026-03-12T04:34:35.809" v="148" actId="14100"/>
          <ac:grpSpMkLst>
            <pc:docMk/>
            <pc:sldMk cId="3001053428" sldId="2147480764"/>
            <ac:grpSpMk id="28" creationId="{1FE3A6A6-55CE-F72F-5450-4A884E3934D4}"/>
          </ac:grpSpMkLst>
        </pc:grpChg>
        <pc:cxnChg chg="add mod">
          <ac:chgData name="福元 允亮" userId="12e1d508-426e-4c6a-b43b-7681266f9ca9" providerId="ADAL" clId="{677DA6F4-90AE-E448-B5D9-A10FB8393A34}" dt="2026-03-12T04:33:39.817" v="112" actId="1076"/>
          <ac:cxnSpMkLst>
            <pc:docMk/>
            <pc:sldMk cId="3001053428" sldId="2147480764"/>
            <ac:cxnSpMk id="14" creationId="{AA3329D2-F079-3432-90D0-AFC357ED7A56}"/>
          </ac:cxnSpMkLst>
        </pc:cxnChg>
        <pc:cxnChg chg="add mod">
          <ac:chgData name="福元 允亮" userId="12e1d508-426e-4c6a-b43b-7681266f9ca9" providerId="ADAL" clId="{677DA6F4-90AE-E448-B5D9-A10FB8393A34}" dt="2026-03-12T04:33:15.987" v="110" actId="692"/>
          <ac:cxnSpMkLst>
            <pc:docMk/>
            <pc:sldMk cId="3001053428" sldId="2147480764"/>
            <ac:cxnSpMk id="27" creationId="{7C46F714-70A5-C921-7CCA-8693858A63E8}"/>
          </ac:cxnSpMkLst>
        </pc:cxnChg>
        <pc:cxnChg chg="del mod">
          <ac:chgData name="福元 允亮" userId="12e1d508-426e-4c6a-b43b-7681266f9ca9" providerId="ADAL" clId="{677DA6F4-90AE-E448-B5D9-A10FB8393A34}" dt="2026-03-12T04:28:16.744" v="0" actId="478"/>
          <ac:cxnSpMkLst>
            <pc:docMk/>
            <pc:sldMk cId="3001053428" sldId="2147480764"/>
            <ac:cxnSpMk id="39" creationId="{2CF57C89-C1DA-9B4A-FC69-7ADC5E29ED42}"/>
          </ac:cxnSpMkLst>
        </pc:cxnChg>
        <pc:cxnChg chg="del">
          <ac:chgData name="福元 允亮" userId="12e1d508-426e-4c6a-b43b-7681266f9ca9" providerId="ADAL" clId="{677DA6F4-90AE-E448-B5D9-A10FB8393A34}" dt="2026-03-12T04:28:16.744" v="0" actId="478"/>
          <ac:cxnSpMkLst>
            <pc:docMk/>
            <pc:sldMk cId="3001053428" sldId="2147480764"/>
            <ac:cxnSpMk id="41" creationId="{CE764E05-5CB7-0C63-675E-35B8AF2C70BD}"/>
          </ac:cxnSpMkLst>
        </pc:cxnChg>
        <pc:cxnChg chg="del">
          <ac:chgData name="福元 允亮" userId="12e1d508-426e-4c6a-b43b-7681266f9ca9" providerId="ADAL" clId="{677DA6F4-90AE-E448-B5D9-A10FB8393A34}" dt="2026-03-12T04:28:16.744" v="0" actId="478"/>
          <ac:cxnSpMkLst>
            <pc:docMk/>
            <pc:sldMk cId="3001053428" sldId="2147480764"/>
            <ac:cxnSpMk id="47" creationId="{DFD73CAC-FA12-AEA1-7C55-AD3C346A4540}"/>
          </ac:cxnSpMkLst>
        </pc:cxn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>
              <a:latin typeface="+mn-ea"/>
            </a:endParaRPr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BDCB57-7B26-864A-85AB-1FE6E8A71097}" type="datetimeFigureOut">
              <a:rPr kumimoji="1" lang="ja-JP" altLang="en-US" smtClean="0">
                <a:latin typeface="+mn-ea"/>
              </a:rPr>
              <a:t>2026/3/12</a:t>
            </a:fld>
            <a:endParaRPr kumimoji="1" lang="ja-JP" altLang="en-US">
              <a:latin typeface="+mn-ea"/>
            </a:endParaRPr>
          </a:p>
        </p:txBody>
      </p:sp>
      <p:sp>
        <p:nvSpPr>
          <p:cNvPr id="4" name="フッター プレースホルダー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>
              <a:latin typeface="+mn-ea"/>
            </a:endParaRPr>
          </a:p>
        </p:txBody>
      </p:sp>
      <p:sp>
        <p:nvSpPr>
          <p:cNvPr id="5" name="スライド番号プレースホルダー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741B73B-8F91-6845-8B45-1448A7A46D6E}" type="slidenum">
              <a:rPr kumimoji="1" lang="ja-JP" altLang="en-US" smtClean="0">
                <a:latin typeface="+mn-ea"/>
              </a:rPr>
              <a:t>‹#›</a:t>
            </a:fld>
            <a:endParaRPr kumimoji="1" lang="ja-JP" altLang="en-US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774085506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87B8588-1665-0A4A-AD47-68FFFFC620D1}" type="datetimeFigureOut">
              <a:rPr kumimoji="1" lang="ja-JP" altLang="en-US" smtClean="0"/>
              <a:t>2026/3/12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630237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3887785"/>
            <a:ext cx="5486400" cy="462597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F9AAED7-EB68-B44B-A29A-E9CFE7A1147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1394081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ea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ea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ea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ea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ea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oleObject" Target="../embeddings/oleObject2.bin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oleObject" Target="../embeddings/oleObject3.bin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oleObject" Target="../embeddings/oleObject3.bin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think-cell data - do not delete" hidden="1">
            <a:extLst>
              <a:ext uri="{FF2B5EF4-FFF2-40B4-BE49-F238E27FC236}">
                <a16:creationId xmlns:a16="http://schemas.microsoft.com/office/drawing/2014/main" id="{26A9CB88-735E-6849-3DE2-E60599824D0A}"/>
              </a:ext>
            </a:extLst>
          </p:cNvPr>
          <p:cNvGraphicFramePr>
            <a:graphicFrameLocks noChangeAspect="1"/>
          </p:cNvGraphicFramePr>
          <p:nvPr userDrawn="1">
            <p:extLst>
              <p:ext uri="{D42A27DB-BD31-4B8C-83A1-F6EECF244321}">
                <p14:modId xmlns:p14="http://schemas.microsoft.com/office/powerpoint/2010/main" val="1511893759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2" imgW="7772400" imgH="10058400" progId="TCLayout.ActiveDocument.1">
                  <p:embed/>
                </p:oleObj>
              </mc:Choice>
              <mc:Fallback>
                <p:oleObj name="think-cell Slide" r:id="rId2" imgW="7772400" imgH="10058400" progId="TCLayout.ActiveDocument.1">
                  <p:embed/>
                  <p:pic>
                    <p:nvPicPr>
                      <p:cNvPr id="9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26A9CB88-735E-6849-3DE2-E60599824D0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4659282D-E203-D490-4B15-F802032603A3}"/>
              </a:ext>
            </a:extLst>
          </p:cNvPr>
          <p:cNvSpPr txBox="1"/>
          <p:nvPr userDrawn="1"/>
        </p:nvSpPr>
        <p:spPr>
          <a:xfrm>
            <a:off x="5943600" y="6562800"/>
            <a:ext cx="306000" cy="9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 anchorCtr="0">
            <a:noAutofit/>
          </a:bodyPr>
          <a:lstStyle/>
          <a:p>
            <a:pPr algn="ctr"/>
            <a:fld id="{8DD8EB0B-AB08-A54E-B33C-ED72A04D9CE9}" type="slidenum">
              <a:rPr lang="ja-JP" altLang="en-US" sz="800" smtClean="0">
                <a:solidFill>
                  <a:srgbClr val="6B6B6B"/>
                </a:solidFill>
              </a:rPr>
              <a:pPr algn="ctr"/>
              <a:t>‹#›</a:t>
            </a:fld>
            <a:endParaRPr kumimoji="0" lang="en-US" altLang="ja-JP" sz="800">
              <a:solidFill>
                <a:srgbClr val="6B6B6B"/>
              </a:solidFill>
              <a:latin typeface="+mn-ea"/>
              <a:cs typeface="Meiryo UI" pitchFamily="50" charset="-128"/>
            </a:endParaRPr>
          </a:p>
        </p:txBody>
      </p:sp>
      <p:sp>
        <p:nvSpPr>
          <p:cNvPr id="2" name="タイトル 5">
            <a:extLst>
              <a:ext uri="{FF2B5EF4-FFF2-40B4-BE49-F238E27FC236}">
                <a16:creationId xmlns:a16="http://schemas.microsoft.com/office/drawing/2014/main" id="{62D4FB49-8661-3625-B1BB-3E9C6AC2C06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0800" y="554966"/>
            <a:ext cx="11448000" cy="400110"/>
          </a:xfrm>
          <a:prstGeom prst="rect">
            <a:avLst/>
          </a:prstGeom>
        </p:spPr>
        <p:txBody>
          <a:bodyPr vert="horz" tIns="0" bIns="0" anchor="b" anchorCtr="0">
            <a:spAutoFit/>
          </a:bodyPr>
          <a:lstStyle>
            <a:lvl1pPr>
              <a:defRPr sz="2600">
                <a:solidFill>
                  <a:schemeClr val="tx1"/>
                </a:solidFill>
              </a:defRPr>
            </a:lvl1pPr>
          </a:lstStyle>
          <a:p>
            <a:r>
              <a:rPr kumimoji="1" lang="en-US" altLang="ja-JP"/>
              <a:t>Main Message</a:t>
            </a:r>
            <a:endParaRPr kumimoji="1" lang="ja-JP" altLang="en-US"/>
          </a:p>
        </p:txBody>
      </p:sp>
      <p:sp>
        <p:nvSpPr>
          <p:cNvPr id="8" name="テキスト プレースホルダー 2">
            <a:extLst>
              <a:ext uri="{FF2B5EF4-FFF2-40B4-BE49-F238E27FC236}">
                <a16:creationId xmlns:a16="http://schemas.microsoft.com/office/drawing/2014/main" id="{F7BBF3A6-210B-D5EF-F749-86E85CAF3D0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71474" y="979385"/>
            <a:ext cx="11448000" cy="288000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b="1">
                <a:solidFill>
                  <a:schemeClr val="accent1"/>
                </a:solidFill>
              </a:defRPr>
            </a:lvl1pPr>
          </a:lstStyle>
          <a:p>
            <a:pPr lvl="0"/>
            <a:r>
              <a:rPr kumimoji="1" lang="en-US" altLang="ja-JP"/>
              <a:t>Chart Title</a:t>
            </a:r>
            <a:endParaRPr kumimoji="1" lang="ja-JP" altLang="en-US"/>
          </a:p>
        </p:txBody>
      </p:sp>
      <p:sp>
        <p:nvSpPr>
          <p:cNvPr id="10" name="コンテンツ プレースホルダー 4">
            <a:extLst>
              <a:ext uri="{FF2B5EF4-FFF2-40B4-BE49-F238E27FC236}">
                <a16:creationId xmlns:a16="http://schemas.microsoft.com/office/drawing/2014/main" id="{447B21C3-A705-704B-2D1E-74B76A5A0E2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71474" y="1377538"/>
            <a:ext cx="11449051" cy="4857662"/>
          </a:xfrm>
          <a:prstGeom prst="rect">
            <a:avLst/>
          </a:prstGeom>
        </p:spPr>
        <p:txBody>
          <a:bodyPr tIns="0" bIns="0"/>
          <a:lstStyle>
            <a:lvl1pPr>
              <a:defRPr sz="16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 marL="540000" indent="-180000">
              <a:buFont typeface="Wingdings" pitchFamily="2" charset="2"/>
              <a:buChar char="Ø"/>
              <a:defRPr sz="1600">
                <a:solidFill>
                  <a:schemeClr val="tx1"/>
                </a:solidFill>
              </a:defRPr>
            </a:lvl3pPr>
            <a:lvl4pPr marL="720000" indent="-180000">
              <a:buFont typeface="Wingdings" pitchFamily="2" charset="2"/>
              <a:buChar char="ü"/>
              <a:defRPr sz="1600">
                <a:solidFill>
                  <a:schemeClr val="tx1"/>
                </a:solidFill>
              </a:defRPr>
            </a:lvl4pPr>
            <a:lvl5pPr marL="900000" indent="-180000">
              <a:buFont typeface="Wingdings" pitchFamily="2" charset="2"/>
              <a:buChar char="§"/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</p:spTree>
    <p:extLst>
      <p:ext uri="{BB962C8B-B14F-4D97-AF65-F5344CB8AC3E}">
        <p14:creationId xmlns:p14="http://schemas.microsoft.com/office/powerpoint/2010/main" val="385876169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1265E79-47D9-4B17-A967-60D543C5CD4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0800" y="334800"/>
            <a:ext cx="11448000" cy="413999"/>
          </a:xfrm>
          <a:prstGeom prst="rect">
            <a:avLst/>
          </a:prstGeom>
        </p:spPr>
        <p:txBody>
          <a:bodyPr tIns="0" bIns="0" anchor="t">
            <a:noAutofit/>
          </a:bodyPr>
          <a:lstStyle>
            <a:lvl1pPr>
              <a:defRPr sz="2600"/>
            </a:lvl1pPr>
          </a:lstStyle>
          <a:p>
            <a:r>
              <a:rPr kumimoji="1" lang="ja-JP" altLang="en-US"/>
              <a:t>［タイトル］</a:t>
            </a:r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C56F1922-EBFD-0984-2464-4DD07C5D3F5B}"/>
              </a:ext>
            </a:extLst>
          </p:cNvPr>
          <p:cNvSpPr txBox="1"/>
          <p:nvPr userDrawn="1"/>
        </p:nvSpPr>
        <p:spPr>
          <a:xfrm>
            <a:off x="5943600" y="6562800"/>
            <a:ext cx="306000" cy="9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 anchorCtr="0">
            <a:noAutofit/>
          </a:bodyPr>
          <a:lstStyle/>
          <a:p>
            <a:pPr algn="ctr"/>
            <a:fld id="{8DD8EB0B-AB08-A54E-B33C-ED72A04D9CE9}" type="slidenum">
              <a:rPr lang="ja-JP" altLang="en-US" sz="800" smtClean="0">
                <a:solidFill>
                  <a:schemeClr val="bg1"/>
                </a:solidFill>
              </a:rPr>
              <a:pPr algn="ctr"/>
              <a:t>‹#›</a:t>
            </a:fld>
            <a:endParaRPr kumimoji="0" lang="en-US" altLang="ja-JP" sz="800">
              <a:solidFill>
                <a:schemeClr val="bg1"/>
              </a:solidFill>
              <a:latin typeface="+mn-ea"/>
              <a:cs typeface="Meiryo UI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1524771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ver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2">
            <a:extLst>
              <a:ext uri="{FF2B5EF4-FFF2-40B4-BE49-F238E27FC236}">
                <a16:creationId xmlns:a16="http://schemas.microsoft.com/office/drawing/2014/main" id="{6E2DD10F-9530-7664-057B-B2159A9B3AB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0800" y="752400"/>
            <a:ext cx="11440800" cy="396000"/>
          </a:xfrm>
          <a:prstGeom prst="rect">
            <a:avLst/>
          </a:prstGeom>
        </p:spPr>
        <p:txBody>
          <a:bodyPr lIns="0" rIns="0" anchor="b" anchorCtr="0"/>
          <a:lstStyle/>
          <a:p>
            <a:pPr lvl="0"/>
            <a:r>
              <a:rPr kumimoji="1" lang="ja-JP" altLang="en-US"/>
              <a:t>○○○○御中</a:t>
            </a:r>
          </a:p>
        </p:txBody>
      </p:sp>
      <p:sp>
        <p:nvSpPr>
          <p:cNvPr id="3" name="テキスト プレースホルダー 6">
            <a:extLst>
              <a:ext uri="{FF2B5EF4-FFF2-40B4-BE49-F238E27FC236}">
                <a16:creationId xmlns:a16="http://schemas.microsoft.com/office/drawing/2014/main" id="{68755F9C-61CE-506D-3491-59AA8741F68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70800" y="1143727"/>
            <a:ext cx="11440800" cy="1422244"/>
          </a:xfrm>
          <a:prstGeom prst="rect">
            <a:avLst/>
          </a:prstGeom>
        </p:spPr>
        <p:txBody>
          <a:bodyPr lIns="0" tIns="46800" rIns="0" anchor="b"/>
          <a:lstStyle>
            <a:lvl1pPr>
              <a:lnSpc>
                <a:spcPct val="80000"/>
              </a:lnSpc>
              <a:defRPr sz="4400" b="1">
                <a:solidFill>
                  <a:schemeClr val="tx1"/>
                </a:solidFill>
              </a:defRPr>
            </a:lvl1pPr>
          </a:lstStyle>
          <a:p>
            <a:pPr lvl="0"/>
            <a:r>
              <a:rPr kumimoji="1" lang="ja-JP" altLang="en-US"/>
              <a:t>［タイトル］</a:t>
            </a:r>
          </a:p>
        </p:txBody>
      </p:sp>
      <p:sp>
        <p:nvSpPr>
          <p:cNvPr id="4" name="テキスト プレースホルダー 10">
            <a:extLst>
              <a:ext uri="{FF2B5EF4-FFF2-40B4-BE49-F238E27FC236}">
                <a16:creationId xmlns:a16="http://schemas.microsoft.com/office/drawing/2014/main" id="{129B1BAA-5126-4805-070E-09CC7DAA635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70800" y="2565971"/>
            <a:ext cx="11440800" cy="375900"/>
          </a:xfrm>
          <a:prstGeom prst="rect">
            <a:avLst/>
          </a:prstGeom>
        </p:spPr>
        <p:txBody>
          <a:bodyPr lIns="0" tIns="46800" rIns="0"/>
          <a:lstStyle>
            <a:lvl1pPr>
              <a:defRPr>
                <a:solidFill>
                  <a:schemeClr val="tx1"/>
                </a:solidFill>
              </a:defRPr>
            </a:lvl1pPr>
            <a:lvl5pPr marL="2438216" indent="0">
              <a:buNone/>
              <a:defRPr/>
            </a:lvl5pPr>
          </a:lstStyle>
          <a:p>
            <a:pPr lvl="0"/>
            <a:r>
              <a:rPr kumimoji="1" lang="en-US" altLang="ja-JP"/>
              <a:t>2026</a:t>
            </a:r>
            <a:r>
              <a:rPr kumimoji="1" lang="ja-JP" altLang="en-US"/>
              <a:t>年〇月〇日　</a:t>
            </a:r>
            <a:r>
              <a:rPr kumimoji="1" lang="en-US" altLang="ja-JP"/>
              <a:t>XXX</a:t>
            </a:r>
            <a:r>
              <a:rPr kumimoji="1" lang="ja-JP" altLang="en-US"/>
              <a:t>株式会社 ○○○○○○</a:t>
            </a:r>
          </a:p>
        </p:txBody>
      </p:sp>
    </p:spTree>
    <p:extLst>
      <p:ext uri="{BB962C8B-B14F-4D97-AF65-F5344CB8AC3E}">
        <p14:creationId xmlns:p14="http://schemas.microsoft.com/office/powerpoint/2010/main" val="17334208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hink-cell data - do not delete" hidden="1">
            <a:extLst>
              <a:ext uri="{FF2B5EF4-FFF2-40B4-BE49-F238E27FC236}">
                <a16:creationId xmlns:a16="http://schemas.microsoft.com/office/drawing/2014/main" id="{2366C2E6-77B5-C628-99E9-2719E9BB1B9A}"/>
              </a:ext>
            </a:extLst>
          </p:cNvPr>
          <p:cNvGraphicFramePr>
            <a:graphicFrameLocks noChangeAspect="1"/>
          </p:cNvGraphicFramePr>
          <p:nvPr userDrawn="1"/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2" imgW="7772400" imgH="10058400" progId="TCLayout.ActiveDocument.1">
                  <p:embed/>
                </p:oleObj>
              </mc:Choice>
              <mc:Fallback>
                <p:oleObj name="think-cell Slide" r:id="rId2" imgW="7772400" imgH="10058400" progId="TCLayout.ActiveDocument.1">
                  <p:embed/>
                  <p:pic>
                    <p:nvPicPr>
                      <p:cNvPr id="7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2366C2E6-77B5-C628-99E9-2719E9BB1B9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タイトル 1">
            <a:extLst>
              <a:ext uri="{FF2B5EF4-FFF2-40B4-BE49-F238E27FC236}">
                <a16:creationId xmlns:a16="http://schemas.microsoft.com/office/drawing/2014/main" id="{4F42E522-CE3A-6008-C8C6-04F66A8E510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0800" y="3222729"/>
            <a:ext cx="7480800" cy="412538"/>
          </a:xfrm>
          <a:prstGeom prst="rect">
            <a:avLst/>
          </a:prstGeom>
        </p:spPr>
        <p:txBody>
          <a:bodyPr vert="horz" tIns="0" bIns="0">
            <a:noAutofit/>
          </a:bodyPr>
          <a:lstStyle>
            <a:lvl1pPr>
              <a:defRPr sz="2600"/>
            </a:lvl1pPr>
          </a:lstStyle>
          <a:p>
            <a:r>
              <a:rPr kumimoji="1" lang="en-US" altLang="ja-JP"/>
              <a:t>Agenda</a:t>
            </a:r>
            <a:endParaRPr kumimoji="1" lang="ja-JP" altLang="en-US"/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8C3C35FC-0C2C-C5D6-0210-3A570FE264A2}"/>
              </a:ext>
            </a:extLst>
          </p:cNvPr>
          <p:cNvSpPr txBox="1"/>
          <p:nvPr userDrawn="1"/>
        </p:nvSpPr>
        <p:spPr>
          <a:xfrm>
            <a:off x="5943600" y="6562800"/>
            <a:ext cx="306000" cy="9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 anchorCtr="0">
            <a:noAutofit/>
          </a:bodyPr>
          <a:lstStyle/>
          <a:p>
            <a:pPr algn="ctr"/>
            <a:fld id="{8DD8EB0B-AB08-A54E-B33C-ED72A04D9CE9}" type="slidenum">
              <a:rPr lang="ja-JP" altLang="en-US" sz="800" smtClean="0">
                <a:solidFill>
                  <a:srgbClr val="6B6B6B"/>
                </a:solidFill>
              </a:rPr>
              <a:pPr algn="ctr"/>
              <a:t>‹#›</a:t>
            </a:fld>
            <a:endParaRPr kumimoji="0" lang="en-US" altLang="ja-JP" sz="800">
              <a:solidFill>
                <a:srgbClr val="6B6B6B"/>
              </a:solidFill>
              <a:latin typeface="+mn-ea"/>
              <a:cs typeface="Meiryo UI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5940068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hink-cell data - do not delete" hidden="1">
            <a:extLst>
              <a:ext uri="{FF2B5EF4-FFF2-40B4-BE49-F238E27FC236}">
                <a16:creationId xmlns:a16="http://schemas.microsoft.com/office/drawing/2014/main" id="{2366C2E6-77B5-C628-99E9-2719E9BB1B9A}"/>
              </a:ext>
            </a:extLst>
          </p:cNvPr>
          <p:cNvGraphicFramePr>
            <a:graphicFrameLocks noChangeAspect="1"/>
          </p:cNvGraphicFramePr>
          <p:nvPr userDrawn="1"/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2" imgW="7772400" imgH="10058400" progId="TCLayout.ActiveDocument.1">
                  <p:embed/>
                </p:oleObj>
              </mc:Choice>
              <mc:Fallback>
                <p:oleObj name="think-cell Slide" r:id="rId2" imgW="7772400" imgH="10058400" progId="TCLayout.ActiveDocument.1">
                  <p:embed/>
                  <p:pic>
                    <p:nvPicPr>
                      <p:cNvPr id="7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2366C2E6-77B5-C628-99E9-2719E9BB1B9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タイトル 1">
            <a:extLst>
              <a:ext uri="{FF2B5EF4-FFF2-40B4-BE49-F238E27FC236}">
                <a16:creationId xmlns:a16="http://schemas.microsoft.com/office/drawing/2014/main" id="{4F42E522-CE3A-6008-C8C6-04F66A8E510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0800" y="3222729"/>
            <a:ext cx="7480800" cy="412538"/>
          </a:xfrm>
          <a:prstGeom prst="rect">
            <a:avLst/>
          </a:prstGeom>
        </p:spPr>
        <p:txBody>
          <a:bodyPr vert="horz" tIns="0" bIns="0">
            <a:noAutofit/>
          </a:bodyPr>
          <a:lstStyle>
            <a:lvl1pPr>
              <a:defRPr sz="2600"/>
            </a:lvl1pPr>
          </a:lstStyle>
          <a:p>
            <a:r>
              <a:rPr kumimoji="1" lang="en-US" altLang="ja-JP"/>
              <a:t>Agenda</a:t>
            </a:r>
            <a:endParaRPr kumimoji="1" lang="ja-JP" altLang="en-US"/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8C3C35FC-0C2C-C5D6-0210-3A570FE264A2}"/>
              </a:ext>
            </a:extLst>
          </p:cNvPr>
          <p:cNvSpPr txBox="1"/>
          <p:nvPr userDrawn="1"/>
        </p:nvSpPr>
        <p:spPr>
          <a:xfrm>
            <a:off x="5943600" y="6562800"/>
            <a:ext cx="306000" cy="9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 anchorCtr="0">
            <a:noAutofit/>
          </a:bodyPr>
          <a:lstStyle/>
          <a:p>
            <a:pPr algn="ctr"/>
            <a:fld id="{8DD8EB0B-AB08-A54E-B33C-ED72A04D9CE9}" type="slidenum">
              <a:rPr lang="ja-JP" altLang="en-US" sz="800" smtClean="0">
                <a:solidFill>
                  <a:srgbClr val="6B6B6B"/>
                </a:solidFill>
              </a:rPr>
              <a:pPr algn="ctr"/>
              <a:t>‹#›</a:t>
            </a:fld>
            <a:endParaRPr kumimoji="0" lang="en-US" altLang="ja-JP" sz="800">
              <a:solidFill>
                <a:srgbClr val="6B6B6B"/>
              </a:solidFill>
              <a:latin typeface="+mn-ea"/>
              <a:cs typeface="Meiryo UI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5940068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emf"/><Relationship Id="rId3" Type="http://schemas.openxmlformats.org/officeDocument/2006/relationships/slideLayout" Target="../slideLayouts/slideLayout3.xml"/><Relationship Id="rId7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hink-cell data - do not delete" hidden="1">
            <a:extLst>
              <a:ext uri="{FF2B5EF4-FFF2-40B4-BE49-F238E27FC236}">
                <a16:creationId xmlns:a16="http://schemas.microsoft.com/office/drawing/2014/main" id="{10807434-350C-4893-6E94-4C9EB9C03B8B}"/>
              </a:ext>
            </a:extLst>
          </p:cNvPr>
          <p:cNvGraphicFramePr>
            <a:graphicFrameLocks noChangeAspect="1"/>
          </p:cNvGraphicFramePr>
          <p:nvPr userDrawn="1">
            <p:extLst>
              <p:ext uri="{D42A27DB-BD31-4B8C-83A1-F6EECF244321}">
                <p14:modId xmlns:p14="http://schemas.microsoft.com/office/powerpoint/2010/main" val="3709712828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7" imgW="7772400" imgH="10058400" progId="TCLayout.ActiveDocument.1">
                  <p:embed/>
                </p:oleObj>
              </mc:Choice>
              <mc:Fallback>
                <p:oleObj name="think-cell Slide" r:id="rId7" imgW="7772400" imgH="10058400" progId="TCLayout.ActiveDocument.1">
                  <p:embed/>
                  <p:pic>
                    <p:nvPicPr>
                      <p:cNvPr id="6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10807434-350C-4893-6E94-4C9EB9C03B8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B037A440-03F7-DC4B-BD06-698F971DD4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7988" y="164693"/>
            <a:ext cx="11376026" cy="412538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B6DD323A-9269-AE42-951E-F08FD291D3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07987" y="692150"/>
            <a:ext cx="11387161" cy="57960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1D1D4E16-E062-D856-6161-F5C259925C14}"/>
              </a:ext>
            </a:extLst>
          </p:cNvPr>
          <p:cNvSpPr txBox="1"/>
          <p:nvPr userDrawn="1"/>
        </p:nvSpPr>
        <p:spPr>
          <a:xfrm>
            <a:off x="370800" y="6562800"/>
            <a:ext cx="4852800" cy="90000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marL="0" marR="0" lvl="0" indent="0" algn="l" defTabSz="2880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ja-JP" sz="1000">
                <a:solidFill>
                  <a:srgbClr val="6B6B6B"/>
                </a:solidFill>
              </a:rPr>
              <a:t>© 2026</a:t>
            </a:r>
          </a:p>
        </p:txBody>
      </p:sp>
    </p:spTree>
    <p:extLst>
      <p:ext uri="{BB962C8B-B14F-4D97-AF65-F5344CB8AC3E}">
        <p14:creationId xmlns:p14="http://schemas.microsoft.com/office/powerpoint/2010/main" val="25257353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88" r:id="rId1"/>
    <p:sldLayoutId id="2147484089" r:id="rId2"/>
    <p:sldLayoutId id="2147484090" r:id="rId3"/>
    <p:sldLayoutId id="2147484091" r:id="rId4"/>
    <p:sldLayoutId id="2147484092" r:id="rId5"/>
  </p:sldLayoutIdLst>
  <p:hf hdr="0" dt="0"/>
  <p:txStyles>
    <p:titleStyle>
      <a:lvl1pPr algn="l" defTabSz="609555" rtl="0" eaLnBrk="1" fontAlgn="base" hangingPunct="1">
        <a:spcBef>
          <a:spcPct val="0"/>
        </a:spcBef>
        <a:spcAft>
          <a:spcPct val="0"/>
        </a:spcAft>
        <a:defRPr kumimoji="1" sz="2400" b="1" i="0" kern="1200" spc="0" baseline="0">
          <a:solidFill>
            <a:schemeClr val="tx1"/>
          </a:solidFill>
          <a:latin typeface="+mj-ea"/>
          <a:ea typeface="+mj-ea"/>
          <a:cs typeface="HGPGothicE" charset="-128"/>
        </a:defRPr>
      </a:lvl1pPr>
      <a:lvl2pPr algn="l" defTabSz="609555" rtl="0" eaLnBrk="1" fontAlgn="base" hangingPunct="1">
        <a:spcBef>
          <a:spcPct val="0"/>
        </a:spcBef>
        <a:spcAft>
          <a:spcPct val="0"/>
        </a:spcAft>
        <a:defRPr kumimoji="1" sz="2667">
          <a:solidFill>
            <a:schemeClr val="tx1"/>
          </a:solidFill>
          <a:latin typeface="Arial" pitchFamily="34" charset="0"/>
          <a:ea typeface="HGP創英角ｺﾞｼｯｸUB"/>
          <a:cs typeface="Arial" pitchFamily="34" charset="0"/>
        </a:defRPr>
      </a:lvl2pPr>
      <a:lvl3pPr algn="l" defTabSz="609555" rtl="0" eaLnBrk="1" fontAlgn="base" hangingPunct="1">
        <a:spcBef>
          <a:spcPct val="0"/>
        </a:spcBef>
        <a:spcAft>
          <a:spcPct val="0"/>
        </a:spcAft>
        <a:defRPr kumimoji="1" sz="2667">
          <a:solidFill>
            <a:schemeClr val="tx1"/>
          </a:solidFill>
          <a:latin typeface="Arial" pitchFamily="34" charset="0"/>
          <a:ea typeface="HGP創英角ｺﾞｼｯｸUB"/>
          <a:cs typeface="Arial" pitchFamily="34" charset="0"/>
        </a:defRPr>
      </a:lvl3pPr>
      <a:lvl4pPr algn="l" defTabSz="609555" rtl="0" eaLnBrk="1" fontAlgn="base" hangingPunct="1">
        <a:spcBef>
          <a:spcPct val="0"/>
        </a:spcBef>
        <a:spcAft>
          <a:spcPct val="0"/>
        </a:spcAft>
        <a:defRPr kumimoji="1" sz="2667">
          <a:solidFill>
            <a:schemeClr val="tx1"/>
          </a:solidFill>
          <a:latin typeface="Arial" pitchFamily="34" charset="0"/>
          <a:ea typeface="HGP創英角ｺﾞｼｯｸUB"/>
          <a:cs typeface="Arial" pitchFamily="34" charset="0"/>
        </a:defRPr>
      </a:lvl4pPr>
      <a:lvl5pPr algn="l" defTabSz="609555" rtl="0" eaLnBrk="1" fontAlgn="base" hangingPunct="1">
        <a:spcBef>
          <a:spcPct val="0"/>
        </a:spcBef>
        <a:spcAft>
          <a:spcPct val="0"/>
        </a:spcAft>
        <a:defRPr kumimoji="1" sz="2667">
          <a:solidFill>
            <a:schemeClr val="tx1"/>
          </a:solidFill>
          <a:latin typeface="Arial" pitchFamily="34" charset="0"/>
          <a:ea typeface="HGP創英角ｺﾞｼｯｸUB"/>
          <a:cs typeface="Arial" pitchFamily="34" charset="0"/>
        </a:defRPr>
      </a:lvl5pPr>
      <a:lvl6pPr marL="609555" algn="l" defTabSz="609555" rtl="0" eaLnBrk="1" fontAlgn="base" hangingPunct="1">
        <a:spcBef>
          <a:spcPct val="0"/>
        </a:spcBef>
        <a:spcAft>
          <a:spcPct val="0"/>
        </a:spcAft>
        <a:defRPr kumimoji="1" sz="2667">
          <a:solidFill>
            <a:schemeClr val="tx1"/>
          </a:solidFill>
          <a:latin typeface="Arial" pitchFamily="34" charset="0"/>
          <a:ea typeface="HGP創英角ｺﾞｼｯｸUB"/>
          <a:cs typeface="Arial" pitchFamily="34" charset="0"/>
        </a:defRPr>
      </a:lvl6pPr>
      <a:lvl7pPr marL="1219110" algn="l" defTabSz="609555" rtl="0" eaLnBrk="1" fontAlgn="base" hangingPunct="1">
        <a:spcBef>
          <a:spcPct val="0"/>
        </a:spcBef>
        <a:spcAft>
          <a:spcPct val="0"/>
        </a:spcAft>
        <a:defRPr kumimoji="1" sz="2667">
          <a:solidFill>
            <a:schemeClr val="tx1"/>
          </a:solidFill>
          <a:latin typeface="Arial" pitchFamily="34" charset="0"/>
          <a:ea typeface="HGP創英角ｺﾞｼｯｸUB"/>
          <a:cs typeface="Arial" pitchFamily="34" charset="0"/>
        </a:defRPr>
      </a:lvl7pPr>
      <a:lvl8pPr marL="1828664" algn="l" defTabSz="609555" rtl="0" eaLnBrk="1" fontAlgn="base" hangingPunct="1">
        <a:spcBef>
          <a:spcPct val="0"/>
        </a:spcBef>
        <a:spcAft>
          <a:spcPct val="0"/>
        </a:spcAft>
        <a:defRPr kumimoji="1" sz="2667">
          <a:solidFill>
            <a:schemeClr val="tx1"/>
          </a:solidFill>
          <a:latin typeface="Arial" pitchFamily="34" charset="0"/>
          <a:ea typeface="HGP創英角ｺﾞｼｯｸUB"/>
          <a:cs typeface="Arial" pitchFamily="34" charset="0"/>
        </a:defRPr>
      </a:lvl8pPr>
      <a:lvl9pPr marL="2438218" algn="l" defTabSz="609555" rtl="0" eaLnBrk="1" fontAlgn="base" hangingPunct="1">
        <a:spcBef>
          <a:spcPct val="0"/>
        </a:spcBef>
        <a:spcAft>
          <a:spcPct val="0"/>
        </a:spcAft>
        <a:defRPr kumimoji="1" sz="2667">
          <a:solidFill>
            <a:schemeClr val="tx1"/>
          </a:solidFill>
          <a:latin typeface="Arial" pitchFamily="34" charset="0"/>
          <a:ea typeface="HGP創英角ｺﾞｼｯｸUB"/>
          <a:cs typeface="Arial" pitchFamily="34" charset="0"/>
        </a:defRPr>
      </a:lvl9pPr>
    </p:titleStyle>
    <p:bodyStyle>
      <a:lvl1pPr marL="0" indent="0" algn="l" defTabSz="2880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None/>
        <a:tabLst/>
        <a:defRPr kumimoji="1" sz="1800" kern="1200">
          <a:solidFill>
            <a:schemeClr val="tx1"/>
          </a:solidFill>
          <a:latin typeface="+mn-ea"/>
          <a:ea typeface="+mn-ea"/>
          <a:cs typeface="Arial"/>
        </a:defRPr>
      </a:lvl1pPr>
      <a:lvl2pPr marL="360000" indent="-180000" algn="l" defTabSz="2880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tabLst/>
        <a:defRPr kumimoji="1" sz="1800" kern="1200">
          <a:solidFill>
            <a:schemeClr val="tx1"/>
          </a:solidFill>
          <a:latin typeface="+mn-ea"/>
          <a:ea typeface="+mn-ea"/>
          <a:cs typeface="Arial"/>
        </a:defRPr>
      </a:lvl2pPr>
      <a:lvl3pPr marL="540000" indent="-180000" algn="l" defTabSz="2880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tabLst/>
        <a:defRPr kumimoji="1" sz="1800" kern="1200">
          <a:solidFill>
            <a:schemeClr val="tx1"/>
          </a:solidFill>
          <a:latin typeface="+mn-ea"/>
          <a:ea typeface="+mn-ea"/>
          <a:cs typeface="Arial"/>
        </a:defRPr>
      </a:lvl3pPr>
      <a:lvl4pPr marL="720000" indent="-180000" algn="l" defTabSz="2880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tabLst/>
        <a:defRPr kumimoji="1" sz="1800" kern="1200">
          <a:solidFill>
            <a:schemeClr val="tx1"/>
          </a:solidFill>
          <a:latin typeface="+mn-ea"/>
          <a:ea typeface="+mn-ea"/>
          <a:cs typeface="Arial"/>
        </a:defRPr>
      </a:lvl4pPr>
      <a:lvl5pPr marL="900000" indent="-180000" algn="l" defTabSz="2880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tabLst/>
        <a:defRPr kumimoji="1" sz="1800" kern="1200">
          <a:solidFill>
            <a:schemeClr val="tx1"/>
          </a:solidFill>
          <a:latin typeface="+mn-ea"/>
          <a:ea typeface="+mn-ea"/>
          <a:cs typeface="Arial"/>
        </a:defRPr>
      </a:lvl5pPr>
      <a:lvl6pPr marL="3352548" indent="-304776" algn="l" defTabSz="609555" rtl="0" eaLnBrk="1" latinLnBrk="0" hangingPunct="1">
        <a:spcBef>
          <a:spcPct val="20000"/>
        </a:spcBef>
        <a:buFont typeface="Arial"/>
        <a:buChar char="•"/>
        <a:defRPr kumimoji="1"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104" indent="-304776" algn="l" defTabSz="609555" rtl="0" eaLnBrk="1" latinLnBrk="0" hangingPunct="1">
        <a:spcBef>
          <a:spcPct val="20000"/>
        </a:spcBef>
        <a:buFont typeface="Arial"/>
        <a:buChar char="•"/>
        <a:defRPr kumimoji="1"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658" indent="-304776" algn="l" defTabSz="609555" rtl="0" eaLnBrk="1" latinLnBrk="0" hangingPunct="1">
        <a:spcBef>
          <a:spcPct val="20000"/>
        </a:spcBef>
        <a:buFont typeface="Arial"/>
        <a:buChar char="•"/>
        <a:defRPr kumimoji="1"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212" indent="-304776" algn="l" defTabSz="609555" rtl="0" eaLnBrk="1" latinLnBrk="0" hangingPunct="1">
        <a:spcBef>
          <a:spcPct val="20000"/>
        </a:spcBef>
        <a:buFont typeface="Arial"/>
        <a:buChar char="•"/>
        <a:defRPr kumimoji="1"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09555" rtl="0" eaLnBrk="1" latinLnBrk="0" hangingPunct="1"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55" algn="l" defTabSz="609555" rtl="0" eaLnBrk="1" latinLnBrk="0" hangingPunct="1"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10" algn="l" defTabSz="609555" rtl="0" eaLnBrk="1" latinLnBrk="0" hangingPunct="1"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664" algn="l" defTabSz="609555" rtl="0" eaLnBrk="1" latinLnBrk="0" hangingPunct="1"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218" algn="l" defTabSz="609555" rtl="0" eaLnBrk="1" latinLnBrk="0" hangingPunct="1"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772" algn="l" defTabSz="609555" rtl="0" eaLnBrk="1" latinLnBrk="0" hangingPunct="1"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327" algn="l" defTabSz="609555" rtl="0" eaLnBrk="1" latinLnBrk="0" hangingPunct="1"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6880" algn="l" defTabSz="609555" rtl="0" eaLnBrk="1" latinLnBrk="0" hangingPunct="1"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435" algn="l" defTabSz="609555" rtl="0" eaLnBrk="1" latinLnBrk="0" hangingPunct="1"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2.xml"/><Relationship Id="rId4" Type="http://schemas.openxmlformats.org/officeDocument/2006/relationships/image" Target="../media/image4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hink-cell data - do not delete" hidden="1">
            <a:extLst>
              <a:ext uri="{FF2B5EF4-FFF2-40B4-BE49-F238E27FC236}">
                <a16:creationId xmlns:a16="http://schemas.microsoft.com/office/drawing/2014/main" id="{8B876925-78A3-0D6D-A136-2CE4548C6FDC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72350908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7772400" imgH="10058400" progId="TCLayout.ActiveDocument.1">
                  <p:embed/>
                </p:oleObj>
              </mc:Choice>
              <mc:Fallback>
                <p:oleObj name="think-cell Slide" r:id="rId3" imgW="7772400" imgH="10058400" progId="TCLayout.ActiveDocument.1">
                  <p:embed/>
                  <p:pic>
                    <p:nvPicPr>
                      <p:cNvPr id="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8B876925-78A3-0D6D-A136-2CE4548C6FD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BA5EF566-D16A-40BE-C039-67C80A2CFA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en-GB"/>
              <a:t>Main Message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2D73F1F-49C9-5A45-B9E8-D6F68FC949F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GB"/>
              <a:t>Chart Title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7C5F1D5-1FB6-4AC9-95E6-C0578AC27158}"/>
              </a:ext>
            </a:extLst>
          </p:cNvPr>
          <p:cNvSpPr txBox="1"/>
          <p:nvPr/>
        </p:nvSpPr>
        <p:spPr>
          <a:xfrm>
            <a:off x="370801" y="1517807"/>
            <a:ext cx="1577269" cy="338554"/>
          </a:xfrm>
          <a:prstGeom prst="rect">
            <a:avLst/>
          </a:prstGeom>
          <a:noFill/>
        </p:spPr>
        <p:txBody>
          <a:bodyPr wrap="square" lIns="0" rIns="0" rtlCol="0" anchor="b" anchorCtr="0">
            <a:noAutofit/>
          </a:bodyPr>
          <a:lstStyle/>
          <a:p>
            <a:pPr algn="l" defTabSz="288000"/>
            <a:r>
              <a:rPr kumimoji="1" lang="en-GB" b="1">
                <a:latin typeface="+mn-ea"/>
              </a:rPr>
              <a:t>評価軸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15A3D02-639A-3BC0-936E-0E8E4546D9C3}"/>
              </a:ext>
            </a:extLst>
          </p:cNvPr>
          <p:cNvSpPr/>
          <p:nvPr/>
        </p:nvSpPr>
        <p:spPr>
          <a:xfrm>
            <a:off x="370800" y="1960550"/>
            <a:ext cx="1745867" cy="763743"/>
          </a:xfrm>
          <a:prstGeom prst="rect">
            <a:avLst/>
          </a:prstGeom>
          <a:solidFill>
            <a:schemeClr val="accent2">
              <a:lumMod val="10000"/>
              <a:lumOff val="90000"/>
            </a:schemeClr>
          </a:solidFill>
          <a:ln w="3175"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kumimoji="1" lang="en-GB" sz="1600" dirty="0" err="1">
                <a:solidFill>
                  <a:schemeClr val="tx1"/>
                </a:solidFill>
              </a:rPr>
              <a:t>Label1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E9D30EE-9FC7-65D7-CA88-9032B4FE6F29}"/>
              </a:ext>
            </a:extLst>
          </p:cNvPr>
          <p:cNvSpPr/>
          <p:nvPr/>
        </p:nvSpPr>
        <p:spPr>
          <a:xfrm>
            <a:off x="370800" y="2855235"/>
            <a:ext cx="1745867" cy="763743"/>
          </a:xfrm>
          <a:prstGeom prst="rect">
            <a:avLst/>
          </a:prstGeom>
          <a:solidFill>
            <a:schemeClr val="accent2">
              <a:lumMod val="10000"/>
              <a:lumOff val="90000"/>
            </a:schemeClr>
          </a:solidFill>
          <a:ln w="3175"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kumimoji="1" lang="en-GB" sz="1600" dirty="0" err="1">
                <a:solidFill>
                  <a:schemeClr val="tx1"/>
                </a:solidFill>
              </a:rPr>
              <a:t>Label2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093C981-CC74-DE2E-DB51-C1E5C72CAA4A}"/>
              </a:ext>
            </a:extLst>
          </p:cNvPr>
          <p:cNvSpPr/>
          <p:nvPr/>
        </p:nvSpPr>
        <p:spPr>
          <a:xfrm>
            <a:off x="370800" y="3749920"/>
            <a:ext cx="1745867" cy="763743"/>
          </a:xfrm>
          <a:prstGeom prst="rect">
            <a:avLst/>
          </a:prstGeom>
          <a:solidFill>
            <a:schemeClr val="accent2">
              <a:lumMod val="10000"/>
              <a:lumOff val="90000"/>
            </a:schemeClr>
          </a:solidFill>
          <a:ln w="3175"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kumimoji="1" lang="en-GB" sz="1600" dirty="0" err="1">
                <a:solidFill>
                  <a:schemeClr val="tx1"/>
                </a:solidFill>
              </a:rPr>
              <a:t>Label3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EA67211-B74F-0557-8EB4-8823B0820C22}"/>
              </a:ext>
            </a:extLst>
          </p:cNvPr>
          <p:cNvSpPr/>
          <p:nvPr/>
        </p:nvSpPr>
        <p:spPr>
          <a:xfrm>
            <a:off x="370800" y="4644605"/>
            <a:ext cx="1745867" cy="763743"/>
          </a:xfrm>
          <a:prstGeom prst="rect">
            <a:avLst/>
          </a:prstGeom>
          <a:solidFill>
            <a:schemeClr val="accent2">
              <a:lumMod val="10000"/>
              <a:lumOff val="90000"/>
            </a:schemeClr>
          </a:solidFill>
          <a:ln w="3175"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kumimoji="1" lang="en-GB" sz="1600" dirty="0" err="1">
                <a:solidFill>
                  <a:schemeClr val="tx1"/>
                </a:solidFill>
              </a:rPr>
              <a:t>Label4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FB60D2D-C7BC-45CF-5BFD-DCB9780DAE75}"/>
              </a:ext>
            </a:extLst>
          </p:cNvPr>
          <p:cNvSpPr/>
          <p:nvPr/>
        </p:nvSpPr>
        <p:spPr>
          <a:xfrm>
            <a:off x="370800" y="5539291"/>
            <a:ext cx="1745867" cy="763743"/>
          </a:xfrm>
          <a:prstGeom prst="rect">
            <a:avLst/>
          </a:prstGeom>
          <a:solidFill>
            <a:schemeClr val="accent2">
              <a:lumMod val="10000"/>
              <a:lumOff val="90000"/>
            </a:schemeClr>
          </a:solidFill>
          <a:ln w="3175"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kumimoji="1" lang="en-GB" sz="1600" dirty="0" err="1">
                <a:solidFill>
                  <a:schemeClr val="tx1"/>
                </a:solidFill>
              </a:rPr>
              <a:t>Label5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AA3329D2-F079-3432-90D0-AFC357ED7A56}"/>
              </a:ext>
            </a:extLst>
          </p:cNvPr>
          <p:cNvCxnSpPr>
            <a:cxnSpLocks/>
          </p:cNvCxnSpPr>
          <p:nvPr/>
        </p:nvCxnSpPr>
        <p:spPr>
          <a:xfrm>
            <a:off x="370802" y="2789764"/>
            <a:ext cx="7909599" cy="0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7C46F714-70A5-C921-7CCA-8693858A63E8}"/>
              </a:ext>
            </a:extLst>
          </p:cNvPr>
          <p:cNvCxnSpPr>
            <a:cxnSpLocks/>
          </p:cNvCxnSpPr>
          <p:nvPr/>
        </p:nvCxnSpPr>
        <p:spPr>
          <a:xfrm>
            <a:off x="370801" y="1892311"/>
            <a:ext cx="7909599" cy="0"/>
          </a:xfrm>
          <a:prstGeom prst="line">
            <a:avLst/>
          </a:prstGeom>
          <a:ln w="1587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CF15E0E4-6C42-3FD4-4BC4-64454CA1A087}"/>
              </a:ext>
            </a:extLst>
          </p:cNvPr>
          <p:cNvCxnSpPr>
            <a:cxnSpLocks/>
          </p:cNvCxnSpPr>
          <p:nvPr/>
        </p:nvCxnSpPr>
        <p:spPr>
          <a:xfrm>
            <a:off x="370802" y="3684449"/>
            <a:ext cx="7909599" cy="0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F9B72A67-6D25-0F1D-CF26-6A900957D5D9}"/>
              </a:ext>
            </a:extLst>
          </p:cNvPr>
          <p:cNvCxnSpPr>
            <a:cxnSpLocks/>
          </p:cNvCxnSpPr>
          <p:nvPr/>
        </p:nvCxnSpPr>
        <p:spPr>
          <a:xfrm>
            <a:off x="370802" y="4579134"/>
            <a:ext cx="7909599" cy="0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B541AA48-6CAB-616F-F080-21E7DABD1211}"/>
              </a:ext>
            </a:extLst>
          </p:cNvPr>
          <p:cNvCxnSpPr>
            <a:cxnSpLocks/>
          </p:cNvCxnSpPr>
          <p:nvPr/>
        </p:nvCxnSpPr>
        <p:spPr>
          <a:xfrm>
            <a:off x="370802" y="5473819"/>
            <a:ext cx="7909599" cy="0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6DE39449-59E9-A8C5-988C-A57C3F0FC32F}"/>
              </a:ext>
            </a:extLst>
          </p:cNvPr>
          <p:cNvSpPr txBox="1"/>
          <p:nvPr/>
        </p:nvSpPr>
        <p:spPr>
          <a:xfrm>
            <a:off x="8705088" y="1659114"/>
            <a:ext cx="3113712" cy="477493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lIns="72000" tIns="72000" rIns="72000" bIns="72000" rtlCol="0">
            <a:noAutofit/>
          </a:bodyPr>
          <a:lstStyle/>
          <a:p>
            <a:pPr algn="l" defTabSz="288000">
              <a:spcAft>
                <a:spcPts val="600"/>
              </a:spcAft>
            </a:pPr>
            <a:r>
              <a:rPr lang="en-JP" sz="2000" b="1">
                <a:latin typeface="+mn-ea"/>
              </a:rPr>
              <a:t>意味合い</a:t>
            </a:r>
            <a:endParaRPr kumimoji="1" lang="en-JP" sz="2000" b="1">
              <a:latin typeface="+mn-ea"/>
            </a:endParaRPr>
          </a:p>
          <a:p>
            <a:pPr marL="285750" indent="-285750" algn="l" defTabSz="2880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JP" sz="1600">
                <a:latin typeface="+mn-ea"/>
              </a:rPr>
              <a:t>Implication1</a:t>
            </a:r>
          </a:p>
          <a:p>
            <a:pPr marL="285750" indent="-285750" defTabSz="2880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JP" sz="1600">
                <a:latin typeface="+mn-ea"/>
              </a:rPr>
              <a:t>Implication2</a:t>
            </a:r>
          </a:p>
          <a:p>
            <a:pPr marL="285750" indent="-285750" defTabSz="2880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JP" sz="1600">
                <a:latin typeface="+mn-ea"/>
              </a:rPr>
              <a:t>Implication3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F5A2BEE-E40D-41A4-5432-F5E1E4EA7249}"/>
              </a:ext>
            </a:extLst>
          </p:cNvPr>
          <p:cNvSpPr txBox="1"/>
          <p:nvPr/>
        </p:nvSpPr>
        <p:spPr>
          <a:xfrm>
            <a:off x="2283076" y="1517807"/>
            <a:ext cx="1768732" cy="338554"/>
          </a:xfrm>
          <a:prstGeom prst="rect">
            <a:avLst/>
          </a:prstGeom>
          <a:noFill/>
        </p:spPr>
        <p:txBody>
          <a:bodyPr wrap="square" lIns="0" rIns="0" rtlCol="0" anchor="b" anchorCtr="0">
            <a:noAutofit/>
          </a:bodyPr>
          <a:lstStyle/>
          <a:p>
            <a:pPr algn="l" defTabSz="288000"/>
            <a:r>
              <a:rPr kumimoji="1" lang="en-GB" b="1">
                <a:latin typeface="+mn-ea"/>
              </a:rPr>
              <a:t>Aパターン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9F398D3-2F6B-A011-1C1D-9A8C12E59113}"/>
              </a:ext>
            </a:extLst>
          </p:cNvPr>
          <p:cNvSpPr txBox="1"/>
          <p:nvPr/>
        </p:nvSpPr>
        <p:spPr>
          <a:xfrm>
            <a:off x="4397371" y="1517807"/>
            <a:ext cx="1768732" cy="338554"/>
          </a:xfrm>
          <a:prstGeom prst="rect">
            <a:avLst/>
          </a:prstGeom>
          <a:noFill/>
        </p:spPr>
        <p:txBody>
          <a:bodyPr wrap="square" lIns="0" rIns="0" rtlCol="0" anchor="b" anchorCtr="0">
            <a:noAutofit/>
          </a:bodyPr>
          <a:lstStyle/>
          <a:p>
            <a:pPr algn="l" defTabSz="288000"/>
            <a:r>
              <a:rPr lang="en-GB" b="1">
                <a:latin typeface="+mn-ea"/>
              </a:rPr>
              <a:t>B</a:t>
            </a:r>
            <a:r>
              <a:rPr kumimoji="1" lang="en-GB" b="1">
                <a:latin typeface="+mn-ea"/>
              </a:rPr>
              <a:t>パターン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D6889C1-5BFA-C557-CB37-1967325CB392}"/>
              </a:ext>
            </a:extLst>
          </p:cNvPr>
          <p:cNvSpPr txBox="1"/>
          <p:nvPr/>
        </p:nvSpPr>
        <p:spPr>
          <a:xfrm>
            <a:off x="6511667" y="1517807"/>
            <a:ext cx="1768732" cy="338554"/>
          </a:xfrm>
          <a:prstGeom prst="rect">
            <a:avLst/>
          </a:prstGeom>
          <a:noFill/>
        </p:spPr>
        <p:txBody>
          <a:bodyPr wrap="square" lIns="0" rIns="0" rtlCol="0" anchor="b" anchorCtr="0">
            <a:noAutofit/>
          </a:bodyPr>
          <a:lstStyle/>
          <a:p>
            <a:pPr algn="l" defTabSz="288000"/>
            <a:r>
              <a:rPr kumimoji="1" lang="en-GB" b="1">
                <a:latin typeface="+mn-ea"/>
              </a:rPr>
              <a:t>Cパターン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03B8B096-0827-E193-61F0-96EEEBFB529E}"/>
              </a:ext>
            </a:extLst>
          </p:cNvPr>
          <p:cNvSpPr txBox="1"/>
          <p:nvPr/>
        </p:nvSpPr>
        <p:spPr>
          <a:xfrm>
            <a:off x="2283076" y="1960550"/>
            <a:ext cx="1768732" cy="763742"/>
          </a:xfrm>
          <a:prstGeom prst="rect">
            <a:avLst/>
          </a:prstGeom>
          <a:noFill/>
        </p:spPr>
        <p:txBody>
          <a:bodyPr wrap="square" lIns="0" rIns="0" rtlCol="0" anchor="t" anchorCtr="0">
            <a:noAutofit/>
          </a:bodyPr>
          <a:lstStyle/>
          <a:p>
            <a:pPr algn="l" defTabSz="288000"/>
            <a:r>
              <a:rPr lang="en-GB" b="1">
                <a:latin typeface="+mn-ea"/>
              </a:rPr>
              <a:t>[Label1-A-Mark]</a:t>
            </a:r>
            <a:endParaRPr kumimoji="1" lang="en-GB" b="1">
              <a:latin typeface="+mn-ea"/>
            </a:endParaRPr>
          </a:p>
          <a:p>
            <a:pPr algn="l" defTabSz="288000"/>
            <a:r>
              <a:rPr kumimoji="1" lang="en-GB" sz="1100" b="1">
                <a:latin typeface="+mn-ea"/>
              </a:rPr>
              <a:t>Label1-A-Comment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C6510700-5552-8ED5-3A2B-D6A26C215726}"/>
              </a:ext>
            </a:extLst>
          </p:cNvPr>
          <p:cNvSpPr txBox="1"/>
          <p:nvPr/>
        </p:nvSpPr>
        <p:spPr>
          <a:xfrm>
            <a:off x="4397371" y="1960550"/>
            <a:ext cx="1768732" cy="763742"/>
          </a:xfrm>
          <a:prstGeom prst="rect">
            <a:avLst/>
          </a:prstGeom>
          <a:noFill/>
        </p:spPr>
        <p:txBody>
          <a:bodyPr wrap="square" lIns="0" rIns="0" rtlCol="0" anchor="t" anchorCtr="0">
            <a:noAutofit/>
          </a:bodyPr>
          <a:lstStyle/>
          <a:p>
            <a:pPr algn="l" defTabSz="288000"/>
            <a:r>
              <a:rPr lang="en-GB" b="1">
                <a:latin typeface="+mn-ea"/>
              </a:rPr>
              <a:t>[Label1-B-Mark]</a:t>
            </a:r>
            <a:endParaRPr kumimoji="1" lang="en-GB" b="1">
              <a:latin typeface="+mn-ea"/>
            </a:endParaRPr>
          </a:p>
          <a:p>
            <a:pPr algn="l" defTabSz="288000"/>
            <a:r>
              <a:rPr kumimoji="1" lang="en-GB" sz="1100" b="1">
                <a:latin typeface="+mn-ea"/>
              </a:rPr>
              <a:t>Label1-B-Comment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FAEB0B14-3D87-8B73-B5D3-B4F9FA8EF611}"/>
              </a:ext>
            </a:extLst>
          </p:cNvPr>
          <p:cNvSpPr txBox="1"/>
          <p:nvPr/>
        </p:nvSpPr>
        <p:spPr>
          <a:xfrm>
            <a:off x="6511666" y="1960550"/>
            <a:ext cx="1768732" cy="763742"/>
          </a:xfrm>
          <a:prstGeom prst="rect">
            <a:avLst/>
          </a:prstGeom>
          <a:noFill/>
        </p:spPr>
        <p:txBody>
          <a:bodyPr wrap="square" lIns="0" rIns="0" rtlCol="0" anchor="t" anchorCtr="0">
            <a:noAutofit/>
          </a:bodyPr>
          <a:lstStyle/>
          <a:p>
            <a:pPr algn="l" defTabSz="288000"/>
            <a:r>
              <a:rPr lang="en-GB" b="1">
                <a:latin typeface="+mn-ea"/>
              </a:rPr>
              <a:t>[Label1-C-Mark]</a:t>
            </a:r>
            <a:endParaRPr kumimoji="1" lang="en-GB" b="1">
              <a:latin typeface="+mn-ea"/>
            </a:endParaRPr>
          </a:p>
          <a:p>
            <a:pPr algn="l" defTabSz="288000"/>
            <a:r>
              <a:rPr kumimoji="1" lang="en-GB" sz="1100" b="1">
                <a:latin typeface="+mn-ea"/>
              </a:rPr>
              <a:t>Label1-C-Comment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5D5987A4-A19F-B84D-9DFA-6F9C909E4603}"/>
              </a:ext>
            </a:extLst>
          </p:cNvPr>
          <p:cNvSpPr txBox="1"/>
          <p:nvPr/>
        </p:nvSpPr>
        <p:spPr>
          <a:xfrm>
            <a:off x="2283076" y="2855235"/>
            <a:ext cx="1768732" cy="763742"/>
          </a:xfrm>
          <a:prstGeom prst="rect">
            <a:avLst/>
          </a:prstGeom>
          <a:noFill/>
        </p:spPr>
        <p:txBody>
          <a:bodyPr wrap="square" lIns="0" rIns="0" rtlCol="0" anchor="t" anchorCtr="0">
            <a:noAutofit/>
          </a:bodyPr>
          <a:lstStyle/>
          <a:p>
            <a:pPr algn="l" defTabSz="288000"/>
            <a:r>
              <a:rPr lang="en-GB" b="1">
                <a:latin typeface="+mn-ea"/>
              </a:rPr>
              <a:t>[Label2-A-Mark]</a:t>
            </a:r>
            <a:endParaRPr kumimoji="1" lang="en-GB" b="1">
              <a:latin typeface="+mn-ea"/>
            </a:endParaRPr>
          </a:p>
          <a:p>
            <a:pPr algn="l" defTabSz="288000"/>
            <a:r>
              <a:rPr kumimoji="1" lang="en-GB" sz="1100" b="1">
                <a:latin typeface="+mn-ea"/>
              </a:rPr>
              <a:t>Label2-A-Comment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91248848-032F-4450-D459-AE7695304CBB}"/>
              </a:ext>
            </a:extLst>
          </p:cNvPr>
          <p:cNvSpPr txBox="1"/>
          <p:nvPr/>
        </p:nvSpPr>
        <p:spPr>
          <a:xfrm>
            <a:off x="4397371" y="2855235"/>
            <a:ext cx="1768732" cy="763742"/>
          </a:xfrm>
          <a:prstGeom prst="rect">
            <a:avLst/>
          </a:prstGeom>
          <a:noFill/>
        </p:spPr>
        <p:txBody>
          <a:bodyPr wrap="square" lIns="0" rIns="0" rtlCol="0" anchor="t" anchorCtr="0">
            <a:noAutofit/>
          </a:bodyPr>
          <a:lstStyle/>
          <a:p>
            <a:pPr algn="l" defTabSz="288000"/>
            <a:r>
              <a:rPr lang="en-GB" b="1">
                <a:latin typeface="+mn-ea"/>
              </a:rPr>
              <a:t>[Label2-B-Mark]</a:t>
            </a:r>
            <a:endParaRPr kumimoji="1" lang="en-GB" b="1">
              <a:latin typeface="+mn-ea"/>
            </a:endParaRPr>
          </a:p>
          <a:p>
            <a:pPr algn="l" defTabSz="288000"/>
            <a:r>
              <a:rPr kumimoji="1" lang="en-GB" sz="1100" b="1">
                <a:latin typeface="+mn-ea"/>
              </a:rPr>
              <a:t>Label2-B-Comment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887C9450-54F5-A2F9-8A7F-AD3977EF03F1}"/>
              </a:ext>
            </a:extLst>
          </p:cNvPr>
          <p:cNvSpPr txBox="1"/>
          <p:nvPr/>
        </p:nvSpPr>
        <p:spPr>
          <a:xfrm>
            <a:off x="6511666" y="2855235"/>
            <a:ext cx="1768732" cy="763742"/>
          </a:xfrm>
          <a:prstGeom prst="rect">
            <a:avLst/>
          </a:prstGeom>
          <a:noFill/>
        </p:spPr>
        <p:txBody>
          <a:bodyPr wrap="square" lIns="0" rIns="0" rtlCol="0" anchor="t" anchorCtr="0">
            <a:noAutofit/>
          </a:bodyPr>
          <a:lstStyle/>
          <a:p>
            <a:pPr algn="l" defTabSz="288000"/>
            <a:r>
              <a:rPr lang="en-GB" b="1">
                <a:latin typeface="+mn-ea"/>
              </a:rPr>
              <a:t>[Label2-C-Mark]</a:t>
            </a:r>
            <a:endParaRPr kumimoji="1" lang="en-GB" b="1">
              <a:latin typeface="+mn-ea"/>
            </a:endParaRPr>
          </a:p>
          <a:p>
            <a:pPr algn="l" defTabSz="288000"/>
            <a:r>
              <a:rPr kumimoji="1" lang="en-GB" sz="1100" b="1">
                <a:latin typeface="+mn-ea"/>
              </a:rPr>
              <a:t>Label2-C-Comment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D33CBAA1-D65B-4B15-C70B-F79C45DE97D5}"/>
              </a:ext>
            </a:extLst>
          </p:cNvPr>
          <p:cNvSpPr txBox="1"/>
          <p:nvPr/>
        </p:nvSpPr>
        <p:spPr>
          <a:xfrm>
            <a:off x="2283076" y="3749921"/>
            <a:ext cx="1768732" cy="763742"/>
          </a:xfrm>
          <a:prstGeom prst="rect">
            <a:avLst/>
          </a:prstGeom>
          <a:noFill/>
        </p:spPr>
        <p:txBody>
          <a:bodyPr wrap="square" lIns="0" rIns="0" rtlCol="0" anchor="t" anchorCtr="0">
            <a:noAutofit/>
          </a:bodyPr>
          <a:lstStyle/>
          <a:p>
            <a:pPr algn="l" defTabSz="288000"/>
            <a:r>
              <a:rPr lang="en-GB" b="1">
                <a:latin typeface="+mn-ea"/>
              </a:rPr>
              <a:t>[Label3-A-Mark]</a:t>
            </a:r>
            <a:endParaRPr kumimoji="1" lang="en-GB" b="1">
              <a:latin typeface="+mn-ea"/>
            </a:endParaRPr>
          </a:p>
          <a:p>
            <a:pPr algn="l" defTabSz="288000"/>
            <a:r>
              <a:rPr kumimoji="1" lang="en-GB" sz="1100" b="1">
                <a:latin typeface="+mn-ea"/>
              </a:rPr>
              <a:t>Label3-A-Comment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55432F23-A7D5-81C7-A861-47330BAC1F28}"/>
              </a:ext>
            </a:extLst>
          </p:cNvPr>
          <p:cNvSpPr txBox="1"/>
          <p:nvPr/>
        </p:nvSpPr>
        <p:spPr>
          <a:xfrm>
            <a:off x="4397371" y="3749921"/>
            <a:ext cx="1768732" cy="763742"/>
          </a:xfrm>
          <a:prstGeom prst="rect">
            <a:avLst/>
          </a:prstGeom>
          <a:noFill/>
        </p:spPr>
        <p:txBody>
          <a:bodyPr wrap="square" lIns="0" rIns="0" rtlCol="0" anchor="t" anchorCtr="0">
            <a:noAutofit/>
          </a:bodyPr>
          <a:lstStyle/>
          <a:p>
            <a:pPr algn="l" defTabSz="288000"/>
            <a:r>
              <a:rPr lang="en-GB" b="1">
                <a:latin typeface="+mn-ea"/>
              </a:rPr>
              <a:t>[Label3-B-Mark]</a:t>
            </a:r>
            <a:endParaRPr kumimoji="1" lang="en-GB" b="1">
              <a:latin typeface="+mn-ea"/>
            </a:endParaRPr>
          </a:p>
          <a:p>
            <a:pPr algn="l" defTabSz="288000"/>
            <a:r>
              <a:rPr kumimoji="1" lang="en-GB" sz="1100" b="1">
                <a:latin typeface="+mn-ea"/>
              </a:rPr>
              <a:t>Label3-B-Comment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F4A6A664-7FC8-6E19-95C8-C0BD75940884}"/>
              </a:ext>
            </a:extLst>
          </p:cNvPr>
          <p:cNvSpPr txBox="1"/>
          <p:nvPr/>
        </p:nvSpPr>
        <p:spPr>
          <a:xfrm>
            <a:off x="6511666" y="3749921"/>
            <a:ext cx="1768732" cy="763742"/>
          </a:xfrm>
          <a:prstGeom prst="rect">
            <a:avLst/>
          </a:prstGeom>
          <a:noFill/>
        </p:spPr>
        <p:txBody>
          <a:bodyPr wrap="square" lIns="0" rIns="0" rtlCol="0" anchor="t" anchorCtr="0">
            <a:noAutofit/>
          </a:bodyPr>
          <a:lstStyle/>
          <a:p>
            <a:pPr algn="l" defTabSz="288000"/>
            <a:r>
              <a:rPr lang="en-GB" b="1">
                <a:latin typeface="+mn-ea"/>
              </a:rPr>
              <a:t>[Label3-C-Mark]</a:t>
            </a:r>
            <a:endParaRPr kumimoji="1" lang="en-GB" b="1">
              <a:latin typeface="+mn-ea"/>
            </a:endParaRPr>
          </a:p>
          <a:p>
            <a:pPr algn="l" defTabSz="288000"/>
            <a:r>
              <a:rPr kumimoji="1" lang="en-GB" sz="1100" b="1">
                <a:latin typeface="+mn-ea"/>
              </a:rPr>
              <a:t>Label3-C-Comment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18D8F863-3605-DFF4-E171-3A2B16271529}"/>
              </a:ext>
            </a:extLst>
          </p:cNvPr>
          <p:cNvSpPr txBox="1"/>
          <p:nvPr/>
        </p:nvSpPr>
        <p:spPr>
          <a:xfrm>
            <a:off x="2283076" y="4644606"/>
            <a:ext cx="1768732" cy="763742"/>
          </a:xfrm>
          <a:prstGeom prst="rect">
            <a:avLst/>
          </a:prstGeom>
          <a:noFill/>
        </p:spPr>
        <p:txBody>
          <a:bodyPr wrap="square" lIns="0" rIns="0" rtlCol="0" anchor="t" anchorCtr="0">
            <a:noAutofit/>
          </a:bodyPr>
          <a:lstStyle/>
          <a:p>
            <a:pPr algn="l" defTabSz="288000"/>
            <a:r>
              <a:rPr lang="en-GB" b="1">
                <a:latin typeface="+mn-ea"/>
              </a:rPr>
              <a:t>[Label4-A-Mark]</a:t>
            </a:r>
            <a:endParaRPr kumimoji="1" lang="en-GB" b="1">
              <a:latin typeface="+mn-ea"/>
            </a:endParaRPr>
          </a:p>
          <a:p>
            <a:pPr algn="l" defTabSz="288000"/>
            <a:r>
              <a:rPr kumimoji="1" lang="en-GB" sz="1100" b="1">
                <a:latin typeface="+mn-ea"/>
              </a:rPr>
              <a:t>Label4-A-Comment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8E1C9EE3-6837-2565-6F16-B549147F5B32}"/>
              </a:ext>
            </a:extLst>
          </p:cNvPr>
          <p:cNvSpPr txBox="1"/>
          <p:nvPr/>
        </p:nvSpPr>
        <p:spPr>
          <a:xfrm>
            <a:off x="4397371" y="4644606"/>
            <a:ext cx="1768732" cy="763742"/>
          </a:xfrm>
          <a:prstGeom prst="rect">
            <a:avLst/>
          </a:prstGeom>
          <a:noFill/>
        </p:spPr>
        <p:txBody>
          <a:bodyPr wrap="square" lIns="0" rIns="0" rtlCol="0" anchor="t" anchorCtr="0">
            <a:noAutofit/>
          </a:bodyPr>
          <a:lstStyle/>
          <a:p>
            <a:pPr algn="l" defTabSz="288000"/>
            <a:r>
              <a:rPr lang="en-GB" b="1">
                <a:latin typeface="+mn-ea"/>
              </a:rPr>
              <a:t>[Label4-B-Mark]</a:t>
            </a:r>
            <a:endParaRPr kumimoji="1" lang="en-GB" b="1">
              <a:latin typeface="+mn-ea"/>
            </a:endParaRPr>
          </a:p>
          <a:p>
            <a:pPr algn="l" defTabSz="288000"/>
            <a:r>
              <a:rPr kumimoji="1" lang="en-GB" sz="1100" b="1">
                <a:latin typeface="+mn-ea"/>
              </a:rPr>
              <a:t>Label4-B-Comment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DBDE8A77-8DAC-6A0F-058C-1C7B4AB07297}"/>
              </a:ext>
            </a:extLst>
          </p:cNvPr>
          <p:cNvSpPr txBox="1"/>
          <p:nvPr/>
        </p:nvSpPr>
        <p:spPr>
          <a:xfrm>
            <a:off x="6511666" y="4644606"/>
            <a:ext cx="1768732" cy="763742"/>
          </a:xfrm>
          <a:prstGeom prst="rect">
            <a:avLst/>
          </a:prstGeom>
          <a:noFill/>
        </p:spPr>
        <p:txBody>
          <a:bodyPr wrap="square" lIns="0" rIns="0" rtlCol="0" anchor="t" anchorCtr="0">
            <a:noAutofit/>
          </a:bodyPr>
          <a:lstStyle/>
          <a:p>
            <a:pPr algn="l" defTabSz="288000"/>
            <a:r>
              <a:rPr lang="en-GB" b="1">
                <a:latin typeface="+mn-ea"/>
              </a:rPr>
              <a:t>[Label4-C-Mark]</a:t>
            </a:r>
            <a:endParaRPr kumimoji="1" lang="en-GB" b="1">
              <a:latin typeface="+mn-ea"/>
            </a:endParaRPr>
          </a:p>
          <a:p>
            <a:pPr algn="l" defTabSz="288000"/>
            <a:r>
              <a:rPr kumimoji="1" lang="en-GB" sz="1100" b="1">
                <a:latin typeface="+mn-ea"/>
              </a:rPr>
              <a:t>Label4-C-Comment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EE250FE9-B80B-C6ED-6F1E-2A522BD3D7ED}"/>
              </a:ext>
            </a:extLst>
          </p:cNvPr>
          <p:cNvSpPr txBox="1"/>
          <p:nvPr/>
        </p:nvSpPr>
        <p:spPr>
          <a:xfrm>
            <a:off x="2283076" y="5539291"/>
            <a:ext cx="1768732" cy="763742"/>
          </a:xfrm>
          <a:prstGeom prst="rect">
            <a:avLst/>
          </a:prstGeom>
          <a:noFill/>
        </p:spPr>
        <p:txBody>
          <a:bodyPr wrap="square" lIns="0" rIns="0" rtlCol="0" anchor="t" anchorCtr="0">
            <a:noAutofit/>
          </a:bodyPr>
          <a:lstStyle/>
          <a:p>
            <a:pPr algn="l" defTabSz="288000"/>
            <a:r>
              <a:rPr lang="en-GB" b="1">
                <a:latin typeface="+mn-ea"/>
              </a:rPr>
              <a:t>[Label5-A-Mark]</a:t>
            </a:r>
            <a:endParaRPr kumimoji="1" lang="en-GB" b="1">
              <a:latin typeface="+mn-ea"/>
            </a:endParaRPr>
          </a:p>
          <a:p>
            <a:pPr algn="l" defTabSz="288000"/>
            <a:r>
              <a:rPr kumimoji="1" lang="en-GB" sz="1100" b="1">
                <a:latin typeface="+mn-ea"/>
              </a:rPr>
              <a:t>Label5-A-Comment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CD880B83-4509-3C93-06EC-E6461609496C}"/>
              </a:ext>
            </a:extLst>
          </p:cNvPr>
          <p:cNvSpPr txBox="1"/>
          <p:nvPr/>
        </p:nvSpPr>
        <p:spPr>
          <a:xfrm>
            <a:off x="4397371" y="5539291"/>
            <a:ext cx="1768732" cy="763742"/>
          </a:xfrm>
          <a:prstGeom prst="rect">
            <a:avLst/>
          </a:prstGeom>
          <a:noFill/>
        </p:spPr>
        <p:txBody>
          <a:bodyPr wrap="square" lIns="0" rIns="0" rtlCol="0" anchor="t" anchorCtr="0">
            <a:noAutofit/>
          </a:bodyPr>
          <a:lstStyle/>
          <a:p>
            <a:pPr algn="l" defTabSz="288000"/>
            <a:r>
              <a:rPr lang="en-GB" b="1">
                <a:latin typeface="+mn-ea"/>
              </a:rPr>
              <a:t>[Label5-B-Mark]</a:t>
            </a:r>
            <a:endParaRPr kumimoji="1" lang="en-GB" b="1">
              <a:latin typeface="+mn-ea"/>
            </a:endParaRPr>
          </a:p>
          <a:p>
            <a:pPr algn="l" defTabSz="288000"/>
            <a:r>
              <a:rPr kumimoji="1" lang="en-GB" sz="1100" b="1">
                <a:latin typeface="+mn-ea"/>
              </a:rPr>
              <a:t>Label5-B-Comment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B18DE05F-3DFF-570B-6120-243F50E2FA86}"/>
              </a:ext>
            </a:extLst>
          </p:cNvPr>
          <p:cNvSpPr txBox="1"/>
          <p:nvPr/>
        </p:nvSpPr>
        <p:spPr>
          <a:xfrm>
            <a:off x="6511666" y="5539291"/>
            <a:ext cx="1768732" cy="763742"/>
          </a:xfrm>
          <a:prstGeom prst="rect">
            <a:avLst/>
          </a:prstGeom>
          <a:noFill/>
        </p:spPr>
        <p:txBody>
          <a:bodyPr wrap="square" lIns="0" rIns="0" rtlCol="0" anchor="t" anchorCtr="0">
            <a:noAutofit/>
          </a:bodyPr>
          <a:lstStyle/>
          <a:p>
            <a:pPr algn="l" defTabSz="288000"/>
            <a:r>
              <a:rPr lang="en-GB" b="1">
                <a:latin typeface="+mn-ea"/>
              </a:rPr>
              <a:t>[Label5-C-Mark]</a:t>
            </a:r>
            <a:endParaRPr kumimoji="1" lang="en-GB" b="1">
              <a:latin typeface="+mn-ea"/>
            </a:endParaRPr>
          </a:p>
          <a:p>
            <a:pPr algn="l" defTabSz="288000"/>
            <a:r>
              <a:rPr kumimoji="1" lang="en-GB" sz="1100" b="1">
                <a:latin typeface="+mn-ea"/>
              </a:rPr>
              <a:t>Label5-C-Comment</a:t>
            </a:r>
          </a:p>
        </p:txBody>
      </p:sp>
    </p:spTree>
    <p:extLst>
      <p:ext uri="{BB962C8B-B14F-4D97-AF65-F5344CB8AC3E}">
        <p14:creationId xmlns:p14="http://schemas.microsoft.com/office/powerpoint/2010/main" val="3001053428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PRESENTATIONDONOTDELETE" val="&lt;?xml version=&quot;1.0&quot; encoding=&quot;UTF-16&quot; standalone=&quot;yes&quot;?&gt;&lt;root reqver=&quot;28224&quot;&gt;&lt;version val=&quot;35829&quot;/&gt;&lt;CPresentation id=&quot;1&quot;&gt;&lt;m_precDefaultNumber&gt;&lt;m_yearfmt&gt;&lt;begin val=&quot;0&quot;/&gt;&lt;end val=&quot;4&quot;/&gt;&lt;/m_yearfmt&gt;&lt;/m_precDefaultNumber&gt;&lt;m_precDefaultPercent&gt;&lt;m_yearfmt&gt;&lt;begin val=&quot;0&quot;/&gt;&lt;end val=&quot;4&quot;/&gt;&lt;/m_yearfmt&gt;&lt;/m_precDefaultPercent&gt;&lt;m_precDefaultDate&gt;&lt;m_bNumberIsYear val=&quot;0&quot;/&gt;&lt;m_strFormatTime&gt;%d/%m/%Y&lt;/m_strFormatTime&gt;&lt;m_yearfmt&gt;&lt;begin val=&quot;0&quot;/&gt;&lt;end val=&quot;0&quot;/&gt;&lt;/m_yearfmt&gt;&lt;/m_precDefaultDate&gt;&lt;m_precDefaultDay&gt;&lt;m_bNumberIsYear val=&quot;0&quot;/&gt;&lt;m_strFormatTime&gt;%#d&lt;/m_strFormatTime&gt;&lt;m_yearfmt&gt;&lt;begin val=&quot;0&quot;/&gt;&lt;end val=&quot;4&quot;/&gt;&lt;/m_yearfmt&gt;&lt;/m_precDefaultDay&gt;&lt;m_precDefaultWeek&gt;&lt;m_bNumberIsYear val=&quot;0&quot;/&gt;&lt;m_strFormatTime&gt;%d.&lt;/m_strFormatTime&gt;&lt;m_yearfmt&gt;&lt;begin val=&quot;0&quot;/&gt;&lt;end val=&quot;4&quot;/&gt;&lt;/m_yearfmt&gt;&lt;/m_precDefaultWeek&gt;&lt;m_precDefaultMonth&gt;&lt;m_bNumberIsYear val=&quot;0&quot;/&gt;&lt;m_strFormatTime&gt;%1&lt;/m_strFormatTime&gt;&lt;m_yearfmt&gt;&lt;begin val=&quot;4&quot;/&gt;&lt;end val=&quot;4&quot;/&gt;&lt;/m_yearfmt&gt;&lt;/m_precDefaultMonth&gt;&lt;m_precDefaultQuarter&gt;&lt;m_bNumberIsYear val=&quot;0&quot;/&gt;&lt;m_strFormatTime&gt;Q%5&lt;/m_strFormatTime&gt;&lt;m_yearfmt&gt;&lt;begin val=&quot;0&quot;/&gt;&lt;end val=&quot;4&quot;/&gt;&lt;/m_yearfmt&gt;&lt;/m_precDefaultQuarter&gt;&lt;m_precDefaultYear&gt;&lt;m_bNumberIsYear val=&quot;0&quot;/&gt;&lt;m_strFormatTime&gt;%Y&lt;/m_strFormatTime&gt;&lt;m_yearfmt&gt;&lt;begin val=&quot;0&quot;/&gt;&lt;end val=&quot;0&quot;/&gt;&lt;/m_yearfmt&gt;&lt;/m_precDefaultYear&gt;&lt;m_precDefaultFYDay&gt;&lt;m_yearfmt&gt;&lt;begin val=&quot;0&quot;/&gt;&lt;end val=&quot;4&quot;/&gt;&lt;/m_yearfmt&gt;&lt;/m_precDefaultFYDay&gt;&lt;m_precDefaultFYWeek&gt;&lt;m_yearfmt&gt;&lt;begin val=&quot;0&quot;/&gt;&lt;end val=&quot;4&quot;/&gt;&lt;/m_yearfmt&gt;&lt;/m_precDefaultFYWeek&gt;&lt;m_precDefaultFYMonth&gt;&lt;m_yearfmt&gt;&lt;begin val=&quot;0&quot;/&gt;&lt;end val=&quot;4&quot;/&gt;&lt;/m_yearfmt&gt;&lt;/m_precDefaultFYMonth&gt;&lt;m_precDefaultFYQuarter&gt;&lt;m_yearfmt&gt;&lt;begin val=&quot;0&quot;/&gt;&lt;end val=&quot;4&quot;/&gt;&lt;/m_yearfmt&gt;&lt;/m_precDefaultFYQuarter&gt;&lt;m_precDefaultFYYear&gt;&lt;m_yearfmt&gt;&lt;begin val=&quot;0&quot;/&gt;&lt;end val=&quot;4&quot;/&gt;&lt;/m_yearfmt&gt;&lt;/m_precDefaultFYYear&gt;&lt;m_mruColor&gt;&lt;m_vecMRU length=&quot;0&quot;/&gt;&lt;/m_mruColor&gt;&lt;m_eweekdayFirstOfWeek val=&quot;2&quot;/&gt;&lt;m_eweekdayFirstOfWorkweek val=&quot;2&quot;/&gt;&lt;m_eweekdayFirstOfWeekend val=&quot;7&quot;/&gt;&lt;/CPresentation&gt;&lt;/root&gt;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1_コンテンツ_Light">
  <a:themeElements>
    <a:clrScheme name="NTT DATA Group Corp.">
      <a:dk1>
        <a:srgbClr val="000000"/>
      </a:dk1>
      <a:lt1>
        <a:srgbClr val="FFFFFF"/>
      </a:lt1>
      <a:dk2>
        <a:srgbClr val="2E404D"/>
      </a:dk2>
      <a:lt2>
        <a:srgbClr val="19A3FC"/>
      </a:lt2>
      <a:accent1>
        <a:srgbClr val="3B82F6"/>
      </a:accent1>
      <a:accent2>
        <a:srgbClr val="051C2A"/>
      </a:accent2>
      <a:accent3>
        <a:srgbClr val="10B981"/>
      </a:accent3>
      <a:accent4>
        <a:srgbClr val="EF4444"/>
      </a:accent4>
      <a:accent5>
        <a:srgbClr val="F59E0B"/>
      </a:accent5>
      <a:accent6>
        <a:srgbClr val="A855F7"/>
      </a:accent6>
      <a:hlink>
        <a:srgbClr val="19A3FC"/>
      </a:hlink>
      <a:folHlink>
        <a:srgbClr val="0072BC"/>
      </a:folHlink>
    </a:clrScheme>
    <a:fontScheme name="NTT DATA Group Corp.">
      <a:majorFont>
        <a:latin typeface="Arial"/>
        <a:ea typeface="Meiryo UI"/>
        <a:cs typeface=""/>
      </a:majorFont>
      <a:minorFont>
        <a:latin typeface="Arial"/>
        <a:ea typeface="Meiryo UI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2">
            <a:lumMod val="10000"/>
            <a:lumOff val="90000"/>
          </a:schemeClr>
        </a:solidFill>
        <a:ln w="3175">
          <a:solidFill>
            <a:schemeClr val="tx1"/>
          </a:solidFill>
        </a:ln>
        <a:effectLst/>
      </a:spPr>
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kumimoji="1" sz="1400" dirty="0" err="1" smtClean="0">
            <a:solidFill>
              <a:schemeClr val="tx1"/>
            </a:solidFill>
          </a:defRPr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>
        <a:ln w="3175">
          <a:solidFill>
            <a:schemeClr val="tx1"/>
          </a:solidFill>
        </a:ln>
        <a:effectLst/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none" lIns="0" rIns="0" rtlCol="0">
        <a:spAutoFit/>
      </a:bodyPr>
      <a:lstStyle>
        <a:defPPr algn="l" defTabSz="288000">
          <a:defRPr kumimoji="1" sz="1600">
            <a:latin typeface="+mn-ea"/>
          </a:defRPr>
        </a:defPPr>
      </a:lstStyle>
    </a:txDef>
  </a:objectDefaults>
  <a:extraClrSchemeLst/>
  <a:custClrLst>
    <a:custClr name="Yellow">
      <a:srgbClr val="FFC400"/>
    </a:custClr>
    <a:custClr name="Orange">
      <a:srgbClr val="FF7A00"/>
    </a:custClr>
    <a:custClr name="Orange 100">
      <a:srgbClr val="E42600"/>
    </a:custClr>
    <a:custClr name="Orange 150">
      <a:srgbClr val="B22000"/>
    </a:custClr>
  </a:custClrLst>
  <a:extLst>
    <a:ext uri="{05A4C25C-085E-4340-85A3-A5531E510DB2}">
      <thm15:themeFamily xmlns:thm15="http://schemas.microsoft.com/office/thememl/2012/main" name="NTT_DATA_Template_1609_JP.potx" id="{1EE4CAFD-5AE2-4E1A-8481-AE49321A04D9}" vid="{C426D7B0-6ED6-450F-975A-2903BD4810FA}"/>
    </a:ext>
  </a:extLst>
</a:theme>
</file>

<file path=ppt/theme/theme2.xml><?xml version="1.0" encoding="utf-8"?>
<a:theme xmlns:a="http://schemas.openxmlformats.org/drawingml/2006/main" name="ホワイト">
  <a:themeElements>
    <a:clrScheme name="NTT DATA Group Corp.">
      <a:dk1>
        <a:srgbClr val="000000"/>
      </a:dk1>
      <a:lt1>
        <a:srgbClr val="FFFFFF"/>
      </a:lt1>
      <a:dk2>
        <a:srgbClr val="2E404D"/>
      </a:dk2>
      <a:lt2>
        <a:srgbClr val="19A3FC"/>
      </a:lt2>
      <a:accent1>
        <a:srgbClr val="070F26"/>
      </a:accent1>
      <a:accent2>
        <a:srgbClr val="0072BC"/>
      </a:accent2>
      <a:accent3>
        <a:srgbClr val="005B96"/>
      </a:accent3>
      <a:accent4>
        <a:srgbClr val="00DFED"/>
      </a:accent4>
      <a:accent5>
        <a:srgbClr val="00CB5D"/>
      </a:accent5>
      <a:accent6>
        <a:srgbClr val="949494"/>
      </a:accent6>
      <a:hlink>
        <a:srgbClr val="19A3FC"/>
      </a:hlink>
      <a:folHlink>
        <a:srgbClr val="0072BC"/>
      </a:folHlink>
    </a:clrScheme>
    <a:fontScheme name="NTT DATA Group corp.">
      <a:majorFont>
        <a:latin typeface="Arial"/>
        <a:ea typeface="Meiryo UI"/>
        <a:cs typeface=""/>
      </a:majorFont>
      <a:minorFont>
        <a:latin typeface="Arial"/>
        <a:ea typeface="Meiryo UI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2">
            <a:lumMod val="10000"/>
            <a:lumOff val="90000"/>
          </a:schemeClr>
        </a:solidFill>
        <a:ln w="3175">
          <a:solidFill>
            <a:schemeClr val="tx1"/>
          </a:solidFill>
        </a:ln>
        <a:effectLst/>
      </a:spPr>
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kumimoji="1" sz="1400" dirty="0" err="1" smtClean="0">
            <a:solidFill>
              <a:schemeClr val="tx1"/>
            </a:solidFill>
          </a:defRPr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</a:objectDefaults>
  <a:extraClrSchemeLst/>
  <a:custClrLst>
    <a:custClr name="Yellow">
      <a:srgbClr val="FFC400"/>
    </a:custClr>
    <a:custClr name="Orange">
      <a:srgbClr val="FF7A00"/>
    </a:custClr>
    <a:custClr name="Orange 100">
      <a:srgbClr val="E42600"/>
    </a:custClr>
    <a:custClr name="Orange 150">
      <a:srgbClr val="B22000"/>
    </a:custClr>
  </a:custClr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ホワイト">
  <a:themeElements>
    <a:clrScheme name="NTT DATA Group Corp.">
      <a:dk1>
        <a:srgbClr val="000000"/>
      </a:dk1>
      <a:lt1>
        <a:srgbClr val="FFFFFF"/>
      </a:lt1>
      <a:dk2>
        <a:srgbClr val="2E404D"/>
      </a:dk2>
      <a:lt2>
        <a:srgbClr val="19A3FC"/>
      </a:lt2>
      <a:accent1>
        <a:srgbClr val="070F26"/>
      </a:accent1>
      <a:accent2>
        <a:srgbClr val="0072BC"/>
      </a:accent2>
      <a:accent3>
        <a:srgbClr val="005B96"/>
      </a:accent3>
      <a:accent4>
        <a:srgbClr val="00DFED"/>
      </a:accent4>
      <a:accent5>
        <a:srgbClr val="00CB5D"/>
      </a:accent5>
      <a:accent6>
        <a:srgbClr val="949494"/>
      </a:accent6>
      <a:hlink>
        <a:srgbClr val="19A3FC"/>
      </a:hlink>
      <a:folHlink>
        <a:srgbClr val="0072BC"/>
      </a:folHlink>
    </a:clrScheme>
    <a:fontScheme name="NTT DATA Group Corp.">
      <a:majorFont>
        <a:latin typeface="Arial"/>
        <a:ea typeface="Meiryo UI"/>
        <a:cs typeface=""/>
      </a:majorFont>
      <a:minorFont>
        <a:latin typeface="Arial"/>
        <a:ea typeface="Meiryo UI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2">
            <a:lumMod val="10000"/>
            <a:lumOff val="90000"/>
          </a:schemeClr>
        </a:solidFill>
        <a:ln w="3175">
          <a:solidFill>
            <a:schemeClr val="tx1"/>
          </a:solidFill>
        </a:ln>
        <a:effectLst/>
      </a:spPr>
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kumimoji="1" sz="1400" dirty="0" err="1" smtClean="0">
            <a:solidFill>
              <a:schemeClr val="tx1"/>
            </a:solidFill>
          </a:defRPr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</a:objectDefaults>
  <a:extraClrSchemeLst/>
  <a:custClrLst>
    <a:custClr name="Yellow">
      <a:srgbClr val="FFC400"/>
    </a:custClr>
    <a:custClr name="Orange">
      <a:srgbClr val="FF7A00"/>
    </a:custClr>
    <a:custClr name="Orange 100">
      <a:srgbClr val="E42600"/>
    </a:custClr>
    <a:custClr name="Orange 150">
      <a:srgbClr val="B22000"/>
    </a:custClr>
  </a:custClr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5DBFA6A1-4DFF-0547-A259-06F47DFE0BE9}">
  <we:reference id="wa200010001" version="1.0.0.0" store="en-US" storeType="OMEX"/>
  <we:alternateReferences>
    <we:reference id="WA200010001" version="1.0.0.0" store="" storeType="OMEX"/>
  </we:alternateReferences>
  <we:properties>
    <we:property name="Office.AutoShowTaskpaneWithDocument" value="true"/>
  </we:properties>
  <we:bindings/>
  <we:snapshot xmlns:r="http://schemas.openxmlformats.org/officeDocument/2006/relationships"/>
</we:webextension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17f56e19-48dc-4865-971f-f3b491f58a87">
      <Terms xmlns="http://schemas.microsoft.com/office/infopath/2007/PartnerControls"/>
    </lcf76f155ced4ddcb4097134ff3c332f>
    <TaxCatchAll xmlns="0ae734c6-b731-48fe-9f9a-77498299e3e1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389E5ACB7EEC446B5C0A053F7ABC581" ma:contentTypeVersion="12" ma:contentTypeDescription="Create a new document." ma:contentTypeScope="" ma:versionID="49a6381a5d329bcfaed59379faf28558">
  <xsd:schema xmlns:xsd="http://www.w3.org/2001/XMLSchema" xmlns:xs="http://www.w3.org/2001/XMLSchema" xmlns:p="http://schemas.microsoft.com/office/2006/metadata/properties" xmlns:ns2="17f56e19-48dc-4865-971f-f3b491f58a87" xmlns:ns3="0ae734c6-b731-48fe-9f9a-77498299e3e1" targetNamespace="http://schemas.microsoft.com/office/2006/metadata/properties" ma:root="true" ma:fieldsID="35126cdf82824cec3c7d4aa0c3dbcd07" ns2:_="" ns3:_="">
    <xsd:import namespace="17f56e19-48dc-4865-971f-f3b491f58a87"/>
    <xsd:import namespace="0ae734c6-b731-48fe-9f9a-77498299e3e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7f56e19-48dc-4865-971f-f3b491f58a87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0a46d487-6153-4679-b33a-1c23836d6aca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8" nillable="true" ma:displayName="MediaLengthInSeconds" ma:hidden="true" ma:internalName="MediaLengthInSeconds" ma:readOnly="true">
      <xsd:simpleType>
        <xsd:restriction base="dms:Unknown"/>
      </xsd:simpleType>
    </xsd:element>
    <xsd:element name="MediaServiceBillingMetadata" ma:index="19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ae734c6-b731-48fe-9f9a-77498299e3e1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ed946c69-c5f6-49a2-9b20-89fcb4f2bd81}" ma:internalName="TaxCatchAll" ma:showField="CatchAllData" ma:web="0ae734c6-b731-48fe-9f9a-77498299e3e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50F19364-6506-4AE9-B1C7-2E3E6444FD05}">
  <ds:schemaRefs>
    <ds:schemaRef ds:uri="http://schemas.microsoft.com/office/2006/metadata/properties"/>
    <ds:schemaRef ds:uri="17f56e19-48dc-4865-971f-f3b491f58a87"/>
    <ds:schemaRef ds:uri="0ae734c6-b731-48fe-9f9a-77498299e3e1"/>
    <ds:schemaRef ds:uri="http://schemas.microsoft.com/office/infopath/2007/PartnerControls"/>
    <ds:schemaRef ds:uri="http://www.w3.org/XML/1998/namespace"/>
    <ds:schemaRef ds:uri="http://purl.org/dc/elements/1.1/"/>
    <ds:schemaRef ds:uri="http://purl.org/dc/terms/"/>
    <ds:schemaRef ds:uri="http://schemas.microsoft.com/office/2006/documentManagement/types"/>
    <ds:schemaRef ds:uri="http://schemas.openxmlformats.org/package/2006/metadata/core-properties"/>
    <ds:schemaRef ds:uri="http://purl.org/dc/dcmitype/"/>
  </ds:schemaRefs>
</ds:datastoreItem>
</file>

<file path=customXml/itemProps2.xml><?xml version="1.0" encoding="utf-8"?>
<ds:datastoreItem xmlns:ds="http://schemas.openxmlformats.org/officeDocument/2006/customXml" ds:itemID="{5548F579-53B8-4B8C-9F58-0D818877B6AD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70B14AEB-52D7-4791-93EF-FC8A0B2FF5A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17f56e19-48dc-4865-971f-f3b491f58a87"/>
    <ds:schemaRef ds:uri="0ae734c6-b731-48fe-9f9a-77498299e3e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CorpPresentation_Template_169_J</Template>
  <TotalTime>35</TotalTime>
  <Words>86</Words>
  <Application>Microsoft Macintosh PowerPoint</Application>
  <PresentationFormat>Widescreen</PresentationFormat>
  <Paragraphs>45</Paragraphs>
  <Slides>1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Meiryo UI</vt:lpstr>
      <vt:lpstr>Arial</vt:lpstr>
      <vt:lpstr>Wingdings</vt:lpstr>
      <vt:lpstr>1_コンテンツ_Light</vt:lpstr>
      <vt:lpstr>think-cell Slide</vt:lpstr>
      <vt:lpstr>Main Message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上原　光徳</dc:creator>
  <cp:lastModifiedBy>福元 允亮</cp:lastModifiedBy>
  <cp:revision>2</cp:revision>
  <cp:lastPrinted>2025-09-08T08:32:45Z</cp:lastPrinted>
  <dcterms:created xsi:type="dcterms:W3CDTF">2023-08-02T14:40:51Z</dcterms:created>
  <dcterms:modified xsi:type="dcterms:W3CDTF">2026-03-12T07:19:17Z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0x010100F389E5ACB7EEC446B5C0A053F7ABC581</vt:lpwstr>
  </property>
  <property fmtid="{D5CDD505-2E9C-101B-9397-08002B2CF9AE}" pid="3" name="MediaServiceImageTags">
    <vt:lpwstr/>
  </property>
</Properties>
</file>