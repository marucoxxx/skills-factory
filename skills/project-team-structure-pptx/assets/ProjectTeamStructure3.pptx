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69CFC3-54BD-A244-B608-6CF6ECBBF5E8}" v="14" dt="2026-03-26T07:13:00.7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84"/>
    <p:restoredTop sz="94658"/>
  </p:normalViewPr>
  <p:slideViewPr>
    <p:cSldViewPr snapToGrid="0">
      <p:cViewPr>
        <p:scale>
          <a:sx n="86" d="100"/>
          <a:sy n="86" d="100"/>
        </p:scale>
        <p:origin x="144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4FB9097D-FD44-E242-A68C-2137823CC664}"/>
    <pc:docChg chg="undo custSel modSld">
      <pc:chgData name="福元 允亮" userId="12e1d508-426e-4c6a-b43b-7681266f9ca9" providerId="ADAL" clId="{4FB9097D-FD44-E242-A68C-2137823CC664}" dt="2026-03-12T04:26:49.545" v="184" actId="120"/>
      <pc:docMkLst>
        <pc:docMk/>
      </pc:docMkLst>
      <pc:sldChg chg="addSp delSp modSp mod">
        <pc:chgData name="福元 允亮" userId="12e1d508-426e-4c6a-b43b-7681266f9ca9" providerId="ADAL" clId="{4FB9097D-FD44-E242-A68C-2137823CC664}" dt="2026-03-12T04:26:49.545" v="184" actId="120"/>
        <pc:sldMkLst>
          <pc:docMk/>
          <pc:sldMk cId="3001053428" sldId="2147480764"/>
        </pc:sldMkLst>
        <pc:spChg chg="mod">
          <ac:chgData name="福元 允亮" userId="12e1d508-426e-4c6a-b43b-7681266f9ca9" providerId="ADAL" clId="{4FB9097D-FD44-E242-A68C-2137823CC664}" dt="2026-03-12T01:15:21.182" v="127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4FB9097D-FD44-E242-A68C-2137823CC664}" dt="2026-03-12T01:15:23.816" v="173" actId="20577"/>
          <ac:spMkLst>
            <pc:docMk/>
            <pc:sldMk cId="3001053428" sldId="2147480764"/>
            <ac:spMk id="3" creationId="{12D73F1F-49C9-5A45-B9E8-D6F68FC949FD}"/>
          </ac:spMkLst>
        </pc:spChg>
        <pc:graphicFrameChg chg="add mod modVis">
          <ac:chgData name="福元 允亮" userId="12e1d508-426e-4c6a-b43b-7681266f9ca9" providerId="ADAL" clId="{4FB9097D-FD44-E242-A68C-2137823CC664}" dt="2026-03-12T01:15:21.236" v="162"/>
          <ac:graphicFrameMkLst>
            <pc:docMk/>
            <pc:sldMk cId="3001053428" sldId="2147480764"/>
            <ac:graphicFrameMk id="8" creationId="{8B876925-78A3-0D6D-A136-2CE4548C6FDC}"/>
          </ac:graphicFrameMkLst>
        </pc:graphicFrameChg>
      </pc:sldChg>
    </pc:docChg>
  </pc:docChgLst>
  <pc:docChgLst>
    <pc:chgData name="福元 允亮" userId="12e1d508-426e-4c6a-b43b-7681266f9ca9" providerId="ADAL" clId="{BA46FE6B-DFBB-DD4A-A67B-362D8C1E4B9F}"/>
    <pc:docChg chg="undo custSel modSld">
      <pc:chgData name="福元 允亮" userId="12e1d508-426e-4c6a-b43b-7681266f9ca9" providerId="ADAL" clId="{BA46FE6B-DFBB-DD4A-A67B-362D8C1E4B9F}" dt="2026-03-13T04:37:38.033" v="292" actId="478"/>
      <pc:docMkLst>
        <pc:docMk/>
      </pc:docMkLst>
      <pc:sldChg chg="addSp delSp modSp mod">
        <pc:chgData name="福元 允亮" userId="12e1d508-426e-4c6a-b43b-7681266f9ca9" providerId="ADAL" clId="{BA46FE6B-DFBB-DD4A-A67B-362D8C1E4B9F}" dt="2026-03-13T04:37:38.033" v="292" actId="478"/>
        <pc:sldMkLst>
          <pc:docMk/>
          <pc:sldMk cId="3001053428" sldId="2147480764"/>
        </pc:sldMkLst>
        <pc:spChg chg="add mod">
          <ac:chgData name="福元 允亮" userId="12e1d508-426e-4c6a-b43b-7681266f9ca9" providerId="ADAL" clId="{BA46FE6B-DFBB-DD4A-A67B-362D8C1E4B9F}" dt="2026-03-12T07:06:36.055" v="280" actId="3064"/>
          <ac:spMkLst>
            <pc:docMk/>
            <pc:sldMk cId="3001053428" sldId="2147480764"/>
            <ac:spMk id="10" creationId="{416129BB-F894-C51D-D6D2-DA0DAAFDA083}"/>
          </ac:spMkLst>
        </pc:spChg>
      </pc:sldChg>
    </pc:docChg>
  </pc:docChgLst>
  <pc:docChgLst>
    <pc:chgData name="福元 允亮" userId="12e1d508-426e-4c6a-b43b-7681266f9ca9" providerId="ADAL" clId="{8F22F52D-8D55-644B-9283-27EE51DD72F6}"/>
    <pc:docChg chg="custSel modSld">
      <pc:chgData name="福元 允亮" userId="12e1d508-426e-4c6a-b43b-7681266f9ca9" providerId="ADAL" clId="{8F22F52D-8D55-644B-9283-27EE51DD72F6}" dt="2026-03-22T07:57:04.470" v="58" actId="207"/>
      <pc:docMkLst>
        <pc:docMk/>
      </pc:docMkLst>
      <pc:sldChg chg="addSp delSp modSp mod">
        <pc:chgData name="福元 允亮" userId="12e1d508-426e-4c6a-b43b-7681266f9ca9" providerId="ADAL" clId="{8F22F52D-8D55-644B-9283-27EE51DD72F6}" dt="2026-03-22T07:57:04.470" v="58" actId="207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DC69CFC3-54BD-A244-B608-6CF6ECBBF5E8}"/>
    <pc:docChg chg="custSel modSld">
      <pc:chgData name="福元 允亮" userId="12e1d508-426e-4c6a-b43b-7681266f9ca9" providerId="ADAL" clId="{DC69CFC3-54BD-A244-B608-6CF6ECBBF5E8}" dt="2026-03-26T07:14:27.862" v="200" actId="165"/>
      <pc:docMkLst>
        <pc:docMk/>
      </pc:docMkLst>
      <pc:sldChg chg="addSp delSp modSp mod">
        <pc:chgData name="福元 允亮" userId="12e1d508-426e-4c6a-b43b-7681266f9ca9" providerId="ADAL" clId="{DC69CFC3-54BD-A244-B608-6CF6ECBBF5E8}" dt="2026-03-26T07:14:27.862" v="200" actId="165"/>
        <pc:sldMkLst>
          <pc:docMk/>
          <pc:sldMk cId="3001053428" sldId="2147480764"/>
        </pc:sldMkLst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4" creationId="{54869D5D-E129-DFA8-D6D5-C1FAFE5D8C1D}"/>
          </ac:spMkLst>
        </pc:spChg>
        <pc:spChg chg="del">
          <ac:chgData name="福元 允亮" userId="12e1d508-426e-4c6a-b43b-7681266f9ca9" providerId="ADAL" clId="{DC69CFC3-54BD-A244-B608-6CF6ECBBF5E8}" dt="2026-03-26T07:08:11.151" v="0" actId="478"/>
          <ac:spMkLst>
            <pc:docMk/>
            <pc:sldMk cId="3001053428" sldId="2147480764"/>
            <ac:spMk id="5" creationId="{3A7F7E99-247D-A1E7-B8D7-48C0261EC454}"/>
          </ac:spMkLst>
        </pc:spChg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6" creationId="{34CEEFEB-A4F7-9860-5E70-ADAB909C4C18}"/>
          </ac:spMkLst>
        </pc:spChg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7" creationId="{49EE3EEE-5633-B370-0CFC-6B4A6DD3CD72}"/>
          </ac:spMkLst>
        </pc:spChg>
        <pc:spChg chg="mod">
          <ac:chgData name="福元 允亮" userId="12e1d508-426e-4c6a-b43b-7681266f9ca9" providerId="ADAL" clId="{DC69CFC3-54BD-A244-B608-6CF6ECBBF5E8}" dt="2026-03-26T07:11:52.526" v="150" actId="20577"/>
          <ac:spMkLst>
            <pc:docMk/>
            <pc:sldMk cId="3001053428" sldId="2147480764"/>
            <ac:spMk id="10" creationId="{416129BB-F894-C51D-D6D2-DA0DAAFDA083}"/>
          </ac:spMkLst>
        </pc:spChg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13" creationId="{BBC35881-1750-EC43-097A-6401D1971D4C}"/>
          </ac:spMkLst>
        </pc:spChg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23" creationId="{C6D210B2-3783-5A20-A8CD-B7AD22A177DF}"/>
          </ac:spMkLst>
        </pc:spChg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24" creationId="{2CEF5729-9608-B674-4B97-0832C9070179}"/>
          </ac:spMkLst>
        </pc:spChg>
        <pc:grpChg chg="add del mod">
          <ac:chgData name="福元 允亮" userId="12e1d508-426e-4c6a-b43b-7681266f9ca9" providerId="ADAL" clId="{DC69CFC3-54BD-A244-B608-6CF6ECBBF5E8}" dt="2026-03-26T07:14:27.862" v="200" actId="165"/>
          <ac:grpSpMkLst>
            <pc:docMk/>
            <pc:sldMk cId="3001053428" sldId="2147480764"/>
            <ac:grpSpMk id="25" creationId="{D4BFDEC2-33EE-FD80-91E2-7148F5566C51}"/>
          </ac:grpSpMkLst>
        </pc:grpChg>
        <pc:cxnChg chg="add mod topLvl">
          <ac:chgData name="福元 允亮" userId="12e1d508-426e-4c6a-b43b-7681266f9ca9" providerId="ADAL" clId="{DC69CFC3-54BD-A244-B608-6CF6ECBBF5E8}" dt="2026-03-26T07:14:27.862" v="200" actId="165"/>
          <ac:cxnSpMkLst>
            <pc:docMk/>
            <pc:sldMk cId="3001053428" sldId="2147480764"/>
            <ac:cxnSpMk id="11" creationId="{27250A6F-DEF9-5A75-F326-8F97536F3167}"/>
          </ac:cxnSpMkLst>
        </pc:cxnChg>
        <pc:cxnChg chg="add mod topLvl">
          <ac:chgData name="福元 允亮" userId="12e1d508-426e-4c6a-b43b-7681266f9ca9" providerId="ADAL" clId="{DC69CFC3-54BD-A244-B608-6CF6ECBBF5E8}" dt="2026-03-26T07:14:27.862" v="200" actId="165"/>
          <ac:cxnSpMkLst>
            <pc:docMk/>
            <pc:sldMk cId="3001053428" sldId="2147480764"/>
            <ac:cxnSpMk id="14" creationId="{5ED205D4-E3B9-6FDD-B437-D5A5B4FA49B0}"/>
          </ac:cxnSpMkLst>
        </pc:cxnChg>
        <pc:cxnChg chg="add mod topLvl">
          <ac:chgData name="福元 允亮" userId="12e1d508-426e-4c6a-b43b-7681266f9ca9" providerId="ADAL" clId="{DC69CFC3-54BD-A244-B608-6CF6ECBBF5E8}" dt="2026-03-26T07:14:27.862" v="200" actId="165"/>
          <ac:cxnSpMkLst>
            <pc:docMk/>
            <pc:sldMk cId="3001053428" sldId="2147480764"/>
            <ac:cxnSpMk id="17" creationId="{1B08344A-5D43-DAF3-F20B-1717C790B435}"/>
          </ac:cxnSpMkLst>
        </pc:cxnChg>
      </pc:sldChg>
    </pc:docChg>
  </pc:docChgLst>
  <pc:docChgLst>
    <pc:chgData name="福元 允亮" userId="12e1d508-426e-4c6a-b43b-7681266f9ca9" providerId="ADAL" clId="{677DA6F4-90AE-E448-B5D9-A10FB8393A34}"/>
    <pc:docChg chg="custSel modSld">
      <pc:chgData name="福元 允亮" userId="12e1d508-426e-4c6a-b43b-7681266f9ca9" providerId="ADAL" clId="{677DA6F4-90AE-E448-B5D9-A10FB8393A34}" dt="2026-03-12T04:36:20.054" v="169" actId="403"/>
      <pc:docMkLst>
        <pc:docMk/>
      </pc:docMkLst>
      <pc:sldChg chg="addSp delSp modSp mod">
        <pc:chgData name="福元 允亮" userId="12e1d508-426e-4c6a-b43b-7681266f9ca9" providerId="ADAL" clId="{677DA6F4-90AE-E448-B5D9-A10FB8393A34}" dt="2026-03-12T04:36:20.054" v="169" actId="403"/>
        <pc:sldMkLst>
          <pc:docMk/>
          <pc:sldMk cId="3001053428" sldId="214748076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2026/3/26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8B876925-78A3-0D6D-A136-2CE4548C6FD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35090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B876925-78A3-0D6D-A136-2CE4548C6F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6129BB-F894-C51D-D6D2-DA0DAAFDA083}"/>
              </a:ext>
            </a:extLst>
          </p:cNvPr>
          <p:cNvSpPr txBox="1"/>
          <p:nvPr/>
        </p:nvSpPr>
        <p:spPr>
          <a:xfrm>
            <a:off x="8705088" y="1659114"/>
            <a:ext cx="3113712" cy="4774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72000" tIns="72000" rIns="72000" bIns="72000" rtlCol="0">
            <a:noAutofit/>
          </a:bodyPr>
          <a:lstStyle/>
          <a:p>
            <a:pPr algn="l" defTabSz="288000">
              <a:spcAft>
                <a:spcPts val="600"/>
              </a:spcAft>
            </a:pPr>
            <a:r>
              <a:rPr lang="en-JP" sz="2000" b="1">
                <a:latin typeface="+mn-ea"/>
              </a:rPr>
              <a:t>意味合い</a:t>
            </a:r>
            <a:endParaRPr kumimoji="1" lang="en-JP" sz="2000" b="1">
              <a:latin typeface="+mn-ea"/>
            </a:endParaRPr>
          </a:p>
          <a:p>
            <a:pPr marL="285750" indent="-285750" algn="l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Implication2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Implication3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Implication4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869D5D-E129-DFA8-D6D5-C1FAFE5D8C1D}"/>
              </a:ext>
            </a:extLst>
          </p:cNvPr>
          <p:cNvSpPr/>
          <p:nvPr/>
        </p:nvSpPr>
        <p:spPr>
          <a:xfrm>
            <a:off x="2065008" y="1504968"/>
            <a:ext cx="3249410" cy="388869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400" dirty="0" err="1">
                <a:solidFill>
                  <a:schemeClr val="tx1"/>
                </a:solidFill>
              </a:rPr>
              <a:t>[Project Sponsor]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EEFEB-A4F7-9860-5E70-ADAB909C4C18}"/>
              </a:ext>
            </a:extLst>
          </p:cNvPr>
          <p:cNvSpPr/>
          <p:nvPr/>
        </p:nvSpPr>
        <p:spPr>
          <a:xfrm>
            <a:off x="2065008" y="2057058"/>
            <a:ext cx="3249410" cy="388869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400" dirty="0" err="1">
                <a:solidFill>
                  <a:schemeClr val="tx1"/>
                </a:solidFill>
              </a:rPr>
              <a:t>[Project Owner]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EE3EEE-5633-B370-0CFC-6B4A6DD3CD72}"/>
              </a:ext>
            </a:extLst>
          </p:cNvPr>
          <p:cNvSpPr/>
          <p:nvPr/>
        </p:nvSpPr>
        <p:spPr>
          <a:xfrm>
            <a:off x="4631910" y="2605174"/>
            <a:ext cx="3297886" cy="569344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400" dirty="0" err="1">
                <a:solidFill>
                  <a:schemeClr val="tx1"/>
                </a:solidFill>
              </a:rPr>
              <a:t>[Project Management Office]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250A6F-DEF9-5A75-F326-8F97536F3167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3689713" y="1893837"/>
            <a:ext cx="0" cy="163221"/>
          </a:xfrm>
          <a:prstGeom prst="line">
            <a:avLst/>
          </a:prstGeom>
          <a:ln w="31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BC35881-1750-EC43-097A-6401D1971D4C}"/>
              </a:ext>
            </a:extLst>
          </p:cNvPr>
          <p:cNvSpPr/>
          <p:nvPr/>
        </p:nvSpPr>
        <p:spPr>
          <a:xfrm>
            <a:off x="2747515" y="3429000"/>
            <a:ext cx="1884395" cy="244961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400" dirty="0" err="1">
                <a:solidFill>
                  <a:schemeClr val="tx1"/>
                </a:solidFill>
              </a:rPr>
              <a:t>[Working Group1]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WG1-Name1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WG1-Name2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WG1-Name3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WG1-Name4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WG1-Name5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ED205D4-E3B9-6FDD-B437-D5A5B4FA49B0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>
            <a:off x="3689713" y="2445927"/>
            <a:ext cx="0" cy="983073"/>
          </a:xfrm>
          <a:prstGeom prst="line">
            <a:avLst/>
          </a:prstGeom>
          <a:ln w="31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08344A-5D43-DAF3-F20B-1717C790B435}"/>
              </a:ext>
            </a:extLst>
          </p:cNvPr>
          <p:cNvCxnSpPr>
            <a:cxnSpLocks/>
          </p:cNvCxnSpPr>
          <p:nvPr/>
        </p:nvCxnSpPr>
        <p:spPr>
          <a:xfrm>
            <a:off x="3689713" y="2915484"/>
            <a:ext cx="942197" cy="0"/>
          </a:xfrm>
          <a:prstGeom prst="line">
            <a:avLst/>
          </a:prstGeom>
          <a:ln w="31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6D210B2-3783-5A20-A8CD-B7AD22A177DF}"/>
              </a:ext>
            </a:extLst>
          </p:cNvPr>
          <p:cNvSpPr/>
          <p:nvPr/>
        </p:nvSpPr>
        <p:spPr>
          <a:xfrm>
            <a:off x="370799" y="3429000"/>
            <a:ext cx="1884395" cy="244961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400" dirty="0" err="1">
                <a:solidFill>
                  <a:schemeClr val="tx1"/>
                </a:solidFill>
              </a:rPr>
              <a:t>[Working Group2]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WG2-Name1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WG2-Name2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WG2-Name3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WG2-Name4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WG2-Name5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CEF5729-9608-B674-4B97-0832C9070179}"/>
              </a:ext>
            </a:extLst>
          </p:cNvPr>
          <p:cNvSpPr/>
          <p:nvPr/>
        </p:nvSpPr>
        <p:spPr>
          <a:xfrm>
            <a:off x="5059954" y="3429000"/>
            <a:ext cx="1884395" cy="244961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400" dirty="0" err="1">
                <a:solidFill>
                  <a:schemeClr val="tx1"/>
                </a:solidFill>
              </a:rPr>
              <a:t>[Working Group3]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WG3-Name1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WG3-Name2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WG3-Name3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WG3-Name4</a:t>
            </a:r>
          </a:p>
          <a:p>
            <a:pPr algn="ctr"/>
            <a:r>
              <a:rPr lang="en-GB" sz="1400" dirty="0" err="1">
                <a:solidFill>
                  <a:schemeClr val="tx1"/>
                </a:solidFill>
              </a:rPr>
              <a:t>WG3-Name5</a:t>
            </a:r>
          </a:p>
        </p:txBody>
      </p: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Props1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F19364-6506-4AE9-B1C7-2E3E6444FD05}">
  <ds:schemaRefs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purl.org/dc/elements/1.1/"/>
    <ds:schemaRef ds:uri="http://www.w3.org/XML/1998/namespace"/>
    <ds:schemaRef ds:uri="http://purl.org/dc/terms/"/>
    <ds:schemaRef ds:uri="17f56e19-48dc-4865-971f-f3b491f58a87"/>
    <ds:schemaRef ds:uri="http://schemas.openxmlformats.org/package/2006/metadata/core-properties"/>
    <ds:schemaRef ds:uri="0ae734c6-b731-48fe-9f9a-77498299e3e1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49</TotalTime>
  <Words>50</Words>
  <Application>Microsoft Macintosh PowerPoint</Application>
  <PresentationFormat>Widescreen</PresentationFormat>
  <Paragraphs>29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2026-03-26T07:14:29Z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