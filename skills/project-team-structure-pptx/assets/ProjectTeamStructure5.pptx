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27E08-6717-EA4C-9490-209631016BFE}" v="3" dt="2026-03-26T07:15:36.814"/>
    <p1510:client id="{DC69CFC3-54BD-A244-B608-6CF6ECBBF5E8}" v="14" dt="2026-03-26T07:13:00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4"/>
    <p:restoredTop sz="94658"/>
  </p:normalViewPr>
  <p:slideViewPr>
    <p:cSldViewPr snapToGrid="0">
      <p:cViewPr varScale="1">
        <p:scale>
          <a:sx n="74" d="100"/>
          <a:sy n="74" d="100"/>
        </p:scale>
        <p:origin x="208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93827E08-6717-EA4C-9490-209631016BFE}"/>
    <pc:docChg chg="modSld">
      <pc:chgData name="福元 允亮" userId="12e1d508-426e-4c6a-b43b-7681266f9ca9" providerId="ADAL" clId="{93827E08-6717-EA4C-9490-209631016BFE}" dt="2026-03-26T07:16:07.781" v="33" actId="165"/>
      <pc:docMkLst>
        <pc:docMk/>
      </pc:docMkLst>
      <pc:sldChg chg="addSp delSp modSp mod">
        <pc:chgData name="福元 允亮" userId="12e1d508-426e-4c6a-b43b-7681266f9ca9" providerId="ADAL" clId="{93827E08-6717-EA4C-9490-209631016BFE}" dt="2026-03-26T07:16:07.781" v="33" actId="165"/>
        <pc:sldMkLst>
          <pc:docMk/>
          <pc:sldMk cId="3001053428" sldId="2147480764"/>
        </pc:sldMkLst>
        <pc:spChg chg="mod topLvl">
          <ac:chgData name="福元 允亮" userId="12e1d508-426e-4c6a-b43b-7681266f9ca9" providerId="ADAL" clId="{93827E08-6717-EA4C-9490-209631016BFE}" dt="2026-03-26T07:16:07.781" v="33" actId="165"/>
          <ac:spMkLst>
            <pc:docMk/>
            <pc:sldMk cId="3001053428" sldId="2147480764"/>
            <ac:spMk id="4" creationId="{54869D5D-E129-DFA8-D6D5-C1FAFE5D8C1D}"/>
          </ac:spMkLst>
        </pc:spChg>
        <pc:spChg chg="add mod topLvl">
          <ac:chgData name="福元 允亮" userId="12e1d508-426e-4c6a-b43b-7681266f9ca9" providerId="ADAL" clId="{93827E08-6717-EA4C-9490-209631016BFE}" dt="2026-03-26T07:16:07.781" v="33" actId="165"/>
          <ac:spMkLst>
            <pc:docMk/>
            <pc:sldMk cId="3001053428" sldId="2147480764"/>
            <ac:spMk id="5" creationId="{611ED96B-5D1F-4090-A086-D4F19643BCBC}"/>
          </ac:spMkLst>
        </pc:spChg>
        <pc:spChg chg="mod topLvl">
          <ac:chgData name="福元 允亮" userId="12e1d508-426e-4c6a-b43b-7681266f9ca9" providerId="ADAL" clId="{93827E08-6717-EA4C-9490-209631016BFE}" dt="2026-03-26T07:16:07.781" v="33" actId="165"/>
          <ac:spMkLst>
            <pc:docMk/>
            <pc:sldMk cId="3001053428" sldId="2147480764"/>
            <ac:spMk id="6" creationId="{34CEEFEB-A4F7-9860-5E70-ADAB909C4C18}"/>
          </ac:spMkLst>
        </pc:spChg>
        <pc:spChg chg="mod topLvl">
          <ac:chgData name="福元 允亮" userId="12e1d508-426e-4c6a-b43b-7681266f9ca9" providerId="ADAL" clId="{93827E08-6717-EA4C-9490-209631016BFE}" dt="2026-03-26T07:16:07.781" v="33" actId="165"/>
          <ac:spMkLst>
            <pc:docMk/>
            <pc:sldMk cId="3001053428" sldId="2147480764"/>
            <ac:spMk id="7" creationId="{49EE3EEE-5633-B370-0CFC-6B4A6DD3CD72}"/>
          </ac:spMkLst>
        </pc:spChg>
        <pc:spChg chg="add mod topLvl">
          <ac:chgData name="福元 允亮" userId="12e1d508-426e-4c6a-b43b-7681266f9ca9" providerId="ADAL" clId="{93827E08-6717-EA4C-9490-209631016BFE}" dt="2026-03-26T07:16:07.781" v="33" actId="165"/>
          <ac:spMkLst>
            <pc:docMk/>
            <pc:sldMk cId="3001053428" sldId="2147480764"/>
            <ac:spMk id="9" creationId="{A9238993-18F9-F3C3-2C9A-AE00C3B034B4}"/>
          </ac:spMkLst>
        </pc:spChg>
        <pc:spChg chg="mod topLvl">
          <ac:chgData name="福元 允亮" userId="12e1d508-426e-4c6a-b43b-7681266f9ca9" providerId="ADAL" clId="{93827E08-6717-EA4C-9490-209631016BFE}" dt="2026-03-26T07:16:07.781" v="33" actId="165"/>
          <ac:spMkLst>
            <pc:docMk/>
            <pc:sldMk cId="3001053428" sldId="2147480764"/>
            <ac:spMk id="13" creationId="{BBC35881-1750-EC43-097A-6401D1971D4C}"/>
          </ac:spMkLst>
        </pc:spChg>
        <pc:spChg chg="mod topLvl">
          <ac:chgData name="福元 允亮" userId="12e1d508-426e-4c6a-b43b-7681266f9ca9" providerId="ADAL" clId="{93827E08-6717-EA4C-9490-209631016BFE}" dt="2026-03-26T07:16:07.781" v="33" actId="165"/>
          <ac:spMkLst>
            <pc:docMk/>
            <pc:sldMk cId="3001053428" sldId="2147480764"/>
            <ac:spMk id="23" creationId="{C6D210B2-3783-5A20-A8CD-B7AD22A177DF}"/>
          </ac:spMkLst>
        </pc:spChg>
        <pc:spChg chg="mod topLvl">
          <ac:chgData name="福元 允亮" userId="12e1d508-426e-4c6a-b43b-7681266f9ca9" providerId="ADAL" clId="{93827E08-6717-EA4C-9490-209631016BFE}" dt="2026-03-26T07:16:07.781" v="33" actId="165"/>
          <ac:spMkLst>
            <pc:docMk/>
            <pc:sldMk cId="3001053428" sldId="2147480764"/>
            <ac:spMk id="24" creationId="{2CEF5729-9608-B674-4B97-0832C9070179}"/>
          </ac:spMkLst>
        </pc:spChg>
        <pc:grpChg chg="add del mod">
          <ac:chgData name="福元 允亮" userId="12e1d508-426e-4c6a-b43b-7681266f9ca9" providerId="ADAL" clId="{93827E08-6717-EA4C-9490-209631016BFE}" dt="2026-03-26T07:16:07.781" v="33" actId="165"/>
          <ac:grpSpMkLst>
            <pc:docMk/>
            <pc:sldMk cId="3001053428" sldId="2147480764"/>
            <ac:grpSpMk id="12" creationId="{692317DA-179B-098B-6691-291D08E0463A}"/>
          </ac:grpSpMkLst>
        </pc:grpChg>
        <pc:cxnChg chg="mod">
          <ac:chgData name="福元 允亮" userId="12e1d508-426e-4c6a-b43b-7681266f9ca9" providerId="ADAL" clId="{93827E08-6717-EA4C-9490-209631016BFE}" dt="2026-03-26T07:15:11.553" v="1" actId="14100"/>
          <ac:cxnSpMkLst>
            <pc:docMk/>
            <pc:sldMk cId="3001053428" sldId="2147480764"/>
            <ac:cxnSpMk id="14" creationId="{5ED205D4-E3B9-6FDD-B437-D5A5B4FA49B0}"/>
          </ac:cxnSpMkLst>
        </pc:cxnChg>
        <pc:cxnChg chg="topLvl">
          <ac:chgData name="福元 允亮" userId="12e1d508-426e-4c6a-b43b-7681266f9ca9" providerId="ADAL" clId="{93827E08-6717-EA4C-9490-209631016BFE}" dt="2026-03-26T07:16:07.781" v="33" actId="165"/>
          <ac:cxnSpMkLst>
            <pc:docMk/>
            <pc:sldMk cId="3001053428" sldId="2147480764"/>
            <ac:cxnSpMk id="17" creationId="{1B08344A-5D43-DAF3-F20B-1717C790B435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DC69CFC3-54BD-A244-B608-6CF6ECBBF5E8}"/>
    <pc:docChg chg="custSel modSld">
      <pc:chgData name="福元 允亮" userId="12e1d508-426e-4c6a-b43b-7681266f9ca9" providerId="ADAL" clId="{DC69CFC3-54BD-A244-B608-6CF6ECBBF5E8}" dt="2026-03-26T07:14:27.862" v="200" actId="165"/>
      <pc:docMkLst>
        <pc:docMk/>
      </pc:docMkLst>
      <pc:sldChg chg="addSp delSp modSp mod">
        <pc:chgData name="福元 允亮" userId="12e1d508-426e-4c6a-b43b-7681266f9ca9" providerId="ADAL" clId="{DC69CFC3-54BD-A244-B608-6CF6ECBBF5E8}" dt="2026-03-26T07:14:27.862" v="200" actId="165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4" creationId="{54869D5D-E129-DFA8-D6D5-C1FAFE5D8C1D}"/>
          </ac:spMkLst>
        </pc:spChg>
        <pc:spChg chg="del">
          <ac:chgData name="福元 允亮" userId="12e1d508-426e-4c6a-b43b-7681266f9ca9" providerId="ADAL" clId="{DC69CFC3-54BD-A244-B608-6CF6ECBBF5E8}" dt="2026-03-26T07:08:11.151" v="0" actId="478"/>
          <ac:spMkLst>
            <pc:docMk/>
            <pc:sldMk cId="3001053428" sldId="2147480764"/>
            <ac:spMk id="5" creationId="{3A7F7E99-247D-A1E7-B8D7-48C0261EC454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6" creationId="{34CEEFEB-A4F7-9860-5E70-ADAB909C4C18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7" creationId="{49EE3EEE-5633-B370-0CFC-6B4A6DD3CD72}"/>
          </ac:spMkLst>
        </pc:spChg>
        <pc:spChg chg="mod">
          <ac:chgData name="福元 允亮" userId="12e1d508-426e-4c6a-b43b-7681266f9ca9" providerId="ADAL" clId="{DC69CFC3-54BD-A244-B608-6CF6ECBBF5E8}" dt="2026-03-26T07:11:52.526" v="150" actId="20577"/>
          <ac:spMkLst>
            <pc:docMk/>
            <pc:sldMk cId="3001053428" sldId="2147480764"/>
            <ac:spMk id="10" creationId="{416129BB-F894-C51D-D6D2-DA0DAAFDA083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13" creationId="{BBC35881-1750-EC43-097A-6401D1971D4C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23" creationId="{C6D210B2-3783-5A20-A8CD-B7AD22A177DF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24" creationId="{2CEF5729-9608-B674-4B97-0832C9070179}"/>
          </ac:spMkLst>
        </pc:spChg>
        <pc:grpChg chg="add del mod">
          <ac:chgData name="福元 允亮" userId="12e1d508-426e-4c6a-b43b-7681266f9ca9" providerId="ADAL" clId="{DC69CFC3-54BD-A244-B608-6CF6ECBBF5E8}" dt="2026-03-26T07:14:27.862" v="200" actId="165"/>
          <ac:grpSpMkLst>
            <pc:docMk/>
            <pc:sldMk cId="3001053428" sldId="2147480764"/>
            <ac:grpSpMk id="25" creationId="{D4BFDEC2-33EE-FD80-91E2-7148F5566C51}"/>
          </ac:grpSpMkLst>
        </pc:grpChg>
        <pc:cxnChg chg="add mod topLvl">
          <ac:chgData name="福元 允亮" userId="12e1d508-426e-4c6a-b43b-7681266f9ca9" providerId="ADAL" clId="{DC69CFC3-54BD-A244-B608-6CF6ECBBF5E8}" dt="2026-03-26T07:14:27.862" v="200" actId="165"/>
          <ac:cxnSpMkLst>
            <pc:docMk/>
            <pc:sldMk cId="3001053428" sldId="2147480764"/>
            <ac:cxnSpMk id="11" creationId="{27250A6F-DEF9-5A75-F326-8F97536F3167}"/>
          </ac:cxnSpMkLst>
        </pc:cxnChg>
        <pc:cxnChg chg="add mod topLvl">
          <ac:chgData name="福元 允亮" userId="12e1d508-426e-4c6a-b43b-7681266f9ca9" providerId="ADAL" clId="{DC69CFC3-54BD-A244-B608-6CF6ECBBF5E8}" dt="2026-03-26T07:14:27.862" v="200" actId="165"/>
          <ac:cxnSpMkLst>
            <pc:docMk/>
            <pc:sldMk cId="3001053428" sldId="2147480764"/>
            <ac:cxnSpMk id="14" creationId="{5ED205D4-E3B9-6FDD-B437-D5A5B4FA49B0}"/>
          </ac:cxnSpMkLst>
        </pc:cxnChg>
        <pc:cxnChg chg="add mod topLvl">
          <ac:chgData name="福元 允亮" userId="12e1d508-426e-4c6a-b43b-7681266f9ca9" providerId="ADAL" clId="{DC69CFC3-54BD-A244-B608-6CF6ECBBF5E8}" dt="2026-03-26T07:14:27.862" v="200" actId="165"/>
          <ac:cxnSpMkLst>
            <pc:docMk/>
            <pc:sldMk cId="3001053428" sldId="2147480764"/>
            <ac:cxnSpMk id="17" creationId="{1B08344A-5D43-DAF3-F20B-1717C790B435}"/>
          </ac:cxnSpMkLst>
        </pc:cxnChg>
      </pc:sldChg>
    </pc:docChg>
  </pc:docChgLst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3T04:37:38.033" v="292" actId="478"/>
      <pc:docMkLst>
        <pc:docMk/>
      </pc:docMkLst>
      <pc:sldChg chg="addSp delSp modSp mod">
        <pc:chgData name="福元 允亮" userId="12e1d508-426e-4c6a-b43b-7681266f9ca9" providerId="ADAL" clId="{BA46FE6B-DFBB-DD4A-A67B-362D8C1E4B9F}" dt="2026-03-13T04:37:38.033" v="292" actId="478"/>
        <pc:sldMkLst>
          <pc:docMk/>
          <pc:sldMk cId="3001053428" sldId="2147480764"/>
        </pc:sldMkLst>
        <pc:spChg chg="add mod">
          <ac:chgData name="福元 允亮" userId="12e1d508-426e-4c6a-b43b-7681266f9ca9" providerId="ADAL" clId="{BA46FE6B-DFBB-DD4A-A67B-362D8C1E4B9F}" dt="2026-03-12T07:06:36.055" v="280" actId="3064"/>
          <ac:spMkLst>
            <pc:docMk/>
            <pc:sldMk cId="3001053428" sldId="2147480764"/>
            <ac:spMk id="10" creationId="{416129BB-F894-C51D-D6D2-DA0DAAFDA083}"/>
          </ac:spMkLst>
        </pc:spChg>
      </pc:sldChg>
    </pc:docChg>
  </pc:docChgLst>
  <pc:docChgLst>
    <pc:chgData name="福元 允亮" userId="12e1d508-426e-4c6a-b43b-7681266f9ca9" providerId="ADAL" clId="{8F22F52D-8D55-644B-9283-27EE51DD72F6}"/>
    <pc:docChg chg="custSel modSld">
      <pc:chgData name="福元 允亮" userId="12e1d508-426e-4c6a-b43b-7681266f9ca9" providerId="ADAL" clId="{8F22F52D-8D55-644B-9283-27EE51DD72F6}" dt="2026-03-22T07:57:04.470" v="58" actId="207"/>
      <pc:docMkLst>
        <pc:docMk/>
      </pc:docMkLst>
      <pc:sldChg chg="addSp delSp modSp mod">
        <pc:chgData name="福元 允亮" userId="12e1d508-426e-4c6a-b43b-7681266f9ca9" providerId="ADAL" clId="{8F22F52D-8D55-644B-9283-27EE51DD72F6}" dt="2026-03-22T07:57:04.470" v="58" actId="207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2026/3/26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129BB-F894-C51D-D6D2-DA0DAAFDA083}"/>
              </a:ext>
            </a:extLst>
          </p:cNvPr>
          <p:cNvSpPr txBox="1"/>
          <p:nvPr/>
        </p:nvSpPr>
        <p:spPr>
          <a:xfrm>
            <a:off x="8705088" y="1659114"/>
            <a:ext cx="3113712" cy="4774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2000" b="1">
                <a:latin typeface="+mn-ea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Implication4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869D5D-E129-DFA8-D6D5-C1FAFE5D8C1D}"/>
              </a:ext>
            </a:extLst>
          </p:cNvPr>
          <p:cNvSpPr/>
          <p:nvPr/>
        </p:nvSpPr>
        <p:spPr>
          <a:xfrm>
            <a:off x="2715197" y="1504968"/>
            <a:ext cx="2890407" cy="388869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200" dirty="0" err="1">
                <a:solidFill>
                  <a:schemeClr val="tx1"/>
                </a:solidFill>
              </a:rPr>
              <a:t>[Project Sponsor]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EEFEB-A4F7-9860-5E70-ADAB909C4C18}"/>
              </a:ext>
            </a:extLst>
          </p:cNvPr>
          <p:cNvSpPr/>
          <p:nvPr/>
        </p:nvSpPr>
        <p:spPr>
          <a:xfrm>
            <a:off x="2715197" y="2057058"/>
            <a:ext cx="2890407" cy="388869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200" dirty="0" err="1">
                <a:solidFill>
                  <a:schemeClr val="tx1"/>
                </a:solidFill>
              </a:rPr>
              <a:t>[Project Owner]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E3EEE-5633-B370-0CFC-6B4A6DD3CD72}"/>
              </a:ext>
            </a:extLst>
          </p:cNvPr>
          <p:cNvSpPr/>
          <p:nvPr/>
        </p:nvSpPr>
        <p:spPr>
          <a:xfrm>
            <a:off x="4998501" y="2605174"/>
            <a:ext cx="2933527" cy="569344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200" dirty="0" err="1">
                <a:solidFill>
                  <a:schemeClr val="tx1"/>
                </a:solidFill>
              </a:rPr>
              <a:t>[Project Management Office]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250A6F-DEF9-5A75-F326-8F97536F3167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160400" y="1893837"/>
            <a:ext cx="0" cy="163221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BC35881-1750-EC43-097A-6401D1971D4C}"/>
              </a:ext>
            </a:extLst>
          </p:cNvPr>
          <p:cNvSpPr/>
          <p:nvPr/>
        </p:nvSpPr>
        <p:spPr>
          <a:xfrm>
            <a:off x="3467755" y="3429000"/>
            <a:ext cx="1385291" cy="244961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200" dirty="0" err="1">
                <a:solidFill>
                  <a:schemeClr val="tx1"/>
                </a:solidFill>
              </a:rPr>
              <a:t>[Working Group1]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WG1-Name1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WG1-Name2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WG1-Name3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WG1-Name4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WG1-Name5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D205D4-E3B9-6FDD-B437-D5A5B4FA49B0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4160400" y="2445927"/>
            <a:ext cx="0" cy="983073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08344A-5D43-DAF3-F20B-1717C790B435}"/>
              </a:ext>
            </a:extLst>
          </p:cNvPr>
          <p:cNvCxnSpPr>
            <a:cxnSpLocks/>
          </p:cNvCxnSpPr>
          <p:nvPr/>
        </p:nvCxnSpPr>
        <p:spPr>
          <a:xfrm>
            <a:off x="4160400" y="2915484"/>
            <a:ext cx="838101" cy="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D210B2-3783-5A20-A8CD-B7AD22A177DF}"/>
              </a:ext>
            </a:extLst>
          </p:cNvPr>
          <p:cNvSpPr/>
          <p:nvPr/>
        </p:nvSpPr>
        <p:spPr>
          <a:xfrm>
            <a:off x="1919277" y="3429000"/>
            <a:ext cx="1385291" cy="244961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200" dirty="0" err="1">
                <a:solidFill>
                  <a:schemeClr val="tx1"/>
                </a:solidFill>
              </a:rPr>
              <a:t>[Working Group2]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WG2-Name1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WG2-Name2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WG2-Name3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WG2-Name4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WG2-Name5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EF5729-9608-B674-4B97-0832C9070179}"/>
              </a:ext>
            </a:extLst>
          </p:cNvPr>
          <p:cNvSpPr/>
          <p:nvPr/>
        </p:nvSpPr>
        <p:spPr>
          <a:xfrm>
            <a:off x="5016232" y="3429000"/>
            <a:ext cx="1385291" cy="244961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200" dirty="0" err="1">
                <a:solidFill>
                  <a:schemeClr val="tx1"/>
                </a:solidFill>
              </a:rPr>
              <a:t>[Working Group3]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WG3-Name1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WG3-Name2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WG3-Name3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WG3-Name4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WG3-Name5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1ED96B-5D1F-4090-A086-D4F19643BCBC}"/>
              </a:ext>
            </a:extLst>
          </p:cNvPr>
          <p:cNvSpPr/>
          <p:nvPr/>
        </p:nvSpPr>
        <p:spPr>
          <a:xfrm>
            <a:off x="370800" y="3429000"/>
            <a:ext cx="1385291" cy="244961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200" dirty="0" err="1">
                <a:solidFill>
                  <a:schemeClr val="tx1"/>
                </a:solidFill>
              </a:rPr>
              <a:t>[Working Group4]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WG4-Name1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WG4-Name2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WG4-Name3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WG4-Name4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WG4-Name5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238993-18F9-F3C3-2C9A-AE00C3B034B4}"/>
              </a:ext>
            </a:extLst>
          </p:cNvPr>
          <p:cNvSpPr/>
          <p:nvPr/>
        </p:nvSpPr>
        <p:spPr>
          <a:xfrm>
            <a:off x="6564709" y="3429000"/>
            <a:ext cx="1385291" cy="244961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200" dirty="0" err="1">
                <a:solidFill>
                  <a:schemeClr val="tx1"/>
                </a:solidFill>
              </a:rPr>
              <a:t>[Working Group5]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WG5-Name1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WG5-Name2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WG5-Name3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WG5-Name4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WG5-Name5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0ae734c6-b731-48fe-9f9a-77498299e3e1"/>
    <ds:schemaRef ds:uri="http://purl.org/dc/dcmitype/"/>
    <ds:schemaRef ds:uri="http://purl.org/dc/elements/1.1/"/>
    <ds:schemaRef ds:uri="17f56e19-48dc-4865-971f-f3b491f58a87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50</TotalTime>
  <Words>68</Words>
  <Application>Microsoft Macintosh PowerPoint</Application>
  <PresentationFormat>Widescreen</PresentationFormat>
  <Paragraphs>41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2026-03-26T07:16:08Z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