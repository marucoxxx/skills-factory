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87" r:id="rId4"/>
  </p:sldMasterIdLst>
  <p:notesMasterIdLst>
    <p:notesMasterId r:id="rId6"/>
  </p:notesMasterIdLst>
  <p:handoutMasterIdLst>
    <p:handoutMasterId r:id="rId7"/>
  </p:handoutMasterIdLst>
  <p:sldIdLst>
    <p:sldId id="2147480764" r:id="rId5"/>
  </p:sldIdLst>
  <p:sldSz cx="12192000" cy="6858000"/>
  <p:notesSz cx="6858000" cy="9144000"/>
  <p:custDataLst>
    <p:tags r:id="rId8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成者" initials="A" lastIdx="0" clrIdx="1"/>
  <p:cmAuthor id="3" name="QAD 上原 光徳/Uehara, Mitsunori (NTT DATA)" initials="Q上光M(D" lastIdx="3" clrIdx="2">
    <p:extLst>
      <p:ext uri="{19B8F6BF-5375-455C-9EA6-DF929625EA0E}">
        <p15:presenceInfo xmlns:p15="http://schemas.microsoft.com/office/powerpoint/2012/main" userId="S::Mitsunori.Uehara@jp.nttdata.com::37b1c3ba-4dc0-4ab6-8ca6-e39079f72e79" providerId="AD"/>
      </p:ext>
    </p:extLst>
  </p:cmAuthor>
  <p:cmAuthor id="4" name="TIG 片岡 瑠美/Kataoka, Rumi (NTT DATA)" initials="T片瑠R(D" lastIdx="1" clrIdx="3">
    <p:extLst>
      <p:ext uri="{19B8F6BF-5375-455C-9EA6-DF929625EA0E}">
        <p15:presenceInfo xmlns:p15="http://schemas.microsoft.com/office/powerpoint/2012/main" userId="TIG 片岡 瑠美/Kataoka, Rumi (NTT DATA)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FF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5AD"/>
    <a:srgbClr val="595959"/>
    <a:srgbClr val="7F7F7F"/>
    <a:srgbClr val="000000"/>
    <a:srgbClr val="CC99FF"/>
    <a:srgbClr val="FFCCFF"/>
    <a:srgbClr val="404040"/>
    <a:srgbClr val="C0C0C0"/>
    <a:srgbClr val="A3DAFE"/>
    <a:srgbClr val="FF7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827E08-6717-EA4C-9490-209631016BFE}" v="3" dt="2026-03-26T07:15:36.814"/>
    <p1510:client id="{DC69CFC3-54BD-A244-B608-6CF6ECBBF5E8}" v="14" dt="2026-03-26T07:13:00.7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06799F8-075E-4A3A-A7F6-7FBC6576F1A4}" styleName="テーマ スタイル 2 - アクセント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テーマ スタイル 1 - アクセント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984"/>
    <p:restoredTop sz="94658"/>
  </p:normalViewPr>
  <p:slideViewPr>
    <p:cSldViewPr snapToGrid="0">
      <p:cViewPr varScale="1">
        <p:scale>
          <a:sx n="74" d="100"/>
          <a:sy n="74" d="100"/>
        </p:scale>
        <p:origin x="208" y="10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commentAuthors" Target="commentAuthors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福元 允亮" userId="12e1d508-426e-4c6a-b43b-7681266f9ca9" providerId="ADAL" clId="{93827E08-6717-EA4C-9490-209631016BFE}"/>
    <pc:docChg chg="modSld">
      <pc:chgData name="福元 允亮" userId="12e1d508-426e-4c6a-b43b-7681266f9ca9" providerId="ADAL" clId="{93827E08-6717-EA4C-9490-209631016BFE}" dt="2026-03-26T07:16:07.781" v="33" actId="165"/>
      <pc:docMkLst>
        <pc:docMk/>
      </pc:docMkLst>
      <pc:sldChg chg="addSp delSp modSp mod">
        <pc:chgData name="福元 允亮" userId="12e1d508-426e-4c6a-b43b-7681266f9ca9" providerId="ADAL" clId="{93827E08-6717-EA4C-9490-209631016BFE}" dt="2026-03-26T07:16:07.781" v="33" actId="165"/>
        <pc:sldMkLst>
          <pc:docMk/>
          <pc:sldMk cId="3001053428" sldId="2147480764"/>
        </pc:sldMkLst>
        <pc:spChg chg="mod topLvl">
          <ac:chgData name="福元 允亮" userId="12e1d508-426e-4c6a-b43b-7681266f9ca9" providerId="ADAL" clId="{93827E08-6717-EA4C-9490-209631016BFE}" dt="2026-03-26T07:16:07.781" v="33" actId="165"/>
          <ac:spMkLst>
            <pc:docMk/>
            <pc:sldMk cId="3001053428" sldId="2147480764"/>
            <ac:spMk id="4" creationId="{54869D5D-E129-DFA8-D6D5-C1FAFE5D8C1D}"/>
          </ac:spMkLst>
        </pc:spChg>
        <pc:spChg chg="add mod topLvl">
          <ac:chgData name="福元 允亮" userId="12e1d508-426e-4c6a-b43b-7681266f9ca9" providerId="ADAL" clId="{93827E08-6717-EA4C-9490-209631016BFE}" dt="2026-03-26T07:16:07.781" v="33" actId="165"/>
          <ac:spMkLst>
            <pc:docMk/>
            <pc:sldMk cId="3001053428" sldId="2147480764"/>
            <ac:spMk id="5" creationId="{611ED96B-5D1F-4090-A086-D4F19643BCBC}"/>
          </ac:spMkLst>
        </pc:spChg>
        <pc:spChg chg="mod topLvl">
          <ac:chgData name="福元 允亮" userId="12e1d508-426e-4c6a-b43b-7681266f9ca9" providerId="ADAL" clId="{93827E08-6717-EA4C-9490-209631016BFE}" dt="2026-03-26T07:16:07.781" v="33" actId="165"/>
          <ac:spMkLst>
            <pc:docMk/>
            <pc:sldMk cId="3001053428" sldId="2147480764"/>
            <ac:spMk id="6" creationId="{34CEEFEB-A4F7-9860-5E70-ADAB909C4C18}"/>
          </ac:spMkLst>
        </pc:spChg>
        <pc:spChg chg="mod topLvl">
          <ac:chgData name="福元 允亮" userId="12e1d508-426e-4c6a-b43b-7681266f9ca9" providerId="ADAL" clId="{93827E08-6717-EA4C-9490-209631016BFE}" dt="2026-03-26T07:16:07.781" v="33" actId="165"/>
          <ac:spMkLst>
            <pc:docMk/>
            <pc:sldMk cId="3001053428" sldId="2147480764"/>
            <ac:spMk id="7" creationId="{49EE3EEE-5633-B370-0CFC-6B4A6DD3CD72}"/>
          </ac:spMkLst>
        </pc:spChg>
        <pc:spChg chg="add mod topLvl">
          <ac:chgData name="福元 允亮" userId="12e1d508-426e-4c6a-b43b-7681266f9ca9" providerId="ADAL" clId="{93827E08-6717-EA4C-9490-209631016BFE}" dt="2026-03-26T07:16:07.781" v="33" actId="165"/>
          <ac:spMkLst>
            <pc:docMk/>
            <pc:sldMk cId="3001053428" sldId="2147480764"/>
            <ac:spMk id="9" creationId="{A9238993-18F9-F3C3-2C9A-AE00C3B034B4}"/>
          </ac:spMkLst>
        </pc:spChg>
        <pc:spChg chg="mod topLvl">
          <ac:chgData name="福元 允亮" userId="12e1d508-426e-4c6a-b43b-7681266f9ca9" providerId="ADAL" clId="{93827E08-6717-EA4C-9490-209631016BFE}" dt="2026-03-26T07:16:07.781" v="33" actId="165"/>
          <ac:spMkLst>
            <pc:docMk/>
            <pc:sldMk cId="3001053428" sldId="2147480764"/>
            <ac:spMk id="13" creationId="{BBC35881-1750-EC43-097A-6401D1971D4C}"/>
          </ac:spMkLst>
        </pc:spChg>
        <pc:spChg chg="mod topLvl">
          <ac:chgData name="福元 允亮" userId="12e1d508-426e-4c6a-b43b-7681266f9ca9" providerId="ADAL" clId="{93827E08-6717-EA4C-9490-209631016BFE}" dt="2026-03-26T07:16:07.781" v="33" actId="165"/>
          <ac:spMkLst>
            <pc:docMk/>
            <pc:sldMk cId="3001053428" sldId="2147480764"/>
            <ac:spMk id="23" creationId="{C6D210B2-3783-5A20-A8CD-B7AD22A177DF}"/>
          </ac:spMkLst>
        </pc:spChg>
        <pc:spChg chg="mod topLvl">
          <ac:chgData name="福元 允亮" userId="12e1d508-426e-4c6a-b43b-7681266f9ca9" providerId="ADAL" clId="{93827E08-6717-EA4C-9490-209631016BFE}" dt="2026-03-26T07:16:07.781" v="33" actId="165"/>
          <ac:spMkLst>
            <pc:docMk/>
            <pc:sldMk cId="3001053428" sldId="2147480764"/>
            <ac:spMk id="24" creationId="{2CEF5729-9608-B674-4B97-0832C9070179}"/>
          </ac:spMkLst>
        </pc:spChg>
        <pc:grpChg chg="add del mod">
          <ac:chgData name="福元 允亮" userId="12e1d508-426e-4c6a-b43b-7681266f9ca9" providerId="ADAL" clId="{93827E08-6717-EA4C-9490-209631016BFE}" dt="2026-03-26T07:16:07.781" v="33" actId="165"/>
          <ac:grpSpMkLst>
            <pc:docMk/>
            <pc:sldMk cId="3001053428" sldId="2147480764"/>
            <ac:grpSpMk id="12" creationId="{692317DA-179B-098B-6691-291D08E0463A}"/>
          </ac:grpSpMkLst>
        </pc:grpChg>
        <pc:cxnChg chg="mod">
          <ac:chgData name="福元 允亮" userId="12e1d508-426e-4c6a-b43b-7681266f9ca9" providerId="ADAL" clId="{93827E08-6717-EA4C-9490-209631016BFE}" dt="2026-03-26T07:15:11.553" v="1" actId="14100"/>
          <ac:cxnSpMkLst>
            <pc:docMk/>
            <pc:sldMk cId="3001053428" sldId="2147480764"/>
            <ac:cxnSpMk id="14" creationId="{5ED205D4-E3B9-6FDD-B437-D5A5B4FA49B0}"/>
          </ac:cxnSpMkLst>
        </pc:cxnChg>
        <pc:cxnChg chg="topLvl">
          <ac:chgData name="福元 允亮" userId="12e1d508-426e-4c6a-b43b-7681266f9ca9" providerId="ADAL" clId="{93827E08-6717-EA4C-9490-209631016BFE}" dt="2026-03-26T07:16:07.781" v="33" actId="165"/>
          <ac:cxnSpMkLst>
            <pc:docMk/>
            <pc:sldMk cId="3001053428" sldId="2147480764"/>
            <ac:cxnSpMk id="17" creationId="{1B08344A-5D43-DAF3-F20B-1717C790B435}"/>
          </ac:cxnSpMkLst>
        </pc:cxnChg>
      </pc:sldChg>
    </pc:docChg>
  </pc:docChgLst>
  <pc:docChgLst>
    <pc:chgData name="福元 允亮" userId="12e1d508-426e-4c6a-b43b-7681266f9ca9" providerId="ADAL" clId="{677DA6F4-90AE-E448-B5D9-A10FB8393A34}"/>
    <pc:docChg chg="custSel modSld">
      <pc:chgData name="福元 允亮" userId="12e1d508-426e-4c6a-b43b-7681266f9ca9" providerId="ADAL" clId="{677DA6F4-90AE-E448-B5D9-A10FB8393A34}" dt="2026-03-12T04:36:20.054" v="169" actId="403"/>
      <pc:docMkLst>
        <pc:docMk/>
      </pc:docMkLst>
      <pc:sldChg chg="addSp delSp modSp mod">
        <pc:chgData name="福元 允亮" userId="12e1d508-426e-4c6a-b43b-7681266f9ca9" providerId="ADAL" clId="{677DA6F4-90AE-E448-B5D9-A10FB8393A34}" dt="2026-03-12T04:36:20.054" v="169" actId="403"/>
        <pc:sldMkLst>
          <pc:docMk/>
          <pc:sldMk cId="3001053428" sldId="2147480764"/>
        </pc:sldMkLst>
      </pc:sldChg>
    </pc:docChg>
  </pc:docChgLst>
  <pc:docChgLst>
    <pc:chgData name="福元 允亮" userId="12e1d508-426e-4c6a-b43b-7681266f9ca9" providerId="ADAL" clId="{DC69CFC3-54BD-A244-B608-6CF6ECBBF5E8}"/>
    <pc:docChg chg="custSel modSld">
      <pc:chgData name="福元 允亮" userId="12e1d508-426e-4c6a-b43b-7681266f9ca9" providerId="ADAL" clId="{DC69CFC3-54BD-A244-B608-6CF6ECBBF5E8}" dt="2026-03-26T07:14:27.862" v="200" actId="165"/>
      <pc:docMkLst>
        <pc:docMk/>
      </pc:docMkLst>
      <pc:sldChg chg="addSp delSp modSp mod">
        <pc:chgData name="福元 允亮" userId="12e1d508-426e-4c6a-b43b-7681266f9ca9" providerId="ADAL" clId="{DC69CFC3-54BD-A244-B608-6CF6ECBBF5E8}" dt="2026-03-26T07:14:27.862" v="200" actId="165"/>
        <pc:sldMkLst>
          <pc:docMk/>
          <pc:sldMk cId="3001053428" sldId="2147480764"/>
        </pc:sldMkLst>
        <pc:spChg chg="add mod topLvl">
          <ac:chgData name="福元 允亮" userId="12e1d508-426e-4c6a-b43b-7681266f9ca9" providerId="ADAL" clId="{DC69CFC3-54BD-A244-B608-6CF6ECBBF5E8}" dt="2026-03-26T07:14:27.862" v="200" actId="165"/>
          <ac:spMkLst>
            <pc:docMk/>
            <pc:sldMk cId="3001053428" sldId="2147480764"/>
            <ac:spMk id="4" creationId="{54869D5D-E129-DFA8-D6D5-C1FAFE5D8C1D}"/>
          </ac:spMkLst>
        </pc:spChg>
        <pc:spChg chg="del">
          <ac:chgData name="福元 允亮" userId="12e1d508-426e-4c6a-b43b-7681266f9ca9" providerId="ADAL" clId="{DC69CFC3-54BD-A244-B608-6CF6ECBBF5E8}" dt="2026-03-26T07:08:11.151" v="0" actId="478"/>
          <ac:spMkLst>
            <pc:docMk/>
            <pc:sldMk cId="3001053428" sldId="2147480764"/>
            <ac:spMk id="5" creationId="{3A7F7E99-247D-A1E7-B8D7-48C0261EC454}"/>
          </ac:spMkLst>
        </pc:spChg>
        <pc:spChg chg="add mod topLvl">
          <ac:chgData name="福元 允亮" userId="12e1d508-426e-4c6a-b43b-7681266f9ca9" providerId="ADAL" clId="{DC69CFC3-54BD-A244-B608-6CF6ECBBF5E8}" dt="2026-03-26T07:14:27.862" v="200" actId="165"/>
          <ac:spMkLst>
            <pc:docMk/>
            <pc:sldMk cId="3001053428" sldId="2147480764"/>
            <ac:spMk id="6" creationId="{34CEEFEB-A4F7-9860-5E70-ADAB909C4C18}"/>
          </ac:spMkLst>
        </pc:spChg>
        <pc:spChg chg="add mod topLvl">
          <ac:chgData name="福元 允亮" userId="12e1d508-426e-4c6a-b43b-7681266f9ca9" providerId="ADAL" clId="{DC69CFC3-54BD-A244-B608-6CF6ECBBF5E8}" dt="2026-03-26T07:14:27.862" v="200" actId="165"/>
          <ac:spMkLst>
            <pc:docMk/>
            <pc:sldMk cId="3001053428" sldId="2147480764"/>
            <ac:spMk id="7" creationId="{49EE3EEE-5633-B370-0CFC-6B4A6DD3CD72}"/>
          </ac:spMkLst>
        </pc:spChg>
        <pc:spChg chg="mod">
          <ac:chgData name="福元 允亮" userId="12e1d508-426e-4c6a-b43b-7681266f9ca9" providerId="ADAL" clId="{DC69CFC3-54BD-A244-B608-6CF6ECBBF5E8}" dt="2026-03-26T07:11:52.526" v="150" actId="20577"/>
          <ac:spMkLst>
            <pc:docMk/>
            <pc:sldMk cId="3001053428" sldId="2147480764"/>
            <ac:spMk id="10" creationId="{416129BB-F894-C51D-D6D2-DA0DAAFDA083}"/>
          </ac:spMkLst>
        </pc:spChg>
        <pc:spChg chg="add mod topLvl">
          <ac:chgData name="福元 允亮" userId="12e1d508-426e-4c6a-b43b-7681266f9ca9" providerId="ADAL" clId="{DC69CFC3-54BD-A244-B608-6CF6ECBBF5E8}" dt="2026-03-26T07:14:27.862" v="200" actId="165"/>
          <ac:spMkLst>
            <pc:docMk/>
            <pc:sldMk cId="3001053428" sldId="2147480764"/>
            <ac:spMk id="13" creationId="{BBC35881-1750-EC43-097A-6401D1971D4C}"/>
          </ac:spMkLst>
        </pc:spChg>
        <pc:spChg chg="add mod topLvl">
          <ac:chgData name="福元 允亮" userId="12e1d508-426e-4c6a-b43b-7681266f9ca9" providerId="ADAL" clId="{DC69CFC3-54BD-A244-B608-6CF6ECBBF5E8}" dt="2026-03-26T07:14:27.862" v="200" actId="165"/>
          <ac:spMkLst>
            <pc:docMk/>
            <pc:sldMk cId="3001053428" sldId="2147480764"/>
            <ac:spMk id="23" creationId="{C6D210B2-3783-5A20-A8CD-B7AD22A177DF}"/>
          </ac:spMkLst>
        </pc:spChg>
        <pc:spChg chg="add mod topLvl">
          <ac:chgData name="福元 允亮" userId="12e1d508-426e-4c6a-b43b-7681266f9ca9" providerId="ADAL" clId="{DC69CFC3-54BD-A244-B608-6CF6ECBBF5E8}" dt="2026-03-26T07:14:27.862" v="200" actId="165"/>
          <ac:spMkLst>
            <pc:docMk/>
            <pc:sldMk cId="3001053428" sldId="2147480764"/>
            <ac:spMk id="24" creationId="{2CEF5729-9608-B674-4B97-0832C9070179}"/>
          </ac:spMkLst>
        </pc:spChg>
        <pc:grpChg chg="add del mod">
          <ac:chgData name="福元 允亮" userId="12e1d508-426e-4c6a-b43b-7681266f9ca9" providerId="ADAL" clId="{DC69CFC3-54BD-A244-B608-6CF6ECBBF5E8}" dt="2026-03-26T07:14:27.862" v="200" actId="165"/>
          <ac:grpSpMkLst>
            <pc:docMk/>
            <pc:sldMk cId="3001053428" sldId="2147480764"/>
            <ac:grpSpMk id="25" creationId="{D4BFDEC2-33EE-FD80-91E2-7148F5566C51}"/>
          </ac:grpSpMkLst>
        </pc:grpChg>
        <pc:cxnChg chg="add mod topLvl">
          <ac:chgData name="福元 允亮" userId="12e1d508-426e-4c6a-b43b-7681266f9ca9" providerId="ADAL" clId="{DC69CFC3-54BD-A244-B608-6CF6ECBBF5E8}" dt="2026-03-26T07:14:27.862" v="200" actId="165"/>
          <ac:cxnSpMkLst>
            <pc:docMk/>
            <pc:sldMk cId="3001053428" sldId="2147480764"/>
            <ac:cxnSpMk id="11" creationId="{27250A6F-DEF9-5A75-F326-8F97536F3167}"/>
          </ac:cxnSpMkLst>
        </pc:cxnChg>
        <pc:cxnChg chg="add mod topLvl">
          <ac:chgData name="福元 允亮" userId="12e1d508-426e-4c6a-b43b-7681266f9ca9" providerId="ADAL" clId="{DC69CFC3-54BD-A244-B608-6CF6ECBBF5E8}" dt="2026-03-26T07:14:27.862" v="200" actId="165"/>
          <ac:cxnSpMkLst>
            <pc:docMk/>
            <pc:sldMk cId="3001053428" sldId="2147480764"/>
            <ac:cxnSpMk id="14" creationId="{5ED205D4-E3B9-6FDD-B437-D5A5B4FA49B0}"/>
          </ac:cxnSpMkLst>
        </pc:cxnChg>
        <pc:cxnChg chg="add mod topLvl">
          <ac:chgData name="福元 允亮" userId="12e1d508-426e-4c6a-b43b-7681266f9ca9" providerId="ADAL" clId="{DC69CFC3-54BD-A244-B608-6CF6ECBBF5E8}" dt="2026-03-26T07:14:27.862" v="200" actId="165"/>
          <ac:cxnSpMkLst>
            <pc:docMk/>
            <pc:sldMk cId="3001053428" sldId="2147480764"/>
            <ac:cxnSpMk id="17" creationId="{1B08344A-5D43-DAF3-F20B-1717C790B435}"/>
          </ac:cxnSpMkLst>
        </pc:cxnChg>
      </pc:sldChg>
    </pc:docChg>
  </pc:docChgLst>
  <pc:docChgLst>
    <pc:chgData name="福元 允亮" userId="12e1d508-426e-4c6a-b43b-7681266f9ca9" providerId="ADAL" clId="{4FB9097D-FD44-E242-A68C-2137823CC664}"/>
    <pc:docChg chg="undo custSel modSld">
      <pc:chgData name="福元 允亮" userId="12e1d508-426e-4c6a-b43b-7681266f9ca9" providerId="ADAL" clId="{4FB9097D-FD44-E242-A68C-2137823CC664}" dt="2026-03-12T04:26:49.545" v="184" actId="120"/>
      <pc:docMkLst>
        <pc:docMk/>
      </pc:docMkLst>
      <pc:sldChg chg="addSp delSp modSp mod">
        <pc:chgData name="福元 允亮" userId="12e1d508-426e-4c6a-b43b-7681266f9ca9" providerId="ADAL" clId="{4FB9097D-FD44-E242-A68C-2137823CC664}" dt="2026-03-12T04:26:49.545" v="184" actId="120"/>
        <pc:sldMkLst>
          <pc:docMk/>
          <pc:sldMk cId="3001053428" sldId="2147480764"/>
        </pc:sldMkLst>
        <pc:spChg chg="mod">
          <ac:chgData name="福元 允亮" userId="12e1d508-426e-4c6a-b43b-7681266f9ca9" providerId="ADAL" clId="{4FB9097D-FD44-E242-A68C-2137823CC664}" dt="2026-03-12T01:15:21.182" v="127" actId="948"/>
          <ac:spMkLst>
            <pc:docMk/>
            <pc:sldMk cId="3001053428" sldId="2147480764"/>
            <ac:spMk id="2" creationId="{BA5EF566-D16A-40BE-C039-67C80A2CFA91}"/>
          </ac:spMkLst>
        </pc:spChg>
        <pc:spChg chg="mod">
          <ac:chgData name="福元 允亮" userId="12e1d508-426e-4c6a-b43b-7681266f9ca9" providerId="ADAL" clId="{4FB9097D-FD44-E242-A68C-2137823CC664}" dt="2026-03-12T01:15:23.816" v="173" actId="20577"/>
          <ac:spMkLst>
            <pc:docMk/>
            <pc:sldMk cId="3001053428" sldId="2147480764"/>
            <ac:spMk id="3" creationId="{12D73F1F-49C9-5A45-B9E8-D6F68FC949FD}"/>
          </ac:spMkLst>
        </pc:spChg>
        <pc:graphicFrameChg chg="add mod modVis">
          <ac:chgData name="福元 允亮" userId="12e1d508-426e-4c6a-b43b-7681266f9ca9" providerId="ADAL" clId="{4FB9097D-FD44-E242-A68C-2137823CC664}" dt="2026-03-12T01:15:21.236" v="162"/>
          <ac:graphicFrameMkLst>
            <pc:docMk/>
            <pc:sldMk cId="3001053428" sldId="2147480764"/>
            <ac:graphicFrameMk id="8" creationId="{8B876925-78A3-0D6D-A136-2CE4548C6FDC}"/>
          </ac:graphicFrameMkLst>
        </pc:graphicFrameChg>
      </pc:sldChg>
    </pc:docChg>
  </pc:docChgLst>
  <pc:docChgLst>
    <pc:chgData name="福元 允亮" userId="12e1d508-426e-4c6a-b43b-7681266f9ca9" providerId="ADAL" clId="{BA46FE6B-DFBB-DD4A-A67B-362D8C1E4B9F}"/>
    <pc:docChg chg="undo custSel modSld">
      <pc:chgData name="福元 允亮" userId="12e1d508-426e-4c6a-b43b-7681266f9ca9" providerId="ADAL" clId="{BA46FE6B-DFBB-DD4A-A67B-362D8C1E4B9F}" dt="2026-03-13T04:37:38.033" v="292" actId="478"/>
      <pc:docMkLst>
        <pc:docMk/>
      </pc:docMkLst>
      <pc:sldChg chg="addSp delSp modSp mod">
        <pc:chgData name="福元 允亮" userId="12e1d508-426e-4c6a-b43b-7681266f9ca9" providerId="ADAL" clId="{BA46FE6B-DFBB-DD4A-A67B-362D8C1E4B9F}" dt="2026-03-13T04:37:38.033" v="292" actId="478"/>
        <pc:sldMkLst>
          <pc:docMk/>
          <pc:sldMk cId="3001053428" sldId="2147480764"/>
        </pc:sldMkLst>
        <pc:spChg chg="add mod">
          <ac:chgData name="福元 允亮" userId="12e1d508-426e-4c6a-b43b-7681266f9ca9" providerId="ADAL" clId="{BA46FE6B-DFBB-DD4A-A67B-362D8C1E4B9F}" dt="2026-03-12T07:06:36.055" v="280" actId="3064"/>
          <ac:spMkLst>
            <pc:docMk/>
            <pc:sldMk cId="3001053428" sldId="2147480764"/>
            <ac:spMk id="10" creationId="{416129BB-F894-C51D-D6D2-DA0DAAFDA083}"/>
          </ac:spMkLst>
        </pc:spChg>
      </pc:sldChg>
    </pc:docChg>
  </pc:docChgLst>
  <pc:docChgLst>
    <pc:chgData name="福元 允亮" userId="12e1d508-426e-4c6a-b43b-7681266f9ca9" providerId="ADAL" clId="{8F22F52D-8D55-644B-9283-27EE51DD72F6}"/>
    <pc:docChg chg="custSel modSld">
      <pc:chgData name="福元 允亮" userId="12e1d508-426e-4c6a-b43b-7681266f9ca9" providerId="ADAL" clId="{8F22F52D-8D55-644B-9283-27EE51DD72F6}" dt="2026-03-22T07:57:04.470" v="58" actId="207"/>
      <pc:docMkLst>
        <pc:docMk/>
      </pc:docMkLst>
      <pc:sldChg chg="addSp delSp modSp mod">
        <pc:chgData name="福元 允亮" userId="12e1d508-426e-4c6a-b43b-7681266f9ca9" providerId="ADAL" clId="{8F22F52D-8D55-644B-9283-27EE51DD72F6}" dt="2026-03-22T07:57:04.470" v="58" actId="207"/>
        <pc:sldMkLst>
          <pc:docMk/>
          <pc:sldMk cId="3001053428" sldId="2147480764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BDCB57-7B26-864A-85AB-1FE6E8A71097}" type="datetimeFigureOut">
              <a:rPr kumimoji="1" lang="ja-JP" altLang="en-US" smtClean="0">
                <a:latin typeface="+mn-ea"/>
              </a:rPr>
              <a:t>2026/3/26</a:t>
            </a:fld>
            <a:endParaRPr kumimoji="1" lang="ja-JP" altLang="en-US">
              <a:latin typeface="+mn-ea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41B73B-8F91-6845-8B45-1448A7A46D6E}" type="slidenum">
              <a:rPr kumimoji="1" lang="ja-JP" altLang="en-US" smtClean="0">
                <a:latin typeface="+mn-ea"/>
              </a:rPr>
              <a:t>‹#›</a:t>
            </a:fld>
            <a:endParaRPr kumimoji="1" lang="ja-JP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740855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B8588-1665-0A4A-AD47-68FFFFC620D1}" type="datetimeFigureOut">
              <a:rPr kumimoji="1" lang="ja-JP" altLang="en-US" smtClean="0"/>
              <a:t>2026/3/26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30237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3887785"/>
            <a:ext cx="5486400" cy="462597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AAED7-EB68-B44B-A29A-E9CFE7A114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9408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oleObject" Target="../embeddings/oleObject2.bin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oleObject" Target="../embeddings/oleObject3.bin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26A9CB88-735E-6849-3DE2-E60599824D0A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151189375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6A9CB88-735E-6849-3DE2-E60599824D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659282D-E203-D490-4B15-F802032603A3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  <p:sp>
        <p:nvSpPr>
          <p:cNvPr id="2" name="タイトル 5">
            <a:extLst>
              <a:ext uri="{FF2B5EF4-FFF2-40B4-BE49-F238E27FC236}">
                <a16:creationId xmlns:a16="http://schemas.microsoft.com/office/drawing/2014/main" id="{62D4FB49-8661-3625-B1BB-3E9C6AC2C0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554966"/>
            <a:ext cx="11448000" cy="400110"/>
          </a:xfrm>
          <a:prstGeom prst="rect">
            <a:avLst/>
          </a:prstGeom>
        </p:spPr>
        <p:txBody>
          <a:bodyPr vert="horz" tIns="0" bIns="0" anchor="b" anchorCtr="0">
            <a:sp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kumimoji="1" lang="en-US" altLang="ja-JP"/>
              <a:t>Main Message</a:t>
            </a:r>
            <a:endParaRPr kumimoji="1" lang="ja-JP" altLang="en-US"/>
          </a:p>
        </p:txBody>
      </p:sp>
      <p:sp>
        <p:nvSpPr>
          <p:cNvPr id="8" name="テキスト プレースホルダー 2">
            <a:extLst>
              <a:ext uri="{FF2B5EF4-FFF2-40B4-BE49-F238E27FC236}">
                <a16:creationId xmlns:a16="http://schemas.microsoft.com/office/drawing/2014/main" id="{F7BBF3A6-210B-D5EF-F749-86E85CAF3D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4" y="979385"/>
            <a:ext cx="11448000" cy="2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en-US" altLang="ja-JP"/>
              <a:t>Chart Title</a:t>
            </a:r>
            <a:endParaRPr kumimoji="1" lang="ja-JP" altLang="en-US"/>
          </a:p>
        </p:txBody>
      </p:sp>
      <p:sp>
        <p:nvSpPr>
          <p:cNvPr id="10" name="コンテンツ プレースホルダー 4">
            <a:extLst>
              <a:ext uri="{FF2B5EF4-FFF2-40B4-BE49-F238E27FC236}">
                <a16:creationId xmlns:a16="http://schemas.microsoft.com/office/drawing/2014/main" id="{447B21C3-A705-704B-2D1E-74B76A5A0E2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1474" y="1377538"/>
            <a:ext cx="11449051" cy="4857662"/>
          </a:xfrm>
          <a:prstGeom prst="rect">
            <a:avLst/>
          </a:prstGeom>
        </p:spPr>
        <p:txBody>
          <a:bodyPr t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 marL="540000" indent="-180000">
              <a:buFont typeface="Wingdings" pitchFamily="2" charset="2"/>
              <a:buChar char="Ø"/>
              <a:defRPr sz="1600">
                <a:solidFill>
                  <a:schemeClr val="tx1"/>
                </a:solidFill>
              </a:defRPr>
            </a:lvl3pPr>
            <a:lvl4pPr marL="720000" indent="-180000">
              <a:buFont typeface="Wingdings" pitchFamily="2" charset="2"/>
              <a:buChar char="ü"/>
              <a:defRPr sz="1600">
                <a:solidFill>
                  <a:schemeClr val="tx1"/>
                </a:solidFill>
              </a:defRPr>
            </a:lvl4pPr>
            <a:lvl5pPr marL="900000" indent="-180000"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858761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265E79-47D9-4B17-A967-60D543C5CD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34800"/>
            <a:ext cx="11448000" cy="413999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>
              <a:defRPr sz="2600"/>
            </a:lvl1pPr>
          </a:lstStyle>
          <a:p>
            <a:r>
              <a:rPr kumimoji="1" lang="ja-JP" altLang="en-US"/>
              <a:t>［タイトル］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56F1922-EBFD-0984-2464-4DD07C5D3F5B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chemeClr val="bg1"/>
                </a:solidFill>
              </a:rPr>
              <a:pPr algn="ctr"/>
              <a:t>‹#›</a:t>
            </a:fld>
            <a:endParaRPr kumimoji="0" lang="en-US" altLang="ja-JP" sz="800">
              <a:solidFill>
                <a:schemeClr val="bg1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52477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2">
            <a:extLst>
              <a:ext uri="{FF2B5EF4-FFF2-40B4-BE49-F238E27FC236}">
                <a16:creationId xmlns:a16="http://schemas.microsoft.com/office/drawing/2014/main" id="{6E2DD10F-9530-7664-057B-B2159A9B3A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752400"/>
            <a:ext cx="11440800" cy="396000"/>
          </a:xfrm>
          <a:prstGeom prst="rect">
            <a:avLst/>
          </a:prstGeom>
        </p:spPr>
        <p:txBody>
          <a:bodyPr lIns="0" rIns="0" anchor="b" anchorCtr="0"/>
          <a:lstStyle/>
          <a:p>
            <a:pPr lvl="0"/>
            <a:r>
              <a:rPr kumimoji="1" lang="ja-JP" altLang="en-US"/>
              <a:t>○○○○御中</a:t>
            </a:r>
          </a:p>
        </p:txBody>
      </p:sp>
      <p:sp>
        <p:nvSpPr>
          <p:cNvPr id="3" name="テキスト プレースホルダー 6">
            <a:extLst>
              <a:ext uri="{FF2B5EF4-FFF2-40B4-BE49-F238E27FC236}">
                <a16:creationId xmlns:a16="http://schemas.microsoft.com/office/drawing/2014/main" id="{68755F9C-61CE-506D-3491-59AA8741F6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800" y="1143727"/>
            <a:ext cx="11440800" cy="1422244"/>
          </a:xfrm>
          <a:prstGeom prst="rect">
            <a:avLst/>
          </a:prstGeom>
        </p:spPr>
        <p:txBody>
          <a:bodyPr lIns="0" tIns="46800" rIns="0" anchor="b"/>
          <a:lstStyle>
            <a:lvl1pPr>
              <a:lnSpc>
                <a:spcPct val="80000"/>
              </a:lnSpc>
              <a:defRPr sz="44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/>
              <a:t>［タイトル］</a:t>
            </a:r>
          </a:p>
        </p:txBody>
      </p:sp>
      <p:sp>
        <p:nvSpPr>
          <p:cNvPr id="4" name="テキスト プレースホルダー 10">
            <a:extLst>
              <a:ext uri="{FF2B5EF4-FFF2-40B4-BE49-F238E27FC236}">
                <a16:creationId xmlns:a16="http://schemas.microsoft.com/office/drawing/2014/main" id="{129B1BAA-5126-4805-070E-09CC7DAA63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0800" y="2565971"/>
            <a:ext cx="11440800" cy="375900"/>
          </a:xfrm>
          <a:prstGeom prst="rect">
            <a:avLst/>
          </a:prstGeom>
        </p:spPr>
        <p:txBody>
          <a:bodyPr lIns="0" tIns="46800" rIns="0"/>
          <a:lstStyle>
            <a:lvl1pPr>
              <a:defRPr>
                <a:solidFill>
                  <a:schemeClr val="tx1"/>
                </a:solidFill>
              </a:defRPr>
            </a:lvl1pPr>
            <a:lvl5pPr marL="2438216" indent="0">
              <a:buNone/>
              <a:defRPr/>
            </a:lvl5pPr>
          </a:lstStyle>
          <a:p>
            <a:pPr lvl="0"/>
            <a:r>
              <a:rPr kumimoji="1" lang="en-US" altLang="ja-JP"/>
              <a:t>2026</a:t>
            </a:r>
            <a:r>
              <a:rPr kumimoji="1" lang="ja-JP" altLang="en-US"/>
              <a:t>年〇月〇日　</a:t>
            </a:r>
            <a:r>
              <a:rPr kumimoji="1" lang="en-US" altLang="ja-JP"/>
              <a:t>XXX</a:t>
            </a:r>
            <a:r>
              <a:rPr kumimoji="1" lang="ja-JP" altLang="en-US"/>
              <a:t>株式会社 ○○○○○○</a:t>
            </a:r>
          </a:p>
        </p:txBody>
      </p:sp>
    </p:spTree>
    <p:extLst>
      <p:ext uri="{BB962C8B-B14F-4D97-AF65-F5344CB8AC3E}">
        <p14:creationId xmlns:p14="http://schemas.microsoft.com/office/powerpoint/2010/main" val="1733420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10807434-350C-4893-6E94-4C9EB9C03B8B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370971282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7772400" imgH="10058400" progId="TCLayout.ActiveDocument.1">
                  <p:embed/>
                </p:oleObj>
              </mc:Choice>
              <mc:Fallback>
                <p:oleObj name="think-cell Slide" r:id="rId7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0807434-350C-4893-6E94-4C9EB9C03B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37A440-03F7-DC4B-BD06-698F971DD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164693"/>
            <a:ext cx="11376026" cy="4125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DD323A-9269-AE42-951E-F08FD291D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692150"/>
            <a:ext cx="11387161" cy="579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1D4E16-E062-D856-6161-F5C259925C14}"/>
              </a:ext>
            </a:extLst>
          </p:cNvPr>
          <p:cNvSpPr txBox="1"/>
          <p:nvPr userDrawn="1"/>
        </p:nvSpPr>
        <p:spPr>
          <a:xfrm>
            <a:off x="370800" y="6562800"/>
            <a:ext cx="4852800" cy="900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lvl="0" indent="0" algn="l" defTabSz="288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srgbClr val="6B6B6B"/>
                </a:solidFill>
              </a:rPr>
              <a:t>© 2026</a:t>
            </a:r>
          </a:p>
        </p:txBody>
      </p:sp>
    </p:spTree>
    <p:extLst>
      <p:ext uri="{BB962C8B-B14F-4D97-AF65-F5344CB8AC3E}">
        <p14:creationId xmlns:p14="http://schemas.microsoft.com/office/powerpoint/2010/main" val="2525735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8" r:id="rId1"/>
    <p:sldLayoutId id="2147484089" r:id="rId2"/>
    <p:sldLayoutId id="2147484090" r:id="rId3"/>
    <p:sldLayoutId id="2147484091" r:id="rId4"/>
    <p:sldLayoutId id="2147484092" r:id="rId5"/>
  </p:sldLayoutIdLst>
  <p:hf hdr="0" dt="0"/>
  <p:txStyles>
    <p:titleStyle>
      <a:lvl1pPr algn="l" defTabSz="609555" rtl="0" eaLnBrk="1" fontAlgn="base" hangingPunct="1">
        <a:spcBef>
          <a:spcPct val="0"/>
        </a:spcBef>
        <a:spcAft>
          <a:spcPct val="0"/>
        </a:spcAft>
        <a:defRPr kumimoji="1" sz="2400" b="1" i="0" kern="1200" spc="0" baseline="0">
          <a:solidFill>
            <a:schemeClr val="tx1"/>
          </a:solidFill>
          <a:latin typeface="+mj-ea"/>
          <a:ea typeface="+mj-ea"/>
          <a:cs typeface="HGPGothicE" charset="-128"/>
        </a:defRPr>
      </a:lvl1pPr>
      <a:lvl2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2pPr>
      <a:lvl3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3pPr>
      <a:lvl4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4pPr>
      <a:lvl5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5pPr>
      <a:lvl6pPr marL="609555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6pPr>
      <a:lvl7pPr marL="1219110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7pPr>
      <a:lvl8pPr marL="1828664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8pPr>
      <a:lvl9pPr marL="2438218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9pPr>
    </p:titleStyle>
    <p:bodyStyle>
      <a:lvl1pPr marL="0" indent="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None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1pPr>
      <a:lvl2pPr marL="36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2pPr>
      <a:lvl3pPr marL="54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3pPr>
      <a:lvl4pPr marL="72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4pPr>
      <a:lvl5pPr marL="90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8B876925-78A3-0D6D-A136-2CE4548C6FD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235090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B876925-78A3-0D6D-A136-2CE4548C6FD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BA5EF566-D16A-40BE-C039-67C80A2C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Main Message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73F1F-49C9-5A45-B9E8-D6F68FC949F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/>
              <a:t>Chart Title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6129BB-F894-C51D-D6D2-DA0DAAFDA083}"/>
              </a:ext>
            </a:extLst>
          </p:cNvPr>
          <p:cNvSpPr txBox="1"/>
          <p:nvPr/>
        </p:nvSpPr>
        <p:spPr>
          <a:xfrm>
            <a:off x="8705088" y="1659114"/>
            <a:ext cx="3113712" cy="47749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72000" tIns="72000" rIns="72000" bIns="72000" rtlCol="0">
            <a:noAutofit/>
          </a:bodyPr>
          <a:lstStyle/>
          <a:p>
            <a:pPr algn="l" defTabSz="288000">
              <a:spcAft>
                <a:spcPts val="600"/>
              </a:spcAft>
            </a:pPr>
            <a:r>
              <a:rPr lang="en-JP" sz="2000" b="1">
                <a:latin typeface="+mn-ea"/>
              </a:rPr>
              <a:t>意味合い</a:t>
            </a:r>
            <a:endParaRPr kumimoji="1" lang="en-JP" sz="2000" b="1">
              <a:latin typeface="+mn-ea"/>
            </a:endParaRPr>
          </a:p>
          <a:p>
            <a:pPr marL="285750" indent="-285750" algn="l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Implication1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Implication2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Implication3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Implication4</a:t>
            </a:r>
          </a:p>
          <a:p>
            <a:pPr marL="285750" indent="-285750" defTabSz="2880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JP" sz="1600">
                <a:latin typeface="+mn-ea"/>
              </a:rPr>
              <a:t>Implication5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869D5D-E129-DFA8-D6D5-C1FAFE5D8C1D}"/>
              </a:ext>
            </a:extLst>
          </p:cNvPr>
          <p:cNvSpPr/>
          <p:nvPr/>
        </p:nvSpPr>
        <p:spPr>
          <a:xfrm>
            <a:off x="2715197" y="1504968"/>
            <a:ext cx="2890407" cy="388869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sz="1200" dirty="0" err="1">
                <a:solidFill>
                  <a:schemeClr val="tx1"/>
                </a:solidFill>
              </a:rPr>
              <a:t>[Project Sponsor]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CEEFEB-A4F7-9860-5E70-ADAB909C4C18}"/>
              </a:ext>
            </a:extLst>
          </p:cNvPr>
          <p:cNvSpPr/>
          <p:nvPr/>
        </p:nvSpPr>
        <p:spPr>
          <a:xfrm>
            <a:off x="2715197" y="2057058"/>
            <a:ext cx="2890407" cy="388869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sz="1200" dirty="0" err="1">
                <a:solidFill>
                  <a:schemeClr val="tx1"/>
                </a:solidFill>
              </a:rPr>
              <a:t>[Project Owner]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EE3EEE-5633-B370-0CFC-6B4A6DD3CD72}"/>
              </a:ext>
            </a:extLst>
          </p:cNvPr>
          <p:cNvSpPr/>
          <p:nvPr/>
        </p:nvSpPr>
        <p:spPr>
          <a:xfrm>
            <a:off x="4998501" y="2605174"/>
            <a:ext cx="2933527" cy="569344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sz="1200" dirty="0" err="1">
                <a:solidFill>
                  <a:schemeClr val="tx1"/>
                </a:solidFill>
              </a:rPr>
              <a:t>[Project Management Office]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7250A6F-DEF9-5A75-F326-8F97536F3167}"/>
              </a:ext>
            </a:extLst>
          </p:cNvPr>
          <p:cNvCxnSpPr>
            <a:stCxn id="4" idx="2"/>
            <a:endCxn id="6" idx="0"/>
          </p:cNvCxnSpPr>
          <p:nvPr/>
        </p:nvCxnSpPr>
        <p:spPr>
          <a:xfrm>
            <a:off x="4160400" y="1893837"/>
            <a:ext cx="0" cy="163221"/>
          </a:xfrm>
          <a:prstGeom prst="line">
            <a:avLst/>
          </a:prstGeom>
          <a:ln w="31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BBC35881-1750-EC43-097A-6401D1971D4C}"/>
              </a:ext>
            </a:extLst>
          </p:cNvPr>
          <p:cNvSpPr/>
          <p:nvPr/>
        </p:nvSpPr>
        <p:spPr>
          <a:xfrm>
            <a:off x="3467755" y="3429000"/>
            <a:ext cx="1385291" cy="2449615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sz="1200" dirty="0" err="1">
                <a:solidFill>
                  <a:schemeClr val="tx1"/>
                </a:solidFill>
              </a:rPr>
              <a:t>[Working Group1]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WG1-Name1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WG1-Name2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WG1-Name3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WG1-Name4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WG1-Name5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ED205D4-E3B9-6FDD-B437-D5A5B4FA49B0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>
            <a:off x="4160400" y="2445927"/>
            <a:ext cx="0" cy="983073"/>
          </a:xfrm>
          <a:prstGeom prst="line">
            <a:avLst/>
          </a:prstGeom>
          <a:ln w="31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B08344A-5D43-DAF3-F20B-1717C790B435}"/>
              </a:ext>
            </a:extLst>
          </p:cNvPr>
          <p:cNvCxnSpPr>
            <a:cxnSpLocks/>
          </p:cNvCxnSpPr>
          <p:nvPr/>
        </p:nvCxnSpPr>
        <p:spPr>
          <a:xfrm>
            <a:off x="4160400" y="2915484"/>
            <a:ext cx="838101" cy="0"/>
          </a:xfrm>
          <a:prstGeom prst="line">
            <a:avLst/>
          </a:prstGeom>
          <a:ln w="3175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C6D210B2-3783-5A20-A8CD-B7AD22A177DF}"/>
              </a:ext>
            </a:extLst>
          </p:cNvPr>
          <p:cNvSpPr/>
          <p:nvPr/>
        </p:nvSpPr>
        <p:spPr>
          <a:xfrm>
            <a:off x="1919277" y="3429000"/>
            <a:ext cx="1385291" cy="2449615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sz="1200" dirty="0" err="1">
                <a:solidFill>
                  <a:schemeClr val="tx1"/>
                </a:solidFill>
              </a:rPr>
              <a:t>[Working Group2]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WG2-Name1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WG2-Name2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WG2-Name3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WG2-Name4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WG2-Name5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CEF5729-9608-B674-4B97-0832C9070179}"/>
              </a:ext>
            </a:extLst>
          </p:cNvPr>
          <p:cNvSpPr/>
          <p:nvPr/>
        </p:nvSpPr>
        <p:spPr>
          <a:xfrm>
            <a:off x="5016232" y="3429000"/>
            <a:ext cx="1385291" cy="2449615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sz="1200" dirty="0" err="1">
                <a:solidFill>
                  <a:schemeClr val="tx1"/>
                </a:solidFill>
              </a:rPr>
              <a:t>[Working Group3]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WG3-Name1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WG3-Name2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WG3-Name3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WG3-Name4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WG3-Name5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1ED96B-5D1F-4090-A086-D4F19643BCBC}"/>
              </a:ext>
            </a:extLst>
          </p:cNvPr>
          <p:cNvSpPr/>
          <p:nvPr/>
        </p:nvSpPr>
        <p:spPr>
          <a:xfrm>
            <a:off x="370800" y="3429000"/>
            <a:ext cx="1385291" cy="2449615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sz="1200" dirty="0" err="1">
                <a:solidFill>
                  <a:schemeClr val="tx1"/>
                </a:solidFill>
              </a:rPr>
              <a:t>[Working Group4]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WG4-Name1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WG4-Name2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WG4-Name3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WG4-Name4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WG4-Name5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9238993-18F9-F3C3-2C9A-AE00C3B034B4}"/>
              </a:ext>
            </a:extLst>
          </p:cNvPr>
          <p:cNvSpPr/>
          <p:nvPr/>
        </p:nvSpPr>
        <p:spPr>
          <a:xfrm>
            <a:off x="6564709" y="3429000"/>
            <a:ext cx="1385291" cy="2449615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GB" sz="1200" dirty="0" err="1">
                <a:solidFill>
                  <a:schemeClr val="tx1"/>
                </a:solidFill>
              </a:rPr>
              <a:t>[Working Group5]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WG5-Name1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WG5-Name2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WG5-Name3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WG5-Name4</a:t>
            </a:r>
          </a:p>
          <a:p>
            <a:pPr algn="ctr"/>
            <a:r>
              <a:rPr lang="en-GB" sz="1200" dirty="0" err="1">
                <a:solidFill>
                  <a:schemeClr val="tx1"/>
                </a:solidFill>
              </a:rPr>
              <a:t>WG5-Name5</a:t>
            </a:r>
          </a:p>
        </p:txBody>
      </p:sp>
    </p:spTree>
    <p:extLst>
      <p:ext uri="{BB962C8B-B14F-4D97-AF65-F5344CB8AC3E}">
        <p14:creationId xmlns:p14="http://schemas.microsoft.com/office/powerpoint/2010/main" val="30010534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829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4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コンテンツ_Light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3B82F6"/>
      </a:accent1>
      <a:accent2>
        <a:srgbClr val="051C2A"/>
      </a:accent2>
      <a:accent3>
        <a:srgbClr val="10B981"/>
      </a:accent3>
      <a:accent4>
        <a:srgbClr val="EF4444"/>
      </a:accent4>
      <a:accent5>
        <a:srgbClr val="F59E0B"/>
      </a:accent5>
      <a:accent6>
        <a:srgbClr val="A855F7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rIns="0" rtlCol="0">
        <a:spAutoFit/>
      </a:bodyPr>
      <a:lstStyle>
        <a:defPPr algn="l" defTabSz="288000">
          <a:defRPr kumimoji="1" sz="1600">
            <a:latin typeface="+mn-ea"/>
          </a:defRPr>
        </a:defPPr>
      </a:lstStyle>
    </a:tx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NTT_DATA_Template_1609_JP.potx" id="{1EE4CAFD-5AE2-4E1A-8481-AE49321A04D9}" vid="{C426D7B0-6ED6-450F-975A-2903BD4810FA}"/>
    </a:ext>
  </a:extLst>
</a:theme>
</file>

<file path=ppt/theme/theme2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BFA6A1-4DFF-0547-A259-06F47DFE0BE9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89E5ACB7EEC446B5C0A053F7ABC581" ma:contentTypeVersion="12" ma:contentTypeDescription="Create a new document." ma:contentTypeScope="" ma:versionID="49a6381a5d329bcfaed59379faf28558">
  <xsd:schema xmlns:xsd="http://www.w3.org/2001/XMLSchema" xmlns:xs="http://www.w3.org/2001/XMLSchema" xmlns:p="http://schemas.microsoft.com/office/2006/metadata/properties" xmlns:ns2="17f56e19-48dc-4865-971f-f3b491f58a87" xmlns:ns3="0ae734c6-b731-48fe-9f9a-77498299e3e1" targetNamespace="http://schemas.microsoft.com/office/2006/metadata/properties" ma:root="true" ma:fieldsID="35126cdf82824cec3c7d4aa0c3dbcd07" ns2:_="" ns3:_="">
    <xsd:import namespace="17f56e19-48dc-4865-971f-f3b491f58a87"/>
    <xsd:import namespace="0ae734c6-b731-48fe-9f9a-77498299e3e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f56e19-48dc-4865-971f-f3b491f58a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a46d487-6153-4679-b33a-1c23836d6a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e734c6-b731-48fe-9f9a-77498299e3e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d946c69-c5f6-49a2-9b20-89fcb4f2bd81}" ma:internalName="TaxCatchAll" ma:showField="CatchAllData" ma:web="0ae734c6-b731-48fe-9f9a-77498299e3e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7f56e19-48dc-4865-971f-f3b491f58a87">
      <Terms xmlns="http://schemas.microsoft.com/office/infopath/2007/PartnerControls"/>
    </lcf76f155ced4ddcb4097134ff3c332f>
    <TaxCatchAll xmlns="0ae734c6-b731-48fe-9f9a-77498299e3e1" xsi:nil="true"/>
  </documentManagement>
</p:properties>
</file>

<file path=customXml/itemProps1.xml><?xml version="1.0" encoding="utf-8"?>
<ds:datastoreItem xmlns:ds="http://schemas.openxmlformats.org/officeDocument/2006/customXml" ds:itemID="{70B14AEB-52D7-4791-93EF-FC8A0B2FF5A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7f56e19-48dc-4865-971f-f3b491f58a87"/>
    <ds:schemaRef ds:uri="0ae734c6-b731-48fe-9f9a-77498299e3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48F579-53B8-4B8C-9F58-0D818877B6A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0F19364-6506-4AE9-B1C7-2E3E6444FD05}">
  <ds:schemaRefs>
    <ds:schemaRef ds:uri="0ae734c6-b731-48fe-9f9a-77498299e3e1"/>
    <ds:schemaRef ds:uri="http://purl.org/dc/dcmitype/"/>
    <ds:schemaRef ds:uri="http://purl.org/dc/elements/1.1/"/>
    <ds:schemaRef ds:uri="17f56e19-48dc-4865-971f-f3b491f58a87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CorpPresentation_Template_169_J</Template>
  <TotalTime>50</TotalTime>
  <Words>68</Words>
  <Application>Microsoft Macintosh PowerPoint</Application>
  <PresentationFormat>Widescreen</PresentationFormat>
  <Paragraphs>41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Meiryo UI</vt:lpstr>
      <vt:lpstr>Arial</vt:lpstr>
      <vt:lpstr>Wingdings</vt:lpstr>
      <vt:lpstr>1_コンテンツ_Light</vt:lpstr>
      <vt:lpstr>think-cell Slide</vt:lpstr>
      <vt:lpstr>Main Message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上原　光徳</dc:creator>
  <cp:lastModifiedBy>福元 允亮</cp:lastModifiedBy>
  <cp:revision>2</cp:revision>
  <cp:lastPrinted>2025-09-08T08:32:45Z</cp:lastPrinted>
  <dcterms:created xsi:type="dcterms:W3CDTF">2023-08-02T14:40:51Z</dcterms:created>
  <dcterms:modified xsi:type="dcterms:W3CDTF">2026-03-26T07:16:08Z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0x010100F389E5ACB7EEC446B5C0A053F7ABC581</vt:lpwstr>
  </property>
  <property fmtid="{D5CDD505-2E9C-101B-9397-08002B2CF9AE}" pid="3" name="MediaServiceImageTags">
    <vt:lpwstr/>
  </property>
</Properties>
</file>