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wdp" ContentType="image/vnd.ms-photo"/>
  <ns0:Default Extension="xml" ContentType="application/xml"/>
  <ns0:Override PartName="/ppt/presentation.xml" ContentType="application/vnd.openxmlformats-officedocument.presentationml.presentation.main+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54" r:id="rId7"/>
  </p:sldIdLst>
  <p:sldSz cx="10691813" cy="7559675"/>
  <p:notesSz cx="9926638" cy="6797675"/>
  <p:defaultTextStyle>
    <a:defPPr>
      <a:defRPr kern="0"/>
    </a:defPPr>
  </p:defaultTextStyle>
  <p:extLst>
    <p:ext uri="{EFAFB233-063F-42B5-8137-9DF3F51BA10A}">
      <ns3:sldGuideLst>
        <ns3:guide id="1" pos="3368" userDrawn="1">
          <ns3:clr>
            <a:srgbClr val="A4A3A4"/>
          </ns3:clr>
        </ns3:guide>
        <ns3:guide id="2" pos="3489" userDrawn="1">
          <ns3:clr>
            <a:srgbClr val="A4A3A4"/>
          </ns3:clr>
        </ns3:guide>
        <ns3:guide id="3" orient="horz" pos="2381" userDrawn="1">
          <ns3:clr>
            <a:srgbClr val="A4A3A4"/>
          </ns3:clr>
        </ns3:guide>
        <ns3:guide id="5" pos="3246" userDrawn="1">
          <ns3:clr>
            <a:srgbClr val="A4A3A4"/>
          </ns3:clr>
        </ns3:guide>
        <ns3:guide id="7" orient="horz" pos="2608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624"/>
    <a:srgbClr val="87BF27"/>
    <a:srgbClr val="897141"/>
    <a:srgbClr val="1A7B56"/>
    <a:srgbClr val="7C5394"/>
    <a:srgbClr val="749AC7"/>
    <a:srgbClr val="2C457D"/>
    <a:srgbClr val="83302D"/>
    <a:srgbClr val="812A28"/>
    <a:srgbClr val="E5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E1B64-A3ED-4C09-96C4-13BDE657E68C}" v="1" dt="2025-11-26T03:54:11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pos="3368"/>
        <p:guide pos="3489"/>
        <p:guide orient="horz" pos="2381"/>
        <p:guide pos="3246"/>
        <p:guide orient="horz"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26" Type="http://schemas.microsoft.com/office/2016/11/relationships/changesInfo" Target="changesInfos/changesInfo1.xml" /><ns0:Relationship Id="rId3" Type="http://schemas.openxmlformats.org/officeDocument/2006/relationships/customXml" Target="../customXml/item3.xml" /><ns0:Relationship Id="rId21" Type="http://schemas.openxmlformats.org/officeDocument/2006/relationships/handoutMaster" Target="handoutMasters/handoutMaster1.xml" /><ns0:Relationship Id="rId7" Type="http://schemas.openxmlformats.org/officeDocument/2006/relationships/slide" Target="slides/slide3.xml" /><ns0:Relationship Id="rId25" Type="http://schemas.openxmlformats.org/officeDocument/2006/relationships/tableStyles" Target="tableStyles.xml" /><ns0:Relationship Id="rId2" Type="http://schemas.openxmlformats.org/officeDocument/2006/relationships/customXml" Target="../customXml/item2.xml" /><ns0:Relationship Id="rId20" Type="http://schemas.openxmlformats.org/officeDocument/2006/relationships/notesMaster" Target="notesMasters/notesMaster1.xml" /><ns0:Relationship Id="rId1" Type="http://schemas.openxmlformats.org/officeDocument/2006/relationships/customXml" Target="../customXml/item1.xml" /><ns0:Relationship Id="rId24" Type="http://schemas.openxmlformats.org/officeDocument/2006/relationships/theme" Target="theme/theme1.xml" /><ns0:Relationship Id="rId23" Type="http://schemas.openxmlformats.org/officeDocument/2006/relationships/viewProps" Target="viewProps.xml" /><ns0:Relationship Id="rId4" Type="http://schemas.openxmlformats.org/officeDocument/2006/relationships/slideMaster" Target="slideMasters/slideMaster1.xml" /><ns0:Relationship Id="rId22" Type="http://schemas.openxmlformats.org/officeDocument/2006/relationships/presProps" Target="presProps.xml" /><ns0:Relationship Id="rId27" Type="http://schemas.microsoft.com/office/2015/10/relationships/revisionInfo" Target="revisionInfo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 Tomita" userId="3dc6c680-4ea8-4f60-b467-e1899e35c341" providerId="ADAL" clId="{5CA690A2-C27B-4945-8263-87B6250EAA4A}"/>
    <pc:docChg chg="undo custSel modSld">
      <pc:chgData name="Kento Tomita" userId="3dc6c680-4ea8-4f60-b467-e1899e35c341" providerId="ADAL" clId="{5CA690A2-C27B-4945-8263-87B6250EAA4A}" dt="2025-11-11T06:21:46.763" v="15" actId="207"/>
      <pc:docMkLst>
        <pc:docMk/>
      </pc:docMkLst>
      <pc:sldChg chg="modSp mod">
        <pc:chgData name="Kento Tomita" userId="3dc6c680-4ea8-4f60-b467-e1899e35c341" providerId="ADAL" clId="{5CA690A2-C27B-4945-8263-87B6250EAA4A}" dt="2025-11-11T06:21:46.763" v="15" actId="207"/>
        <pc:sldMkLst>
          <pc:docMk/>
          <pc:sldMk cId="2614741337" sldId="3104"/>
        </pc:sldMkLst>
        <pc:graphicFrameChg chg="modGraphic">
          <ac:chgData name="Kento Tomita" userId="3dc6c680-4ea8-4f60-b467-e1899e35c341" providerId="ADAL" clId="{5CA690A2-C27B-4945-8263-87B6250EAA4A}" dt="2025-11-11T06:21:46.763" v="15" actId="207"/>
          <ac:graphicFrameMkLst>
            <pc:docMk/>
            <pc:sldMk cId="2614741337" sldId="3104"/>
            <ac:graphicFrameMk id="3" creationId="{4C445AB3-4A81-A661-0E8A-8106F6202275}"/>
          </ac:graphicFrameMkLst>
        </pc:graphicFrameChg>
      </pc:sldChg>
    </pc:docChg>
  </pc:docChgLst>
  <pc:docChgLst>
    <pc:chgData name="Yuto Maeguruma" userId="436e8919-99fb-4766-8193-20a06b556fa3" providerId="ADAL" clId="{D734F7DE-F2B1-4DBA-A12F-1D511D35D935}"/>
    <pc:docChg chg="modSld">
      <pc:chgData name="Yuto Maeguruma" userId="436e8919-99fb-4766-8193-20a06b556fa3" providerId="ADAL" clId="{D734F7DE-F2B1-4DBA-A12F-1D511D35D935}" dt="2025-11-12T00:53:56.234" v="0" actId="20577"/>
      <pc:docMkLst>
        <pc:docMk/>
      </pc:docMkLst>
      <pc:sldChg chg="modSp mod">
        <pc:chgData name="Yuto Maeguruma" userId="436e8919-99fb-4766-8193-20a06b556fa3" providerId="ADAL" clId="{D734F7DE-F2B1-4DBA-A12F-1D511D35D935}" dt="2025-11-12T00:53:56.234" v="0" actId="20577"/>
        <pc:sldMkLst>
          <pc:docMk/>
          <pc:sldMk cId="265468060" sldId="258"/>
        </pc:sldMkLst>
        <pc:spChg chg="mod">
          <ac:chgData name="Yuto Maeguruma" userId="436e8919-99fb-4766-8193-20a06b556fa3" providerId="ADAL" clId="{D734F7DE-F2B1-4DBA-A12F-1D511D35D935}" dt="2025-11-12T00:53:56.234" v="0" actId="20577"/>
          <ac:spMkLst>
            <pc:docMk/>
            <pc:sldMk cId="265468060" sldId="258"/>
            <ac:spMk id="4" creationId="{4443FD4D-3BA1-9946-2B09-6BD591ED3E04}"/>
          </ac:spMkLst>
        </pc:spChg>
      </pc:sldChg>
    </pc:docChg>
  </pc:docChgLst>
  <pc:docChgLst>
    <pc:chgData name="Marina Nirasawa" userId="11bfe912-d53e-4c54-b1ea-5d00ad87e16c" providerId="ADAL" clId="{E1196FED-279B-4A37-A06E-710E85EB82C6}"/>
    <pc:docChg chg="modSld sldOrd">
      <pc:chgData name="Marina Nirasawa" userId="11bfe912-d53e-4c54-b1ea-5d00ad87e16c" providerId="ADAL" clId="{E1196FED-279B-4A37-A06E-710E85EB82C6}" dt="2025-11-26T03:54:11.751" v="1"/>
      <pc:docMkLst>
        <pc:docMk/>
      </pc:docMkLst>
      <pc:sldChg chg="ord">
        <pc:chgData name="Marina Nirasawa" userId="11bfe912-d53e-4c54-b1ea-5d00ad87e16c" providerId="ADAL" clId="{E1196FED-279B-4A37-A06E-710E85EB82C6}" dt="2025-11-26T03:54:11.751" v="1"/>
        <pc:sldMkLst>
          <pc:docMk/>
          <pc:sldMk cId="1912817719" sldId="30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7E7F0A1-4338-A2E8-48E9-6472FB87F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4D2D7-8435-70C0-E3C1-8B2BBFCC77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7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r">
              <a:defRPr sz="1200"/>
            </a:lvl1pPr>
          </a:lstStyle>
          <a:p>
            <a:fld id="{16913773-77E7-48AA-A8C2-372A51CA6EC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8B7490-A256-FD2C-6BF0-B4EA67B741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EDFC8B-7B36-CB7F-BE8F-2B2069EA7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7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r">
              <a:defRPr sz="1200"/>
            </a:lvl1pPr>
          </a:lstStyle>
          <a:p>
            <a:fld id="{33441B94-6FB0-4AFE-B776-762497DF25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303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3506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r">
              <a:defRPr sz="1200"/>
            </a:lvl1pPr>
          </a:lstStyle>
          <a:p>
            <a:fld id="{A07AF5CB-A42C-47EC-982F-D48632E37F99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50900"/>
            <a:ext cx="32432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3" tIns="45600" rIns="91203" bIns="4560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4"/>
          </a:xfrm>
          <a:prstGeom prst="rect">
            <a:avLst/>
          </a:prstGeom>
        </p:spPr>
        <p:txBody>
          <a:bodyPr vert="horz" lIns="91203" tIns="45600" rIns="91203" bIns="4560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3506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r">
              <a:defRPr sz="1200"/>
            </a:lvl1pPr>
          </a:lstStyle>
          <a:p>
            <a:fld id="{AF6D15DF-6062-465E-BCC6-9356F01AD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1pPr>
    <a:lvl2pPr marL="49748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2pPr>
    <a:lvl3pPr marL="99496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3pPr>
    <a:lvl4pPr marL="149244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4pPr>
    <a:lvl5pPr marL="1989926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5pPr>
    <a:lvl6pPr marL="2487407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488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236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7985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48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127F-2710-16CC-DC58-B7DDA042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6901F1-B075-7648-04F8-2F1BC97D8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E26DE7-B591-BB3E-D392-A810F32CD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741406-EAD1-39F7-C954-A45319E54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7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633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7D2C-8908-32C7-899C-B0DA15F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60B72F-1633-50FF-8A5A-26EDF861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94AE7-2B44-7BB6-3E7E-31815F8C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8C60B0-B9C5-B51D-6823-7C0D1B72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78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7E9C-D294-02B3-0D59-410B4F21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2DFEA52-1CBF-7394-0EC5-E3376C382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37215E-68AB-A98A-D995-C80D87514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AE6EC-812C-EE8C-09B9-4C0B7989E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05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469-058A-73D8-B9D4-2EBE9C81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D4528E-BC26-6012-7019-A74068F9D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3158F3-B00A-97A0-4A29-AE5AB028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928B77-46E1-390D-3D51-6AD44515C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36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37F8-12D3-66B7-9331-7BFD7868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1481AD-56F2-2832-D89D-5117F7175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E0ED-49F1-5333-2FD0-5327BB5C9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CE0E35-B00B-BC1D-BF41-4B5337FE0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253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61B8-6044-5265-668F-62D0F238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656796-B684-C2D9-224A-1E61EF75C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0EA8AF-D13E-15E9-02BC-85AA388D4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B1ACFF-D7DA-6FC5-7581-168C722B8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34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4A699-4B53-D0FC-3D0A-E9DA909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CF9BCD-7E25-A5F3-DC5B-AD51CC526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CE769-9420-8C86-056B-70AE3A0F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D6E537-CFFA-5DFE-4E60-3BC6001B3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158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536B-407F-DEC9-FB74-9995A0B4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76838B8-B464-2D07-F28B-D6302D20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DF87BBA-7C47-2123-B11B-6E60DCA76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1BF660-EFC2-ED07-AA17-A2F23AED7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066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C22C-7F32-4559-D2E8-4B0FF16C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19DC03A-8477-210D-2B8B-E38B994F8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679E5C-4E44-7017-243D-998F5C359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1DF7F7-09EA-F33F-380F-5CFD48AC4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61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B75C-5030-7A4C-2BF7-C3BE333D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D2F3B1-551C-54C4-BD68-C5B49213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CE13EC-E54B-44E2-3007-692ADE4C8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D25D24-A317-084B-7BA7-908BA14A6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30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5EFF-D379-9580-AC1C-AB5CBACE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A732234-DA7F-2D40-FFAC-C45B2D23C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A7AD62-04D2-6646-37C3-04632ED8B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A61AF0-C94A-3222-AEA9-1F22FDC91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301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397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587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8E106F4E-29D3-4E03-B420-998B906EF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6227433-FE08-3EF9-5035-841C0D194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FD74154A-79F3-BB6D-9369-C4818309B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6468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A0E650A1-A2BC-EB61-9E37-2A613A6C83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C5BDDE4-7B14-C6D7-C998-212E8A325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9720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55">
            <a:extLst>
              <a:ext uri="{FF2B5EF4-FFF2-40B4-BE49-F238E27FC236}">
                <a16:creationId xmlns:a16="http://schemas.microsoft.com/office/drawing/2014/main" id="{513F57DD-30C0-38C6-9F74-56AC90D609A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052670"/>
              </p:ext>
            </p:extLst>
          </p:nvPr>
        </p:nvGraphicFramePr>
        <p:xfrm>
          <a:off x="371475" y="1613042"/>
          <a:ext cx="4701548" cy="1407990"/>
        </p:xfrm>
        <a:graphic>
          <a:graphicData uri="http://schemas.openxmlformats.org/drawingml/2006/table">
            <a:tbl>
              <a:tblPr/>
              <a:tblGrid>
                <a:gridCol w="470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E5335C2-ED3C-8ACB-2BDD-255B473BB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29" y="490817"/>
            <a:ext cx="208558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4850">
              <a:lnSpc>
                <a:spcPct val="100000"/>
              </a:lnSpc>
              <a:spcBef>
                <a:spcPts val="111"/>
              </a:spcBef>
              <a:defRPr sz="2200" b="1"/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4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416E66F-B184-510F-F852-4D4ECC4EF8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985" y="1637426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1.</a:t>
            </a:r>
            <a:endParaRPr kumimoji="1" lang="ja-JP" altLang="en-US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CCBDE05-7A02-1CED-720F-3BF7DADA09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985" y="2099170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2.</a:t>
            </a:r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73B3495D-CBCE-8C5A-0B6C-6105B44F1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985" y="2560103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3.</a:t>
            </a:r>
            <a:endParaRPr kumimoji="1" lang="ja-JP" altLang="en-US"/>
          </a:p>
        </p:txBody>
      </p:sp>
      <p:sp>
        <p:nvSpPr>
          <p:cNvPr id="4" name="テキスト プレースホルダー 21">
            <a:extLst>
              <a:ext uri="{FF2B5EF4-FFF2-40B4-BE49-F238E27FC236}">
                <a16:creationId xmlns:a16="http://schemas.microsoft.com/office/drawing/2014/main" id="{60062771-8497-9B96-A775-D925A2926B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8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2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2BDF92-E4EE-0E18-2CE2-5DC45C7F0DA6}"/>
              </a:ext>
            </a:extLst>
          </p:cNvPr>
          <p:cNvSpPr/>
          <p:nvPr/>
        </p:nvSpPr>
        <p:spPr bwMode="gray">
          <a:xfrm>
            <a:off x="5" y="2759106"/>
            <a:ext cx="5416186" cy="1007957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wrap="square" lIns="38856" tIns="38856" rIns="38856" bIns="38856" rtlCol="0" anchor="ctr"/>
          <a:lstStyle/>
          <a:p>
            <a:r>
              <a:rPr kumimoji="1" lang="ja-JP" altLang="en-US" sz="4317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C7893563-3ABD-5312-E332-73AB0AF504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315" y="2856224"/>
            <a:ext cx="787460" cy="813716"/>
          </a:xfrm>
          <a:prstGeom prst="rect">
            <a:avLst/>
          </a:prstGeom>
        </p:spPr>
        <p:txBody>
          <a:bodyPr/>
          <a:lstStyle>
            <a:lvl1pPr>
              <a:defRPr sz="4317">
                <a:solidFill>
                  <a:schemeClr val="bg1"/>
                </a:solidFill>
              </a:defRPr>
            </a:lvl1pPr>
            <a:lvl2pPr>
              <a:defRPr sz="4317">
                <a:solidFill>
                  <a:schemeClr val="bg1"/>
                </a:solidFill>
              </a:defRPr>
            </a:lvl2pPr>
            <a:lvl3pPr>
              <a:defRPr sz="4317">
                <a:solidFill>
                  <a:schemeClr val="bg1"/>
                </a:solidFill>
              </a:defRPr>
            </a:lvl3pPr>
            <a:lvl4pPr>
              <a:defRPr sz="4317">
                <a:solidFill>
                  <a:schemeClr val="bg1"/>
                </a:solidFill>
              </a:defRPr>
            </a:lvl4pPr>
            <a:lvl5pPr>
              <a:defRPr sz="4317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8CB0A4F-E35D-2D91-AC04-8F288F1757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644" y="3112591"/>
            <a:ext cx="1384453" cy="300987"/>
          </a:xfrm>
          <a:prstGeom prst="rect">
            <a:avLst/>
          </a:prstGeom>
        </p:spPr>
        <p:txBody>
          <a:bodyPr/>
          <a:lstStyle>
            <a:lvl1pPr>
              <a:defRPr sz="151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04633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A05D98F3-26B4-2DFC-BE11-7DF0AE5DCA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9374696-7824-1FE4-AFA9-A8ABF3FB1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FA66D7A0-77AF-B23A-FE3C-4B96389D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234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B9E2147-FA58-5575-E660-6827B8408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EA713CB-E679-12F9-3346-654E565BD1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914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511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327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1190C9F-A546-8880-5071-FCF57609BF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9117" y="1883314"/>
            <a:ext cx="3660884" cy="1282694"/>
          </a:xfrm>
          <a:prstGeom prst="rect">
            <a:avLst/>
          </a:prstGeom>
        </p:spPr>
        <p:txBody>
          <a:bodyPr/>
          <a:lstStyle>
            <a:lvl1pPr>
              <a:defRPr sz="1294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r>
              <a:rPr kumimoji="1" lang="ja-JP" altLang="en-US"/>
              <a:t>氏名：</a:t>
            </a:r>
            <a:endParaRPr kumimoji="1" lang="en-US" altLang="ja-JP"/>
          </a:p>
          <a:p>
            <a:pPr lvl="0"/>
            <a:r>
              <a:rPr kumimoji="1" lang="ja-JP" altLang="en-US"/>
              <a:t>役職：</a:t>
            </a:r>
            <a:endParaRPr kumimoji="1" lang="en-US" altLang="ja-JP"/>
          </a:p>
          <a:p>
            <a:pPr lvl="0"/>
            <a:r>
              <a:rPr kumimoji="1" lang="ja-JP" altLang="en-US"/>
              <a:t>担当領域：</a:t>
            </a:r>
            <a:endParaRPr kumimoji="1" lang="en-US" altLang="ja-JP"/>
          </a:p>
          <a:p>
            <a:pPr lvl="0"/>
            <a:r>
              <a:rPr kumimoji="1" lang="ja-JP" altLang="en-US"/>
              <a:t>資格：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64B6B182-0B4C-D1DE-F45A-3667BF2B8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81" y="3290325"/>
            <a:ext cx="4763610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6" name="縦書きコンテンツ プレースホルダー 6">
            <a:extLst>
              <a:ext uri="{FF2B5EF4-FFF2-40B4-BE49-F238E27FC236}">
                <a16:creationId xmlns:a16="http://schemas.microsoft.com/office/drawing/2014/main" id="{2FDF2D33-9E0D-B9A9-F44E-DF580296B38D}"/>
              </a:ext>
            </a:extLst>
          </p:cNvPr>
          <p:cNvSpPr>
            <a:spLocks noGrp="1"/>
          </p:cNvSpPr>
          <p:nvPr>
            <p:ph orient="vert" sz="quarter" idx="16"/>
          </p:nvPr>
        </p:nvSpPr>
        <p:spPr>
          <a:xfrm>
            <a:off x="5539528" y="1883314"/>
            <a:ext cx="1038650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858DCEAE-D0C4-697F-1EA1-3128E78453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17249" y="3290325"/>
            <a:ext cx="4802196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459165E-DE72-B176-293F-EBB3BE786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F5752FD-B2FA-FB63-3E85-EEE0C682D9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F5AAF1B-ED54-D82D-C42C-E4C089F68B72}"/>
              </a:ext>
            </a:extLst>
          </p:cNvPr>
          <p:cNvSpPr/>
          <p:nvPr userDrawn="1"/>
        </p:nvSpPr>
        <p:spPr>
          <a:xfrm>
            <a:off x="371954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E07BF87-0F36-CFB6-E699-02F24EABE816}"/>
              </a:ext>
            </a:extLst>
          </p:cNvPr>
          <p:cNvSpPr/>
          <p:nvPr userDrawn="1"/>
        </p:nvSpPr>
        <p:spPr>
          <a:xfrm>
            <a:off x="5527675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8" name="縦書きコンテンツ プレースホルダー 6">
            <a:extLst>
              <a:ext uri="{FF2B5EF4-FFF2-40B4-BE49-F238E27FC236}">
                <a16:creationId xmlns:a16="http://schemas.microsoft.com/office/drawing/2014/main" id="{F7F2D361-F375-EF1E-B5F6-915BABC6C42E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373262" y="1883314"/>
            <a:ext cx="1050505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7157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368" userDrawn="1">
          <p15:clr>
            <a:srgbClr val="FBAE40"/>
          </p15:clr>
        </p15:guide>
        <p15:guide id="2" pos="3489" userDrawn="1">
          <p15:clr>
            <a:srgbClr val="FBAE40"/>
          </p15:clr>
        </p15:guide>
        <p15:guide id="3" pos="32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0C300A-0B1E-6583-56AB-1192298AD4FE}"/>
              </a:ext>
            </a:extLst>
          </p:cNvPr>
          <p:cNvSpPr/>
          <p:nvPr userDrawn="1"/>
        </p:nvSpPr>
        <p:spPr bwMode="gray">
          <a:xfrm>
            <a:off x="372371" y="1872022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624993-9815-F81C-C603-10B2B9929126}"/>
              </a:ext>
            </a:extLst>
          </p:cNvPr>
          <p:cNvSpPr/>
          <p:nvPr userDrawn="1"/>
        </p:nvSpPr>
        <p:spPr bwMode="gray">
          <a:xfrm>
            <a:off x="372371" y="244278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FCAC1C0-32AE-4C0E-B081-B7500458BF19}"/>
              </a:ext>
            </a:extLst>
          </p:cNvPr>
          <p:cNvSpPr/>
          <p:nvPr userDrawn="1"/>
        </p:nvSpPr>
        <p:spPr bwMode="gray">
          <a:xfrm>
            <a:off x="372371" y="300266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25546D-E9EC-39A8-1819-99E71D2BEE0E}"/>
              </a:ext>
            </a:extLst>
          </p:cNvPr>
          <p:cNvSpPr/>
          <p:nvPr userDrawn="1"/>
        </p:nvSpPr>
        <p:spPr bwMode="gray">
          <a:xfrm>
            <a:off x="372371" y="3557994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836FDB-B7F2-F049-194A-3A791734E3D0}"/>
              </a:ext>
            </a:extLst>
          </p:cNvPr>
          <p:cNvSpPr/>
          <p:nvPr userDrawn="1"/>
        </p:nvSpPr>
        <p:spPr bwMode="gray">
          <a:xfrm>
            <a:off x="372371" y="4128473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C89B78-7F2A-7A4C-30A3-9DDC40703D72}"/>
              </a:ext>
            </a:extLst>
          </p:cNvPr>
          <p:cNvSpPr/>
          <p:nvPr userDrawn="1"/>
        </p:nvSpPr>
        <p:spPr bwMode="gray">
          <a:xfrm>
            <a:off x="372371" y="469843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92284F9-6573-A97C-B0A1-87EE10294237}"/>
              </a:ext>
            </a:extLst>
          </p:cNvPr>
          <p:cNvSpPr/>
          <p:nvPr userDrawn="1"/>
        </p:nvSpPr>
        <p:spPr bwMode="gray">
          <a:xfrm>
            <a:off x="372371" y="525074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87EFFE8-40EA-4C91-068E-3685435D764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テキスト プレースホルダー 21">
            <a:extLst>
              <a:ext uri="{FF2B5EF4-FFF2-40B4-BE49-F238E27FC236}">
                <a16:creationId xmlns:a16="http://schemas.microsoft.com/office/drawing/2014/main" id="{7A83CBAD-FC21-4DE0-FEBE-02537E2619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ED8361-9716-2ECF-9984-4D9B6A136984}"/>
              </a:ext>
            </a:extLst>
          </p:cNvPr>
          <p:cNvSpPr/>
          <p:nvPr userDrawn="1"/>
        </p:nvSpPr>
        <p:spPr bwMode="gray">
          <a:xfrm>
            <a:off x="2878805" y="581833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FBA5D5-DDE0-6772-790E-5DEEFC17A33C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486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17D2E2-3112-4768-B708-647A929F492B}"/>
              </a:ext>
            </a:extLst>
          </p:cNvPr>
          <p:cNvCxnSpPr>
            <a:cxnSpLocks/>
          </p:cNvCxnSpPr>
          <p:nvPr userDrawn="1"/>
        </p:nvCxnSpPr>
        <p:spPr>
          <a:xfrm>
            <a:off x="372374" y="633800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72CD42-CA9E-4ABB-1877-D229812A1F3D}"/>
              </a:ext>
            </a:extLst>
          </p:cNvPr>
          <p:cNvSpPr/>
          <p:nvPr userDrawn="1"/>
        </p:nvSpPr>
        <p:spPr bwMode="gray">
          <a:xfrm>
            <a:off x="372371" y="5816107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085CC77B-E802-6FBB-DDE6-5F5F826395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371" y="5822015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2" name="テキスト プレースホルダー 21">
            <a:extLst>
              <a:ext uri="{FF2B5EF4-FFF2-40B4-BE49-F238E27FC236}">
                <a16:creationId xmlns:a16="http://schemas.microsoft.com/office/drawing/2014/main" id="{20F2EA57-2467-F475-BA5E-668D6C1EA2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1754" y="5818342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14" name="タイトル 2">
            <a:extLst>
              <a:ext uri="{FF2B5EF4-FFF2-40B4-BE49-F238E27FC236}">
                <a16:creationId xmlns:a16="http://schemas.microsoft.com/office/drawing/2014/main" id="{F68864A3-CB35-82AD-E274-A594688EC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196AC19C-884B-3A5E-D421-18EBEF8EB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0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1448-1FEF-F4CB-A133-93BB66C5D68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1">
            <a:extLst>
              <a:ext uri="{FF2B5EF4-FFF2-40B4-BE49-F238E27FC236}">
                <a16:creationId xmlns:a16="http://schemas.microsoft.com/office/drawing/2014/main" id="{14499B2E-AE87-915A-E29F-EB47DD248B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14646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E7C0BE8-C4C1-655F-58AB-A34A1B224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4954FA32-019B-BAEC-33B0-938A8AFD4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2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5CEC768C-F491-BA41-F138-79371E09C9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0FDAE523-6E2E-630F-6342-954C95C33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89569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F65F7BD-C395-778A-9F67-089D9DFF09FC}"/>
              </a:ext>
            </a:extLst>
          </p:cNvPr>
          <p:cNvCxnSpPr>
            <a:cxnSpLocks/>
          </p:cNvCxnSpPr>
          <p:nvPr userDrawn="1"/>
        </p:nvCxnSpPr>
        <p:spPr>
          <a:xfrm>
            <a:off x="1747409" y="272272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D841CA-3CE3-407B-5F90-25C21349EFF8}"/>
              </a:ext>
            </a:extLst>
          </p:cNvPr>
          <p:cNvCxnSpPr>
            <a:cxnSpLocks/>
          </p:cNvCxnSpPr>
          <p:nvPr userDrawn="1"/>
        </p:nvCxnSpPr>
        <p:spPr>
          <a:xfrm>
            <a:off x="1747409" y="467310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049726F-A426-AC70-3E33-35339727E990}"/>
              </a:ext>
            </a:extLst>
          </p:cNvPr>
          <p:cNvCxnSpPr>
            <a:cxnSpLocks/>
          </p:cNvCxnSpPr>
          <p:nvPr userDrawn="1"/>
        </p:nvCxnSpPr>
        <p:spPr>
          <a:xfrm>
            <a:off x="1747409" y="5570284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64491"/>
            <a:ext cx="1267387" cy="4951212"/>
          </a:xfrm>
          <a:prstGeom prst="rect">
            <a:avLst/>
          </a:prstGeom>
        </p:spPr>
        <p:txBody>
          <a:bodyPr vert="eaVert"/>
          <a:lstStyle>
            <a:lvl1pPr>
              <a:defRPr sz="1100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84571"/>
            <a:ext cx="1942789" cy="67567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8" name="テキスト プレースホルダー 21">
            <a:extLst>
              <a:ext uri="{FF2B5EF4-FFF2-40B4-BE49-F238E27FC236}">
                <a16:creationId xmlns:a16="http://schemas.microsoft.com/office/drawing/2014/main" id="{C559E0D8-5A6D-37B6-E0D8-56B866C8F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7408" y="2785213"/>
            <a:ext cx="1942789" cy="1825411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9" name="テキスト プレースホルダー 21">
            <a:extLst>
              <a:ext uri="{FF2B5EF4-FFF2-40B4-BE49-F238E27FC236}">
                <a16:creationId xmlns:a16="http://schemas.microsoft.com/office/drawing/2014/main" id="{181F2885-FE2D-CE9E-E048-88070038A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7408" y="4735601"/>
            <a:ext cx="1942789" cy="772206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0" name="テキスト プレースホルダー 21">
            <a:extLst>
              <a:ext uri="{FF2B5EF4-FFF2-40B4-BE49-F238E27FC236}">
                <a16:creationId xmlns:a16="http://schemas.microsoft.com/office/drawing/2014/main" id="{1573C6B2-A2B9-F423-1FCB-8A8826C24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7408" y="5632778"/>
            <a:ext cx="1942789" cy="128119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21921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4C7CC88E-8D36-3B13-0374-F43AF5E72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76599" y="2789437"/>
            <a:ext cx="6542851" cy="1816963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3" name="テキスト プレースホルダー 21">
            <a:extLst>
              <a:ext uri="{FF2B5EF4-FFF2-40B4-BE49-F238E27FC236}">
                <a16:creationId xmlns:a16="http://schemas.microsoft.com/office/drawing/2014/main" id="{78DCAC68-D581-352C-EF09-49999B9D23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492121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4" name="テキスト プレースホルダー 21">
            <a:extLst>
              <a:ext uri="{FF2B5EF4-FFF2-40B4-BE49-F238E27FC236}">
                <a16:creationId xmlns:a16="http://schemas.microsoft.com/office/drawing/2014/main" id="{E5C99897-79A0-B91D-29CE-36E037369A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76599" y="5632777"/>
            <a:ext cx="6542851" cy="1281190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テキスト プレースホルダー 25">
            <a:extLst>
              <a:ext uri="{FF2B5EF4-FFF2-40B4-BE49-F238E27FC236}">
                <a16:creationId xmlns:a16="http://schemas.microsoft.com/office/drawing/2014/main" id="{7A7F8C37-2253-6B74-A4AF-F3CBA90FE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7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92376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78099"/>
            <a:ext cx="1267387" cy="3287570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F4A2E5E1-171D-88C9-1A49-73C56E6B2A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77484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36779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テキスト プレースホルダー 21">
            <a:extLst>
              <a:ext uri="{FF2B5EF4-FFF2-40B4-BE49-F238E27FC236}">
                <a16:creationId xmlns:a16="http://schemas.microsoft.com/office/drawing/2014/main" id="{061ED67D-67B2-2032-22FF-4AA22131C6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7408" y="2794841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B877FF6E-08B8-C935-688F-6AD13B522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2951505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6068862F-1320-0D83-B4D9-3D2F611C00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47408" y="3612197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21">
            <a:extLst>
              <a:ext uri="{FF2B5EF4-FFF2-40B4-BE49-F238E27FC236}">
                <a16:creationId xmlns:a16="http://schemas.microsoft.com/office/drawing/2014/main" id="{1D4FA635-25E3-76A3-6D35-75CFD94BF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76599" y="376886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3" name="テキスト プレースホルダー 21">
            <a:extLst>
              <a:ext uri="{FF2B5EF4-FFF2-40B4-BE49-F238E27FC236}">
                <a16:creationId xmlns:a16="http://schemas.microsoft.com/office/drawing/2014/main" id="{F4B6EFAB-CE9B-A484-47D0-3B1B5E1950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7408" y="4532610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4" name="テキスト プレースホルダー 21">
            <a:extLst>
              <a:ext uri="{FF2B5EF4-FFF2-40B4-BE49-F238E27FC236}">
                <a16:creationId xmlns:a16="http://schemas.microsoft.com/office/drawing/2014/main" id="{9E980958-5061-A879-C8D0-360D122CB0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599" y="4692293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5" name="縦書きテキスト プレースホルダー 23">
            <a:extLst>
              <a:ext uri="{FF2B5EF4-FFF2-40B4-BE49-F238E27FC236}">
                <a16:creationId xmlns:a16="http://schemas.microsoft.com/office/drawing/2014/main" id="{CF989FFC-427E-EBAC-8501-2236F4632B1C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>
            <a:off x="371815" y="5411065"/>
            <a:ext cx="1267387" cy="1119484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18" name="テキスト プレースホルダー 21">
            <a:extLst>
              <a:ext uri="{FF2B5EF4-FFF2-40B4-BE49-F238E27FC236}">
                <a16:creationId xmlns:a16="http://schemas.microsoft.com/office/drawing/2014/main" id="{DA0A0296-B356-E44A-D6E3-ED8E552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7408" y="5410453"/>
            <a:ext cx="1942789" cy="111948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9" name="テキスト プレースホルダー 21">
            <a:extLst>
              <a:ext uri="{FF2B5EF4-FFF2-40B4-BE49-F238E27FC236}">
                <a16:creationId xmlns:a16="http://schemas.microsoft.com/office/drawing/2014/main" id="{D6DC1102-E82E-DFEA-4F16-5D88297094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76599" y="5607614"/>
            <a:ext cx="6542851" cy="802695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タイトル 2">
            <a:extLst>
              <a:ext uri="{FF2B5EF4-FFF2-40B4-BE49-F238E27FC236}">
                <a16:creationId xmlns:a16="http://schemas.microsoft.com/office/drawing/2014/main" id="{DD7E346F-9746-8261-9565-81C80A88A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C579C8C1-CCFA-BC2E-5132-95229A4EFD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886300F-13FA-3927-A5C6-F62DB5AC20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3750894" y="4158029"/>
            <a:ext cx="508976" cy="2681046"/>
          </a:xfrm>
          <a:prstGeom prst="bentConnector3">
            <a:avLst>
              <a:gd name="adj1" fmla="val 614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B680ACE-1822-C30F-278E-F49B9B2A6C5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31942" y="4158027"/>
            <a:ext cx="508976" cy="2681050"/>
          </a:xfrm>
          <a:prstGeom prst="bentConnector3">
            <a:avLst>
              <a:gd name="adj1" fmla="val 61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0E06A9-F6F1-84D3-2787-9B593196AB32}"/>
              </a:ext>
            </a:extLst>
          </p:cNvPr>
          <p:cNvSpPr/>
          <p:nvPr userDrawn="1"/>
        </p:nvSpPr>
        <p:spPr bwMode="auto">
          <a:xfrm>
            <a:off x="372373" y="1889148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94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F25F2E-320B-3418-4AFA-4982F37B36C6}"/>
              </a:ext>
            </a:extLst>
          </p:cNvPr>
          <p:cNvSpPr/>
          <p:nvPr userDrawn="1"/>
        </p:nvSpPr>
        <p:spPr bwMode="auto">
          <a:xfrm>
            <a:off x="587106" y="4008430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E7D10D-ABEF-1E63-8E1A-F46A814C1874}"/>
              </a:ext>
            </a:extLst>
          </p:cNvPr>
          <p:cNvSpPr/>
          <p:nvPr userDrawn="1"/>
        </p:nvSpPr>
        <p:spPr bwMode="auto">
          <a:xfrm>
            <a:off x="587106" y="2331249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1DFB79-B6AD-FBFF-4CC7-AD3208B107EA}"/>
              </a:ext>
            </a:extLst>
          </p:cNvPr>
          <p:cNvSpPr/>
          <p:nvPr userDrawn="1"/>
        </p:nvSpPr>
        <p:spPr bwMode="auto">
          <a:xfrm>
            <a:off x="587107" y="2331249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FEDF1-90B6-1B35-4470-FD909BE60B48}"/>
              </a:ext>
            </a:extLst>
          </p:cNvPr>
          <p:cNvSpPr/>
          <p:nvPr userDrawn="1"/>
        </p:nvSpPr>
        <p:spPr bwMode="auto">
          <a:xfrm>
            <a:off x="587107" y="4008430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C939C6-C97C-069F-2541-151E5F84005C}"/>
              </a:ext>
            </a:extLst>
          </p:cNvPr>
          <p:cNvSpPr/>
          <p:nvPr userDrawn="1"/>
        </p:nvSpPr>
        <p:spPr bwMode="auto">
          <a:xfrm>
            <a:off x="372372" y="5803024"/>
            <a:ext cx="9947077" cy="110357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7713" rIns="0" rtlCol="0" anchor="t"/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511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84473-82E0-7497-33F6-24896601C03B}"/>
              </a:ext>
            </a:extLst>
          </p:cNvPr>
          <p:cNvSpPr/>
          <p:nvPr userDrawn="1"/>
        </p:nvSpPr>
        <p:spPr bwMode="auto">
          <a:xfrm>
            <a:off x="604981" y="6081794"/>
            <a:ext cx="9405675" cy="76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eaLnBrk="1" hangingPunct="1"/>
            <a:endParaRPr lang="en-US" altLang="ja-JP" sz="1727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3EE612-D0E1-D729-15FB-820BA0E6D685}"/>
              </a:ext>
            </a:extLst>
          </p:cNvPr>
          <p:cNvSpPr txBox="1"/>
          <p:nvPr userDrawn="1"/>
        </p:nvSpPr>
        <p:spPr>
          <a:xfrm>
            <a:off x="587106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9069BF6-44D0-0E17-E75C-7F4A190CD9AB}"/>
              </a:ext>
            </a:extLst>
          </p:cNvPr>
          <p:cNvCxnSpPr>
            <a:cxnSpLocks/>
          </p:cNvCxnSpPr>
          <p:nvPr userDrawn="1"/>
        </p:nvCxnSpPr>
        <p:spPr>
          <a:xfrm>
            <a:off x="587106" y="2230251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73AAA1-1AD8-CA74-7D75-5D4C126D7120}"/>
              </a:ext>
            </a:extLst>
          </p:cNvPr>
          <p:cNvSpPr txBox="1"/>
          <p:nvPr userDrawn="1"/>
        </p:nvSpPr>
        <p:spPr>
          <a:xfrm>
            <a:off x="3974987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157C0D-E8FE-7DEE-0014-7C79935422F6}"/>
              </a:ext>
            </a:extLst>
          </p:cNvPr>
          <p:cNvSpPr txBox="1"/>
          <p:nvPr userDrawn="1"/>
        </p:nvSpPr>
        <p:spPr>
          <a:xfrm>
            <a:off x="7362864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ja-JP" altLang="en-US" sz="1100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0CB8B34C-3ABB-B93F-EF4C-AE1B4D5AE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713" y="1914308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0" name="テキスト プレースホルダー 28">
            <a:extLst>
              <a:ext uri="{FF2B5EF4-FFF2-40B4-BE49-F238E27FC236}">
                <a16:creationId xmlns:a16="http://schemas.microsoft.com/office/drawing/2014/main" id="{206F2ED0-D68E-9CD2-01E0-1F48C8032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976" y="296917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40A9C3A6-3DAE-4F0C-4EE1-0A6BB267B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00" y="4527308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46E94FB5-0034-FDA0-93C6-CEEC1B48EA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55992" y="2355342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C4C82B23-91A3-C6A4-CA4B-F3F3E01D3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9632" y="4022005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E9A09D9-72C4-4BA4-1763-CED4C666008C}"/>
              </a:ext>
            </a:extLst>
          </p:cNvPr>
          <p:cNvSpPr/>
          <p:nvPr userDrawn="1"/>
        </p:nvSpPr>
        <p:spPr bwMode="auto">
          <a:xfrm>
            <a:off x="5640245" y="1894510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00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350D32-5879-A78A-8607-ED0DB2D91D56}"/>
              </a:ext>
            </a:extLst>
          </p:cNvPr>
          <p:cNvSpPr/>
          <p:nvPr userDrawn="1"/>
        </p:nvSpPr>
        <p:spPr bwMode="auto">
          <a:xfrm>
            <a:off x="5854978" y="4013794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A1EA072-9AAC-D712-F489-0B775AA3E4E0}"/>
              </a:ext>
            </a:extLst>
          </p:cNvPr>
          <p:cNvSpPr/>
          <p:nvPr userDrawn="1"/>
        </p:nvSpPr>
        <p:spPr bwMode="auto">
          <a:xfrm>
            <a:off x="5854978" y="2336612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2578AD7-2987-9629-1644-09E4C4B8D14E}"/>
              </a:ext>
            </a:extLst>
          </p:cNvPr>
          <p:cNvSpPr/>
          <p:nvPr userDrawn="1"/>
        </p:nvSpPr>
        <p:spPr bwMode="auto">
          <a:xfrm>
            <a:off x="5854977" y="2336612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27EE20E-3EF2-9DDC-DBA9-C06E94C248FB}"/>
              </a:ext>
            </a:extLst>
          </p:cNvPr>
          <p:cNvSpPr/>
          <p:nvPr userDrawn="1"/>
        </p:nvSpPr>
        <p:spPr bwMode="auto">
          <a:xfrm>
            <a:off x="5854977" y="4013794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3980A4-3B2D-0173-8320-BF1C3180249E}"/>
              </a:ext>
            </a:extLst>
          </p:cNvPr>
          <p:cNvCxnSpPr>
            <a:cxnSpLocks/>
          </p:cNvCxnSpPr>
          <p:nvPr userDrawn="1"/>
        </p:nvCxnSpPr>
        <p:spPr>
          <a:xfrm>
            <a:off x="5854977" y="2235612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80FC823A-0C01-4685-E171-55F5BBBEC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5585" y="1919672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E35A79C7-DD19-1A17-9C3B-E9B56CA6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2850" y="297453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EBC00822-F56E-EB02-4AAB-CFE4367D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4975" y="4532667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AB99DEDA-5575-7946-D6C2-BE5BAE9E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865" y="2360704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8486D03E-585C-3C6F-6B74-9DE1FC4E0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17505" y="4027367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B295A3AF-8CAC-0272-5722-9F6C2E117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372" y="5814608"/>
            <a:ext cx="9947077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FEC24E91-37EE-1AC9-9F0C-2AF692945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4981" y="6259728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E66295AE-6189-76D4-DE67-F1F49E5F9E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2860" y="6250394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0D681CB2-EC06-8B6A-90DA-E7FC145FD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4127" y="6250395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079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1BE59EF-0FBD-70A8-19B0-4A623AF0A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28783C83-5035-0854-5DE2-DDC1E01667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1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92096" y="7279854"/>
            <a:ext cx="990273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552A3197-BE69-1CA4-F912-949B3C74F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8681" y="1529265"/>
            <a:ext cx="1537470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CF1C4851-EFA4-806B-B525-C4FAB92E55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8836" y="1529265"/>
            <a:ext cx="8071169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A289ADBB-1D34-A76D-96AF-27F102D64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81" y="2272700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53E058C2-9B89-95FE-44F8-152AA6B72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8681" y="3444161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C409F6FE-E480-198D-ED1C-60E55BDAF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681" y="4633584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9" name="テキスト プレースホルダー 28">
            <a:extLst>
              <a:ext uri="{FF2B5EF4-FFF2-40B4-BE49-F238E27FC236}">
                <a16:creationId xmlns:a16="http://schemas.microsoft.com/office/drawing/2014/main" id="{E64721A3-1DC6-C8E3-8D4D-FC83CCF6F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681" y="5840976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03A5CEE0-EBF1-182E-84E2-EC60DC05B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836" y="227043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2F5B87CB-B733-2AB2-8BA8-17A341BE4F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836" y="3444155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2" name="テキスト プレースホルダー 28">
            <a:extLst>
              <a:ext uri="{FF2B5EF4-FFF2-40B4-BE49-F238E27FC236}">
                <a16:creationId xmlns:a16="http://schemas.microsoft.com/office/drawing/2014/main" id="{8603FB9F-C07A-E123-7B29-CBB8800E0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48836" y="4641429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3" name="テキスト プレースホルダー 28">
            <a:extLst>
              <a:ext uri="{FF2B5EF4-FFF2-40B4-BE49-F238E27FC236}">
                <a16:creationId xmlns:a16="http://schemas.microsoft.com/office/drawing/2014/main" id="{F65B94B9-91F3-84F6-D3B8-1B58830A5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8836" y="584097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DE2D23-1302-91FA-6BD9-23BBC8567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AA1655EA-9514-9A87-A39B-90C74A8ED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4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8">
            <a:extLst>
              <a:ext uri="{FF2B5EF4-FFF2-40B4-BE49-F238E27FC236}">
                <a16:creationId xmlns:a16="http://schemas.microsoft.com/office/drawing/2014/main" id="{305A2B8A-2F16-0C9C-AE4F-2A47B0D563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374" y="1901168"/>
            <a:ext cx="9947077" cy="124403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B182C06-9F36-205C-F693-BF1CCD8CEE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1815" y="3663215"/>
            <a:ext cx="9948185" cy="3247860"/>
          </a:xfrm>
          <a:prstGeom prst="rect">
            <a:avLst/>
          </a:prstGeom>
        </p:spPr>
        <p:txBody>
          <a:bodyPr/>
          <a:lstStyle/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9A6BF54F-CA68-64D7-D0D0-DF3ACF453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F8FA63A2-76D7-724B-8A16-0671B49FB1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テキスト プレースホルダー 28">
            <a:extLst>
              <a:ext uri="{FF2B5EF4-FFF2-40B4-BE49-F238E27FC236}">
                <a16:creationId xmlns:a16="http://schemas.microsoft.com/office/drawing/2014/main" id="{6A2B1E77-C011-7F60-5851-C658DB6F77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818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4" name="テキスト プレースホルダー 28">
            <a:extLst>
              <a:ext uri="{FF2B5EF4-FFF2-40B4-BE49-F238E27FC236}">
                <a16:creationId xmlns:a16="http://schemas.microsoft.com/office/drawing/2014/main" id="{5B552327-C620-9DA9-9DBE-99F5B8DD39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56757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5" name="テキスト プレースホルダー 28">
            <a:extLst>
              <a:ext uri="{FF2B5EF4-FFF2-40B4-BE49-F238E27FC236}">
                <a16:creationId xmlns:a16="http://schemas.microsoft.com/office/drawing/2014/main" id="{0577A597-55FA-A6C6-9E48-A8B2186ED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1818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4837578F-03BE-7F57-99E0-7156764C5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56757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7" name="テキスト プレースホルダー 28">
            <a:extLst>
              <a:ext uri="{FF2B5EF4-FFF2-40B4-BE49-F238E27FC236}">
                <a16:creationId xmlns:a16="http://schemas.microsoft.com/office/drawing/2014/main" id="{81356276-1ABF-4C4B-277E-7BE48AD779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1818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8" name="テキスト プレースホルダー 28">
            <a:extLst>
              <a:ext uri="{FF2B5EF4-FFF2-40B4-BE49-F238E27FC236}">
                <a16:creationId xmlns:a16="http://schemas.microsoft.com/office/drawing/2014/main" id="{CC16E610-62D8-0505-FEB5-65730D9C49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56757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37579EE9-DFA3-706C-681B-AC7DD01EA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C25E5956-739F-88F8-8DAB-9ED7C47A3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8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93D3C67-79C3-3E72-9143-BD884D6CC226}"/>
              </a:ext>
            </a:extLst>
          </p:cNvPr>
          <p:cNvCxnSpPr>
            <a:cxnSpLocks/>
          </p:cNvCxnSpPr>
          <p:nvPr userDrawn="1"/>
        </p:nvCxnSpPr>
        <p:spPr>
          <a:xfrm>
            <a:off x="380528" y="3223014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5D1D32-4069-37F9-E126-EB252E700AEB}"/>
              </a:ext>
            </a:extLst>
          </p:cNvPr>
          <p:cNvCxnSpPr>
            <a:cxnSpLocks/>
          </p:cNvCxnSpPr>
          <p:nvPr userDrawn="1"/>
        </p:nvCxnSpPr>
        <p:spPr>
          <a:xfrm>
            <a:off x="380528" y="4164686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09F437-DF53-337F-1DA0-3C26F168EA77}"/>
              </a:ext>
            </a:extLst>
          </p:cNvPr>
          <p:cNvCxnSpPr>
            <a:cxnSpLocks/>
          </p:cNvCxnSpPr>
          <p:nvPr userDrawn="1"/>
        </p:nvCxnSpPr>
        <p:spPr>
          <a:xfrm>
            <a:off x="380528" y="5106359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B6A3DE-4830-8C43-F0CE-B38F9FDC33B4}"/>
              </a:ext>
            </a:extLst>
          </p:cNvPr>
          <p:cNvCxnSpPr>
            <a:cxnSpLocks/>
          </p:cNvCxnSpPr>
          <p:nvPr userDrawn="1"/>
        </p:nvCxnSpPr>
        <p:spPr>
          <a:xfrm>
            <a:off x="380528" y="6048031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7C6AF71F-5B73-B303-49B1-4859BB797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975" y="1904127"/>
            <a:ext cx="1745949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0671FEFA-A791-F02D-7F31-BDA453D100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9850" y="1904127"/>
            <a:ext cx="1901144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3E33A723-37CC-1D3B-D8D4-2DD5BF6E20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36458" y="1904127"/>
            <a:ext cx="5183547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5" name="テキスト プレースホルダー 28">
            <a:extLst>
              <a:ext uri="{FF2B5EF4-FFF2-40B4-BE49-F238E27FC236}">
                <a16:creationId xmlns:a16="http://schemas.microsoft.com/office/drawing/2014/main" id="{2C00214A-3130-9DEB-48ED-61FBD7780D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975" y="328787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テキスト プレースホルダー 28">
            <a:extLst>
              <a:ext uri="{FF2B5EF4-FFF2-40B4-BE49-F238E27FC236}">
                <a16:creationId xmlns:a16="http://schemas.microsoft.com/office/drawing/2014/main" id="{DE06DB77-ECD3-F934-1A05-474771C065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975" y="422021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7" name="テキスト プレースホルダー 28">
            <a:extLst>
              <a:ext uri="{FF2B5EF4-FFF2-40B4-BE49-F238E27FC236}">
                <a16:creationId xmlns:a16="http://schemas.microsoft.com/office/drawing/2014/main" id="{0B80CE35-2458-E822-D49B-C4110CD95A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975" y="5161884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8" name="テキスト プレースホルダー 28">
            <a:extLst>
              <a:ext uri="{FF2B5EF4-FFF2-40B4-BE49-F238E27FC236}">
                <a16:creationId xmlns:a16="http://schemas.microsoft.com/office/drawing/2014/main" id="{B5F59DFC-E4E3-A953-B987-5DA40F1491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975" y="6103558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9" name="テキスト プレースホルダー 28">
            <a:extLst>
              <a:ext uri="{FF2B5EF4-FFF2-40B4-BE49-F238E27FC236}">
                <a16:creationId xmlns:a16="http://schemas.microsoft.com/office/drawing/2014/main" id="{15065ABA-F688-2592-070A-220D3D0C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850" y="2364627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0" name="テキスト プレースホルダー 28">
            <a:extLst>
              <a:ext uri="{FF2B5EF4-FFF2-40B4-BE49-F238E27FC236}">
                <a16:creationId xmlns:a16="http://schemas.microsoft.com/office/drawing/2014/main" id="{FEB3FC44-48E4-0CCA-5090-C2EAD6762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59850" y="328787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1" name="テキスト プレースホルダー 28">
            <a:extLst>
              <a:ext uri="{FF2B5EF4-FFF2-40B4-BE49-F238E27FC236}">
                <a16:creationId xmlns:a16="http://schemas.microsoft.com/office/drawing/2014/main" id="{CD6E8544-2858-A264-1108-B09E2E7692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850" y="422021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660D42E4-AADA-70A0-2D5F-9559A4A9C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59850" y="5161883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28833CD2-8693-9B01-E4FA-AAE3C8F602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9850" y="6103556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45A332F0-3090-E3F9-E7F4-507090874F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6458" y="2360112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FC378049-8651-9C3D-3AEB-576072A90A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36458" y="3278539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C523A17B-179F-6042-9CA5-DF5721B653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36458" y="4220210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85B5A84D-E7BC-0752-FC42-7CCB191DC5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36457" y="5161883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D775D1DE-D9D8-F231-3C49-D86EEFA32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6457" y="6103556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6EA3773-AB37-E42E-6552-07707DFB50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EB5CEF1F-008A-5FD6-2CCD-22BA9E387F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FA14615-8937-AB66-45BE-D0C9F1F9B8A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71815" y="1989828"/>
            <a:ext cx="9948185" cy="45286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6BE7D545-9F9D-E139-6558-36F7BD36E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562991"/>
            <a:ext cx="4974091" cy="327864"/>
          </a:xfrm>
          <a:prstGeom prst="rect">
            <a:avLst/>
          </a:prstGeom>
        </p:spPr>
        <p:txBody>
          <a:bodyPr anchor="ctr"/>
          <a:lstStyle>
            <a:lvl1pPr>
              <a:defRPr sz="1727"/>
            </a:lvl1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430F647E-6A47-CDDA-DD73-CBE8CB000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8F81FD7-6997-4ED5-FE02-23F7877D4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0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5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rgbClr val="83302D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BAA24-0945-1790-3F89-C4AAA81E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780" y="1712751"/>
            <a:ext cx="2108070" cy="13787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A927B60-48EC-C573-A0C9-7715B26A6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2780" y="6180883"/>
            <a:ext cx="2601410" cy="1378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8E74A04-B0F8-C272-23BE-BEF81F69AE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6261" y="842843"/>
            <a:ext cx="3756089" cy="6329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068045F-8308-DF4E-06E9-DF0AC69C4A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86260" y="471960"/>
            <a:ext cx="3756089" cy="110383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8874117-869C-982E-E0C3-617FA0BCD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32780" y="3203598"/>
            <a:ext cx="2371252" cy="155881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878A5A-6DD6-2B64-2E1C-0B8AB11A1B4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32780" y="4944668"/>
            <a:ext cx="3925475" cy="10539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D0FE6D3-9A04-3A18-C6EA-068B1E40751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86260" y="7741927"/>
            <a:ext cx="29912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03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7">
            <a:extLst>
              <a:ext uri="{FF2B5EF4-FFF2-40B4-BE49-F238E27FC236}">
                <a16:creationId xmlns:a16="http://schemas.microsoft.com/office/drawing/2014/main" id="{33068C88-E650-9969-F738-FEABBDF1F671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71817" y="7354490"/>
            <a:ext cx="2467214" cy="15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l" rtl="0" eaLnBrk="0" fontAlgn="base" hangingPunct="0">
              <a:spcBef>
                <a:spcPts val="0"/>
              </a:spcBef>
              <a:spcAft>
                <a:spcPct val="0"/>
              </a:spcAft>
            </a:pPr>
            <a:r>
              <a:rPr lang="en-US" altLang="ja-JP" sz="971" kern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© 2025. For information, contact ROLEUP inc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1D9ACD2-62D2-4C67-B566-CC88E8FA4C94}"/>
              </a:ext>
            </a:extLst>
          </p:cNvPr>
          <p:cNvSpPr txBox="1"/>
          <p:nvPr userDrawn="1"/>
        </p:nvSpPr>
        <p:spPr>
          <a:xfrm>
            <a:off x="4452230" y="7354490"/>
            <a:ext cx="1787365" cy="15266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800" b="0" i="1">
                <a:latin typeface="Calibri Light"/>
                <a:cs typeface="Calibri Light"/>
              </a:defRPr>
            </a:lvl1pPr>
          </a:lstStyle>
          <a:p>
            <a:pPr algn="ctr"/>
            <a:r>
              <a:rPr sz="971">
                <a:solidFill>
                  <a:schemeClr val="tx1"/>
                </a:solidFill>
                <a:latin typeface="+mn-ea"/>
                <a:ea typeface="+mn-ea"/>
              </a:rPr>
              <a:t>Strictly Private and Confidential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35A37F-2564-B06C-D082-5A57A191F1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5013" y="195897"/>
            <a:ext cx="1697538" cy="4985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9" r:id="rId4"/>
    <p:sldLayoutId id="2147483680" r:id="rId5"/>
    <p:sldLayoutId id="2147483684" r:id="rId6"/>
    <p:sldLayoutId id="2147483681" r:id="rId7"/>
    <p:sldLayoutId id="2147483682" r:id="rId8"/>
    <p:sldLayoutId id="2147483683" r:id="rId9"/>
    <p:sldLayoutId id="2147483685" r:id="rId10"/>
    <p:sldLayoutId id="2147483693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4" r:id="rId19"/>
    <p:sldLayoutId id="2147483695" r:id="rId20"/>
  </p:sldLayoutIdLst>
  <p:hf hdr="0" ftr="0" dt="0"/>
  <p:txStyles>
    <p:titleStyle>
      <a:lvl1pPr>
        <a:defRPr sz="1727" b="0">
          <a:latin typeface="+mj-lt"/>
          <a:ea typeface="+mj-ea"/>
          <a:cs typeface="+mj-cs"/>
        </a:defRPr>
      </a:lvl1pPr>
    </p:titleStyle>
    <p:bodyStyle>
      <a:lvl1pPr marL="0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1pPr>
      <a:lvl2pPr marL="49343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2pPr>
      <a:lvl3pPr marL="98687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3pPr>
      <a:lvl4pPr marL="1480315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4pPr>
      <a:lvl5pPr marL="1973754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93439">
        <a:defRPr>
          <a:latin typeface="+mn-lt"/>
          <a:ea typeface="+mn-ea"/>
          <a:cs typeface="+mn-cs"/>
        </a:defRPr>
      </a:lvl2pPr>
      <a:lvl3pPr marL="986879">
        <a:defRPr>
          <a:latin typeface="+mn-lt"/>
          <a:ea typeface="+mn-ea"/>
          <a:cs typeface="+mn-cs"/>
        </a:defRPr>
      </a:lvl3pPr>
      <a:lvl4pPr marL="1480315">
        <a:defRPr>
          <a:latin typeface="+mn-lt"/>
          <a:ea typeface="+mn-ea"/>
          <a:cs typeface="+mn-cs"/>
        </a:defRPr>
      </a:lvl4pPr>
      <a:lvl5pPr marL="1973754">
        <a:defRPr>
          <a:latin typeface="+mn-lt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  <p15:guide id="3" pos="6501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1" userDrawn="1">
          <p15:clr>
            <a:srgbClr val="F26B43"/>
          </p15:clr>
        </p15:guide>
        <p15:guide id="6" orient="horz" pos="4356" userDrawn="1">
          <p15:clr>
            <a:srgbClr val="F26B43"/>
          </p15:clr>
        </p15:guide>
        <p15:guide id="7" orient="horz" pos="556" userDrawn="1">
          <p15:clr>
            <a:srgbClr val="F26B43"/>
          </p15:clr>
        </p15:guide>
        <p15:guide id="8" orient="horz" pos="1181" userDrawn="1">
          <p15:clr>
            <a:srgbClr val="F26B43"/>
          </p15:clr>
        </p15:guide>
        <p15:guide id="9" orient="horz" pos="4406" userDrawn="1">
          <p15:clr>
            <a:srgbClr val="F26B43"/>
          </p15:clr>
        </p15:guide>
      </p15:sldGuideLst>
    </p:ext>
  </p:extLst>
</p:sldMaster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ns2:creationId id="{43AEBB55-2326-B0EF-5BF1-F804ACA8BA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384663"/>
            <a:ext cx="4974091" cy="327864"/>
          </a:xfrm>
        </p:spPr>
        <p:txBody>
          <a:bodyPr/>
          <a:lstStyle/>
          <a:p>
            <a:pPr algn="l"/>
            <a:r>
              <a:rPr kumimoji="1" lang="en-US" altLang="ja-JP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kumimoji="1" lang="ja-JP" altLang="en-US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kumimoji="1" lang="en-US" altLang="ja-JP" sz="1200">
                <a:solidFill>
                  <a:schemeClr val="accent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kumimoji="1" lang="ja-JP" altLang="en-US" sz="1200">
              <a:solidFill>
                <a:schemeClr val="accent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ns2:creationId id="{A24B7D6B-A12A-48E2-45AF-89F61456B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86" y="902802"/>
            <a:ext cx="9947077" cy="218393"/>
          </a:xfrm>
          <a:prstGeom prst="rect">
            <a:avLst/>
          </a:prstGeom>
        </p:spPr>
        <p:txBody>
          <a:bodyPr/>
          <a:lstStyle/>
          <a:p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lang="en-US" altLang="ja-JP" sz="1400" b="1"/>
          </a:p>
        </p:txBody>
      </p:sp>
      <p:sp>
        <p:nvSpPr>
          <p:cNvPr id="72" name="object 8">
            <a:extLst>
              <a:ext uri="{FF2B5EF4-FFF2-40B4-BE49-F238E27FC236}">
                <ns2:creationId id="{B0A505AA-D5A3-ED23-62DD-B4EEEFCF7276}"/>
              </a:ext>
            </a:extLst>
          </p:cNvPr>
          <p:cNvSpPr/>
          <p:nvPr/>
        </p:nvSpPr>
        <p:spPr>
          <a:xfrm flipV="1">
            <a:off x="371474" y="1649191"/>
            <a:ext cx="9910172" cy="51197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ns2:creationId id="{62934B7B-0367-8E72-C014-AADB59D83CF7}"/>
              </a:ext>
            </a:extLst>
          </p:cNvPr>
          <p:cNvSpPr/>
          <p:nvPr/>
        </p:nvSpPr>
        <p:spPr>
          <a:xfrm>
            <a:off x="382151" y="1756847"/>
            <a:ext cx="9948863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ja-JP" sz="1295" b="1">
                <a:solidFill>
                  <a:schemeClr val="tx1"/>
                </a:solidFill>
              </a:rPr>
              <a:t/>
            </a:r>
            <a:r>
              <a:rPr kumimoji="1" lang="ja-JP" altLang="en-US" sz="1295" b="1">
                <a:solidFill>
                  <a:schemeClr val="tx1"/>
                </a:solidFill>
              </a:rPr>
              <a:t/>
            </a:r>
            <a:r>
              <a:rPr kumimoji="1" lang="en-US" altLang="ja-JP" sz="1295" b="1">
                <a:solidFill>
                  <a:schemeClr val="tx1"/>
                </a:solidFill>
              </a:rPr>
              <a:t/>
            </a: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 b="1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  <p:sp>
        <p:nvSpPr>
          <p:cNvPr id="7" name="Source 3">
            <a:extLst>
              <a:ext uri="{FF2B5EF4-FFF2-40B4-BE49-F238E27FC236}">
                <ns2:creationId id="{1C09DB4E-F801-3B4A-ECC6-5DA3545EF2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</p:spPr>
        <p:txBody>
          <a:bodyPr numCol="2" anchor="t" anchorCtr="0"/>
          <a:lstStyle/>
          <a:p>
            <a:r>
              <a:rPr kumimoji="1" lang="ja-JP" altLang="en-US" sz="600"/>
              <a:t/>
            </a:r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  <a:r>
              <a:rPr kumimoji="1" lang="en-US" altLang="ja-JP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</a:p>
          <a:p>
            <a:r>
              <a:rPr kumimoji="1" lang="ja-JP" altLang="en-US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en-US" altLang="ja-JP" sz="600"/>
              <a:t/>
            </a:r>
            <a:endParaRPr kumimoji="1" lang="ja-JP" altLang="en-US" sz="600"/>
          </a:p>
        </p:txBody>
      </p:sp>
    </p:spTree>
    <p:extLst>
      <p:ext uri="{BB962C8B-B14F-4D97-AF65-F5344CB8AC3E}">
        <ns3:creationId val="28935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LEUP標準カラー">
      <a:dk1>
        <a:sysClr val="windowText" lastClr="000000"/>
      </a:dk1>
      <a:lt1>
        <a:srgbClr val="FFFFFF"/>
      </a:lt1>
      <a:dk2>
        <a:srgbClr val="C78624"/>
      </a:dk2>
      <a:lt2>
        <a:srgbClr val="AF7026"/>
      </a:lt2>
      <a:accent1>
        <a:srgbClr val="7C4C2C"/>
      </a:accent1>
      <a:accent2>
        <a:srgbClr val="897141"/>
      </a:accent2>
      <a:accent3>
        <a:srgbClr val="604C3F"/>
      </a:accent3>
      <a:accent4>
        <a:srgbClr val="CDCECE"/>
      </a:accent4>
      <a:accent5>
        <a:srgbClr val="3E3A39"/>
      </a:accent5>
      <a:accent6>
        <a:srgbClr val="241A17"/>
      </a:accent6>
      <a:hlink>
        <a:srgbClr val="897141"/>
      </a:hlink>
      <a:folHlink>
        <a:srgbClr val="897141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lnSpc>
            <a:spcPct val="110000"/>
          </a:lnSpc>
          <a:spcAft>
            <a:spcPts val="600"/>
          </a:spcAft>
          <a:defRPr kumimoji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03855f-4e58-4bd4-8ce9-3e5191a2da57">
      <Terms xmlns="http://schemas.microsoft.com/office/infopath/2007/PartnerControls"/>
    </lcf76f155ced4ddcb4097134ff3c332f>
    <TaxCatchAll xmlns="e1d10421-5d3e-41ae-890f-88fa571bd1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2E54248E46B4DAF6EB6C044AEA5B0" ma:contentTypeVersion="14" ma:contentTypeDescription="新しいドキュメントを作成します。" ma:contentTypeScope="" ma:versionID="01b29ea40b42ed6e5ad7f8eb530f8bb8">
  <xsd:schema xmlns:xsd="http://www.w3.org/2001/XMLSchema" xmlns:xs="http://www.w3.org/2001/XMLSchema" xmlns:p="http://schemas.microsoft.com/office/2006/metadata/properties" xmlns:ns2="ec03855f-4e58-4bd4-8ce9-3e5191a2da57" xmlns:ns3="e1d10421-5d3e-41ae-890f-88fa571bd150" targetNamespace="http://schemas.microsoft.com/office/2006/metadata/properties" ma:root="true" ma:fieldsID="c0232e2fda7e428c6f9dda7c9ee2a892" ns2:_="" ns3:_="">
    <xsd:import namespace="ec03855f-4e58-4bd4-8ce9-3e5191a2da57"/>
    <xsd:import namespace="e1d10421-5d3e-41ae-890f-88fa571bd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3855f-4e58-4bd4-8ce9-3e5191a2d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2582bdd4-a831-48fc-b722-5d926f6ae8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10421-5d3e-41ae-890f-88fa571bd15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9e05a79-32c0-4197-b786-bed0ad723bc2}" ma:internalName="TaxCatchAll" ma:showField="CatchAllData" ma:web="e1d10421-5d3e-41ae-890f-88fa571bd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ACAEC8-709A-40FA-8B5E-1F8781538527}">
  <ds:schemaRefs>
    <ds:schemaRef ds:uri="e1d10421-5d3e-41ae-890f-88fa571bd150"/>
    <ds:schemaRef ds:uri="ec03855f-4e58-4bd4-8ce9-3e5191a2da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F8B655-F016-4DDD-9774-1583C098A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247A19-ACB9-4958-993B-9F92F76C95B5}">
  <ds:schemaRefs>
    <ds:schemaRef ds:uri="e1d10421-5d3e-41ae-890f-88fa571bd150"/>
    <ds:schemaRef ds:uri="ec03855f-4e58-4bd4-8ce9-3e5191a2da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1064</Words>
  <Application>Microsoft Macintosh PowerPoint</Application>
  <PresentationFormat>ユーザー設定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Yu Gothic UI</vt:lpstr>
      <vt:lpstr>游ゴシック</vt:lpstr>
      <vt:lpstr>Arial</vt:lpstr>
      <vt:lpstr>Wingdings</vt:lpstr>
      <vt:lpstr>Wingdings 2</vt:lpstr>
      <vt:lpstr>Office Theme</vt:lpstr>
      <vt:lpstr>PowerPoint プレゼンテーション</vt:lpstr>
      <vt:lpstr>標準カラーパレット </vt:lpstr>
      <vt:lpstr>Title（Yu Gothic UI フォント22pt） </vt:lpstr>
      <vt:lpstr>スライドレイアウト① </vt:lpstr>
      <vt:lpstr>スライドレイアウト② </vt:lpstr>
      <vt:lpstr>スライドレイアウト③ </vt:lpstr>
      <vt:lpstr>スライドレイアウト④ </vt:lpstr>
      <vt:lpstr>スライドレイアウト⑥ </vt:lpstr>
      <vt:lpstr>スライドレイアウト⑦ </vt:lpstr>
      <vt:lpstr>スライドレイアウト⑧ </vt:lpstr>
      <vt:lpstr>スライドレイアウト⑨ </vt:lpstr>
      <vt:lpstr>スライドレイアウト⑩ </vt:lpstr>
      <vt:lpstr>スライドレイアウト⑪ </vt:lpstr>
      <vt:lpstr>目次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kyouyou13</dc:creator>
  <cp:lastModifiedBy>中丸 峻一</cp:lastModifiedBy>
  <cp:revision>2</cp:revision>
  <cp:lastPrinted>2025-09-22T09:16:40Z</cp:lastPrinted>
  <dcterms:created xsi:type="dcterms:W3CDTF">2022-05-20T02:40:37Z</dcterms:created>
  <dcterms:modified xsi:type="dcterms:W3CDTF">2026-05-01T08:35:10Z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2022-05-20T00:00:00Z</vt:filetime>
  </property>
  <property fmtid="{D5CDD505-2E9C-101B-9397-08002B2CF9AE}" pid="5" name="MediaServiceImageTags">
    <vt:lpwstr/>
  </property>
  <property fmtid="{D5CDD505-2E9C-101B-9397-08002B2CF9AE}" pid="6" name="ContentTypeId">
    <vt:lpwstr>0x010100FFF2E54248E46B4DAF6EB6C044AEA5B0</vt:lpwstr>
  </property>
</Properties>
</file>