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2192000" cy="6858000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50972-F739-E64F-B89B-F8DC9A67C5C0}" v="8" dt="2026-03-11T23:20:43.764"/>
    <p1510:client id="{AC588B71-8A63-AE44-991A-D134873EC35A}" v="4" dt="2026-03-11T12:17:57.619"/>
    <p1510:client id="{AC71AC63-65A3-FA46-A3AA-1221D2AE86AD}" v="6" dt="2026-03-11T23:24:21.568"/>
    <p1510:client id="{B7E86ACD-5EA5-E742-AB41-44653F6081ED}" v="8" dt="2026-03-11T13:02:39.145"/>
    <p1510:client id="{C38BC633-0087-6448-8FDB-8A9EB8EAED37}" v="42" dt="2026-03-12T03:21:38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03"/>
    <p:restoredTop sz="96245"/>
  </p:normalViewPr>
  <p:slideViewPr>
    <p:cSldViewPr snapToGrid="0">
      <p:cViewPr>
        <p:scale>
          <a:sx n="71" d="100"/>
          <a:sy n="71" d="100"/>
        </p:scale>
        <p:origin x="344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B7E86ACD-5EA5-E742-AB41-44653F6081ED}"/>
    <pc:docChg chg="custSel modSld">
      <pc:chgData name="福元 允亮" userId="12e1d508-426e-4c6a-b43b-7681266f9ca9" providerId="ADAL" clId="{B7E86ACD-5EA5-E742-AB41-44653F6081ED}" dt="2026-03-11T13:03:11.809" v="116" actId="403"/>
      <pc:docMkLst>
        <pc:docMk/>
      </pc:docMkLst>
      <pc:sldChg chg="addSp delSp modSp mod">
        <pc:chgData name="福元 允亮" userId="12e1d508-426e-4c6a-b43b-7681266f9ca9" providerId="ADAL" clId="{B7E86ACD-5EA5-E742-AB41-44653F6081ED}" dt="2026-03-11T13:03:11.809" v="116" actId="403"/>
        <pc:sldMkLst>
          <pc:docMk/>
          <pc:sldMk cId="3001053428" sldId="2147480764"/>
        </pc:sldMkLst>
        <pc:spChg chg="add mod">
          <ac:chgData name="福元 允亮" userId="12e1d508-426e-4c6a-b43b-7681266f9ca9" providerId="ADAL" clId="{B7E86ACD-5EA5-E742-AB41-44653F6081ED}" dt="2026-03-11T13:02:08.854" v="92" actId="403"/>
          <ac:spMkLst>
            <pc:docMk/>
            <pc:sldMk cId="3001053428" sldId="2147480764"/>
            <ac:spMk id="4" creationId="{EED1F8EE-78B0-ADEE-9E25-8B21766B01B4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5" creationId="{4A7177CA-161C-EF85-103E-002BC2F1B127}"/>
          </ac:spMkLst>
        </pc:spChg>
        <pc:spChg chg="add mod">
          <ac:chgData name="福元 允亮" userId="12e1d508-426e-4c6a-b43b-7681266f9ca9" providerId="ADAL" clId="{B7E86ACD-5EA5-E742-AB41-44653F6081ED}" dt="2026-03-11T13:02:24.097" v="97" actId="1076"/>
          <ac:spMkLst>
            <pc:docMk/>
            <pc:sldMk cId="3001053428" sldId="2147480764"/>
            <ac:spMk id="6" creationId="{940CCD50-BE76-9829-3C61-2D17F3E653B3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7" creationId="{3F365AD3-3289-7FCC-02A4-BF0A822B1698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9" creationId="{D808B6FB-920A-72E3-D944-16E4A6D79FA1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1" creationId="{BBFE2257-884C-D1DE-733F-E7784E049A56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3" creationId="{1F9D2BEE-10F8-EB1A-AEE2-76A3E0267C38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4" creationId="{3067527B-49FF-DC9B-84FE-F3739DD0CEFD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6" creationId="{36736F15-70C7-3D0F-4DBA-C7587223FD40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8" creationId="{149BA5AE-3E3B-69C2-46FA-92B09F97239F}"/>
          </ac:spMkLst>
        </pc:spChg>
        <pc:spChg chg="add mod">
          <ac:chgData name="福元 允亮" userId="12e1d508-426e-4c6a-b43b-7681266f9ca9" providerId="ADAL" clId="{B7E86ACD-5EA5-E742-AB41-44653F6081ED}" dt="2026-03-11T13:02:36.971" v="103" actId="14100"/>
          <ac:spMkLst>
            <pc:docMk/>
            <pc:sldMk cId="3001053428" sldId="2147480764"/>
            <ac:spMk id="24" creationId="{6872BE3F-0407-A386-EF43-BBFD0FB24C95}"/>
          </ac:spMkLst>
        </pc:spChg>
        <pc:spChg chg="add mod">
          <ac:chgData name="福元 允亮" userId="12e1d508-426e-4c6a-b43b-7681266f9ca9" providerId="ADAL" clId="{B7E86ACD-5EA5-E742-AB41-44653F6081ED}" dt="2026-03-11T13:02:16.946" v="95" actId="571"/>
          <ac:spMkLst>
            <pc:docMk/>
            <pc:sldMk cId="3001053428" sldId="2147480764"/>
            <ac:spMk id="29" creationId="{0DE24B55-8A7E-95AD-1C55-4862574CCB6B}"/>
          </ac:spMkLst>
        </pc:spChg>
        <pc:spChg chg="add mod">
          <ac:chgData name="福元 允亮" userId="12e1d508-426e-4c6a-b43b-7681266f9ca9" providerId="ADAL" clId="{B7E86ACD-5EA5-E742-AB41-44653F6081ED}" dt="2026-03-11T13:02:39.145" v="104" actId="571"/>
          <ac:spMkLst>
            <pc:docMk/>
            <pc:sldMk cId="3001053428" sldId="2147480764"/>
            <ac:spMk id="32" creationId="{E1994D04-1846-0EDE-64ED-44A2FE79C29B}"/>
          </ac:spMkLst>
        </pc:spChg>
        <pc:spChg chg="add mod">
          <ac:chgData name="福元 允亮" userId="12e1d508-426e-4c6a-b43b-7681266f9ca9" providerId="ADAL" clId="{B7E86ACD-5EA5-E742-AB41-44653F6081ED}" dt="2026-03-11T13:03:11.809" v="116" actId="403"/>
          <ac:spMkLst>
            <pc:docMk/>
            <pc:sldMk cId="3001053428" sldId="2147480764"/>
            <ac:spMk id="33" creationId="{D0160BD6-1921-D6C3-D5B1-BB6C037DB341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55" creationId="{ED6C6249-F2DD-1D32-FEC2-BCA507AB235B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57" creationId="{318AA689-5C77-F624-D2CA-32C4DBE817BA}"/>
          </ac:spMkLst>
        </pc:spChg>
        <pc:cxnChg chg="add mod">
          <ac:chgData name="福元 允亮" userId="12e1d508-426e-4c6a-b43b-7681266f9ca9" providerId="ADAL" clId="{B7E86ACD-5EA5-E742-AB41-44653F6081ED}" dt="2026-03-11T13:02:32.027" v="102" actId="14100"/>
          <ac:cxnSpMkLst>
            <pc:docMk/>
            <pc:sldMk cId="3001053428" sldId="2147480764"/>
            <ac:cxnSpMk id="20" creationId="{0B6D1EDF-E3E5-74AF-A8B7-85AF8DB6249A}"/>
          </ac:cxnSpMkLst>
        </pc:cxnChg>
        <pc:cxnChg chg="add mod">
          <ac:chgData name="福元 允亮" userId="12e1d508-426e-4c6a-b43b-7681266f9ca9" providerId="ADAL" clId="{B7E86ACD-5EA5-E742-AB41-44653F6081ED}" dt="2026-03-11T13:02:16.946" v="95" actId="571"/>
          <ac:cxnSpMkLst>
            <pc:docMk/>
            <pc:sldMk cId="3001053428" sldId="2147480764"/>
            <ac:cxnSpMk id="27" creationId="{41DAFBEE-2ADF-2CA8-A80A-D41E86097C75}"/>
          </ac:cxnSpMkLst>
        </pc:cxnChg>
        <pc:cxnChg chg="add mod">
          <ac:chgData name="福元 允亮" userId="12e1d508-426e-4c6a-b43b-7681266f9ca9" providerId="ADAL" clId="{B7E86ACD-5EA5-E742-AB41-44653F6081ED}" dt="2026-03-11T13:02:32.027" v="102" actId="14100"/>
          <ac:cxnSpMkLst>
            <pc:docMk/>
            <pc:sldMk cId="3001053428" sldId="2147480764"/>
            <ac:cxnSpMk id="30" creationId="{91B08BBB-FA28-D7F1-67A6-5E4B0F46D713}"/>
          </ac:cxnSpMkLst>
        </pc:cxnChg>
      </pc:sldChg>
    </pc:docChg>
  </pc:docChgLst>
  <pc:docChgLst>
    <pc:chgData name="福元 允亮" userId="12e1d508-426e-4c6a-b43b-7681266f9ca9" providerId="ADAL" clId="{6EA50972-F739-E64F-B89B-F8DC9A67C5C0}"/>
    <pc:docChg chg="undo custSel modSld">
      <pc:chgData name="福元 允亮" userId="12e1d508-426e-4c6a-b43b-7681266f9ca9" providerId="ADAL" clId="{6EA50972-F739-E64F-B89B-F8DC9A67C5C0}" dt="2026-03-11T23:21:44.766" v="157" actId="1036"/>
      <pc:docMkLst>
        <pc:docMk/>
      </pc:docMkLst>
      <pc:sldChg chg="addSp delSp modSp mod">
        <pc:chgData name="福元 允亮" userId="12e1d508-426e-4c6a-b43b-7681266f9ca9" providerId="ADAL" clId="{6EA50972-F739-E64F-B89B-F8DC9A67C5C0}" dt="2026-03-11T23:21:44.766" v="157" actId="1036"/>
        <pc:sldMkLst>
          <pc:docMk/>
          <pc:sldMk cId="3001053428" sldId="2147480764"/>
        </pc:sldMkLst>
        <pc:spChg chg="mod">
          <ac:chgData name="福元 允亮" userId="12e1d508-426e-4c6a-b43b-7681266f9ca9" providerId="ADAL" clId="{6EA50972-F739-E64F-B89B-F8DC9A67C5C0}" dt="2026-03-11T23:21:44.766" v="157" actId="1036"/>
          <ac:spMkLst>
            <pc:docMk/>
            <pc:sldMk cId="3001053428" sldId="2147480764"/>
            <ac:spMk id="4" creationId="{EED1F8EE-78B0-ADEE-9E25-8B21766B01B4}"/>
          </ac:spMkLst>
        </pc:spChg>
        <pc:spChg chg="add mod">
          <ac:chgData name="福元 允亮" userId="12e1d508-426e-4c6a-b43b-7681266f9ca9" providerId="ADAL" clId="{6EA50972-F739-E64F-B89B-F8DC9A67C5C0}" dt="2026-03-11T23:17:50.510" v="30" actId="14861"/>
          <ac:spMkLst>
            <pc:docMk/>
            <pc:sldMk cId="3001053428" sldId="2147480764"/>
            <ac:spMk id="5" creationId="{9F96D6E4-67DE-7362-372D-2CB700DD8619}"/>
          </ac:spMkLst>
        </pc:spChg>
        <pc:spChg chg="del">
          <ac:chgData name="福元 允亮" userId="12e1d508-426e-4c6a-b43b-7681266f9ca9" providerId="ADAL" clId="{6EA50972-F739-E64F-B89B-F8DC9A67C5C0}" dt="2026-03-11T23:17:58.639" v="31" actId="478"/>
          <ac:spMkLst>
            <pc:docMk/>
            <pc:sldMk cId="3001053428" sldId="2147480764"/>
            <ac:spMk id="6" creationId="{940CCD50-BE76-9829-3C61-2D17F3E653B3}"/>
          </ac:spMkLst>
        </pc:spChg>
        <pc:spChg chg="add mod">
          <ac:chgData name="福元 允亮" userId="12e1d508-426e-4c6a-b43b-7681266f9ca9" providerId="ADAL" clId="{6EA50972-F739-E64F-B89B-F8DC9A67C5C0}" dt="2026-03-11T23:17:50.510" v="30" actId="14861"/>
          <ac:spMkLst>
            <pc:docMk/>
            <pc:sldMk cId="3001053428" sldId="2147480764"/>
            <ac:spMk id="7" creationId="{2345FD41-D114-EF45-6229-2355B5C30663}"/>
          </ac:spMkLst>
        </pc:spChg>
        <pc:spChg chg="add mod">
          <ac:chgData name="福元 允亮" userId="12e1d508-426e-4c6a-b43b-7681266f9ca9" providerId="ADAL" clId="{6EA50972-F739-E64F-B89B-F8DC9A67C5C0}" dt="2026-03-11T23:17:50.510" v="30" actId="14861"/>
          <ac:spMkLst>
            <pc:docMk/>
            <pc:sldMk cId="3001053428" sldId="2147480764"/>
            <ac:spMk id="8" creationId="{291572FA-E6BF-C1CA-894D-4434CE74B6D5}"/>
          </ac:spMkLst>
        </pc:spChg>
        <pc:spChg chg="add mod">
          <ac:chgData name="福元 允亮" userId="12e1d508-426e-4c6a-b43b-7681266f9ca9" providerId="ADAL" clId="{6EA50972-F739-E64F-B89B-F8DC9A67C5C0}" dt="2026-03-11T23:20:31.139" v="129" actId="20577"/>
          <ac:spMkLst>
            <pc:docMk/>
            <pc:sldMk cId="3001053428" sldId="2147480764"/>
            <ac:spMk id="9" creationId="{2EA3312E-7543-1D8C-659D-62464FA47E37}"/>
          </ac:spMkLst>
        </pc:spChg>
        <pc:spChg chg="add mod">
          <ac:chgData name="福元 允亮" userId="12e1d508-426e-4c6a-b43b-7681266f9ca9" providerId="ADAL" clId="{6EA50972-F739-E64F-B89B-F8DC9A67C5C0}" dt="2026-03-11T23:20:40.663" v="137" actId="20577"/>
          <ac:spMkLst>
            <pc:docMk/>
            <pc:sldMk cId="3001053428" sldId="2147480764"/>
            <ac:spMk id="10" creationId="{EC57CD14-AE92-C606-A361-0E06329F877C}"/>
          </ac:spMkLst>
        </pc:spChg>
        <pc:spChg chg="add mod">
          <ac:chgData name="福元 允亮" userId="12e1d508-426e-4c6a-b43b-7681266f9ca9" providerId="ADAL" clId="{6EA50972-F739-E64F-B89B-F8DC9A67C5C0}" dt="2026-03-11T23:20:47.052" v="145" actId="20577"/>
          <ac:spMkLst>
            <pc:docMk/>
            <pc:sldMk cId="3001053428" sldId="2147480764"/>
            <ac:spMk id="11" creationId="{140E7609-2841-8432-B969-F71CA8E2D723}"/>
          </ac:spMkLst>
        </pc:spChg>
        <pc:spChg chg="del">
          <ac:chgData name="福元 允亮" userId="12e1d508-426e-4c6a-b43b-7681266f9ca9" providerId="ADAL" clId="{6EA50972-F739-E64F-B89B-F8DC9A67C5C0}" dt="2026-03-11T23:16:25.229" v="0" actId="478"/>
          <ac:spMkLst>
            <pc:docMk/>
            <pc:sldMk cId="3001053428" sldId="2147480764"/>
            <ac:spMk id="24" creationId="{6872BE3F-0407-A386-EF43-BBFD0FB24C95}"/>
          </ac:spMkLst>
        </pc:spChg>
        <pc:spChg chg="del">
          <ac:chgData name="福元 允亮" userId="12e1d508-426e-4c6a-b43b-7681266f9ca9" providerId="ADAL" clId="{6EA50972-F739-E64F-B89B-F8DC9A67C5C0}" dt="2026-03-11T23:16:25.229" v="0" actId="478"/>
          <ac:spMkLst>
            <pc:docMk/>
            <pc:sldMk cId="3001053428" sldId="2147480764"/>
            <ac:spMk id="32" creationId="{E1994D04-1846-0EDE-64ED-44A2FE79C29B}"/>
          </ac:spMkLst>
        </pc:spChg>
        <pc:spChg chg="del">
          <ac:chgData name="福元 允亮" userId="12e1d508-426e-4c6a-b43b-7681266f9ca9" providerId="ADAL" clId="{6EA50972-F739-E64F-B89B-F8DC9A67C5C0}" dt="2026-03-11T23:17:58.639" v="31" actId="478"/>
          <ac:spMkLst>
            <pc:docMk/>
            <pc:sldMk cId="3001053428" sldId="2147480764"/>
            <ac:spMk id="33" creationId="{D0160BD6-1921-D6C3-D5B1-BB6C037DB341}"/>
          </ac:spMkLst>
        </pc:spChg>
        <pc:cxnChg chg="mod">
          <ac:chgData name="福元 允亮" userId="12e1d508-426e-4c6a-b43b-7681266f9ca9" providerId="ADAL" clId="{6EA50972-F739-E64F-B89B-F8DC9A67C5C0}" dt="2026-03-11T23:21:44.766" v="157" actId="1036"/>
          <ac:cxnSpMkLst>
            <pc:docMk/>
            <pc:sldMk cId="3001053428" sldId="2147480764"/>
            <ac:cxnSpMk id="20" creationId="{0B6D1EDF-E3E5-74AF-A8B7-85AF8DB6249A}"/>
          </ac:cxnSpMkLst>
        </pc:cxnChg>
        <pc:cxnChg chg="del">
          <ac:chgData name="福元 允亮" userId="12e1d508-426e-4c6a-b43b-7681266f9ca9" providerId="ADAL" clId="{6EA50972-F739-E64F-B89B-F8DC9A67C5C0}" dt="2026-03-11T23:17:58.639" v="31" actId="478"/>
          <ac:cxnSpMkLst>
            <pc:docMk/>
            <pc:sldMk cId="3001053428" sldId="2147480764"/>
            <ac:cxnSpMk id="30" creationId="{91B08BBB-FA28-D7F1-67A6-5E4B0F46D713}"/>
          </ac:cxnSpMkLst>
        </pc:cxnChg>
      </pc:sldChg>
    </pc:docChg>
  </pc:docChgLst>
  <pc:docChgLst>
    <pc:chgData name="福元 允亮" userId="12e1d508-426e-4c6a-b43b-7681266f9ca9" providerId="ADAL" clId="{AC71AC63-65A3-FA46-A3AA-1221D2AE86AD}"/>
    <pc:docChg chg="modSld">
      <pc:chgData name="福元 允亮" userId="12e1d508-426e-4c6a-b43b-7681266f9ca9" providerId="ADAL" clId="{AC71AC63-65A3-FA46-A3AA-1221D2AE86AD}" dt="2026-03-11T23:24:35.073" v="44" actId="165"/>
      <pc:docMkLst>
        <pc:docMk/>
      </pc:docMkLst>
      <pc:sldChg chg="addSp delSp modSp mod">
        <pc:chgData name="福元 允亮" userId="12e1d508-426e-4c6a-b43b-7681266f9ca9" providerId="ADAL" clId="{AC71AC63-65A3-FA46-A3AA-1221D2AE86AD}" dt="2026-03-11T23:24:35.073" v="44" actId="165"/>
        <pc:sldMkLst>
          <pc:docMk/>
          <pc:sldMk cId="3001053428" sldId="2147480764"/>
        </pc:sldMkLst>
        <pc:spChg chg="topLvl">
          <ac:chgData name="福元 允亮" userId="12e1d508-426e-4c6a-b43b-7681266f9ca9" providerId="ADAL" clId="{AC71AC63-65A3-FA46-A3AA-1221D2AE86AD}" dt="2026-03-11T23:23:30.710" v="2" actId="165"/>
          <ac:spMkLst>
            <pc:docMk/>
            <pc:sldMk cId="3001053428" sldId="2147480764"/>
            <ac:spMk id="5" creationId="{9F96D6E4-67DE-7362-372D-2CB700DD8619}"/>
          </ac:spMkLst>
        </pc:spChg>
        <pc:spChg chg="topLvl">
          <ac:chgData name="福元 允亮" userId="12e1d508-426e-4c6a-b43b-7681266f9ca9" providerId="ADAL" clId="{AC71AC63-65A3-FA46-A3AA-1221D2AE86AD}" dt="2026-03-11T23:23:30.710" v="2" actId="165"/>
          <ac:spMkLst>
            <pc:docMk/>
            <pc:sldMk cId="3001053428" sldId="2147480764"/>
            <ac:spMk id="7" creationId="{2345FD41-D114-EF45-6229-2355B5C30663}"/>
          </ac:spMkLst>
        </pc:spChg>
        <pc:spChg chg="topLvl">
          <ac:chgData name="福元 允亮" userId="12e1d508-426e-4c6a-b43b-7681266f9ca9" providerId="ADAL" clId="{AC71AC63-65A3-FA46-A3AA-1221D2AE86AD}" dt="2026-03-11T23:23:30.710" v="2" actId="165"/>
          <ac:spMkLst>
            <pc:docMk/>
            <pc:sldMk cId="3001053428" sldId="2147480764"/>
            <ac:spMk id="8" creationId="{291572FA-E6BF-C1CA-894D-4434CE74B6D5}"/>
          </ac:spMkLst>
        </pc:spChg>
        <pc:spChg chg="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9" creationId="{2EA3312E-7543-1D8C-659D-62464FA47E37}"/>
          </ac:spMkLst>
        </pc:spChg>
        <pc:spChg chg="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10" creationId="{EC57CD14-AE92-C606-A361-0E06329F877C}"/>
          </ac:spMkLst>
        </pc:spChg>
        <pc:spChg chg="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11" creationId="{140E7609-2841-8432-B969-F71CA8E2D723}"/>
          </ac:spMkLst>
        </pc:spChg>
        <pc:spChg chg="add mod">
          <ac:chgData name="福元 允亮" userId="12e1d508-426e-4c6a-b43b-7681266f9ca9" providerId="ADAL" clId="{AC71AC63-65A3-FA46-A3AA-1221D2AE86AD}" dt="2026-03-11T23:23:37.639" v="5" actId="20577"/>
          <ac:spMkLst>
            <pc:docMk/>
            <pc:sldMk cId="3001053428" sldId="2147480764"/>
            <ac:spMk id="12" creationId="{385A2BE0-D69A-345D-084A-7F15D3C456BF}"/>
          </ac:spMkLst>
        </pc:spChg>
        <pc:spChg chg="add mod">
          <ac:chgData name="福元 允亮" userId="12e1d508-426e-4c6a-b43b-7681266f9ca9" providerId="ADAL" clId="{AC71AC63-65A3-FA46-A3AA-1221D2AE86AD}" dt="2026-03-11T23:23:58.758" v="30" actId="20577"/>
          <ac:spMkLst>
            <pc:docMk/>
            <pc:sldMk cId="3001053428" sldId="2147480764"/>
            <ac:spMk id="13" creationId="{C85716EF-8666-A262-C86A-FA0E9790564D}"/>
          </ac:spMkLst>
        </pc:spChg>
        <pc:spChg chg="add 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14" creationId="{9A1AF2A1-DBBE-EB67-2F7F-2275843E1582}"/>
          </ac:spMkLst>
        </pc:spChg>
        <pc:spChg chg="add 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15" creationId="{C2C386CD-B3A8-6AC3-1218-3C00EE2E8006}"/>
          </ac:spMkLst>
        </pc:spChg>
        <pc:grpChg chg="add del mod">
          <ac:chgData name="福元 允亮" userId="12e1d508-426e-4c6a-b43b-7681266f9ca9" providerId="ADAL" clId="{AC71AC63-65A3-FA46-A3AA-1221D2AE86AD}" dt="2026-03-11T23:23:30.710" v="2" actId="165"/>
          <ac:grpSpMkLst>
            <pc:docMk/>
            <pc:sldMk cId="3001053428" sldId="2147480764"/>
            <ac:grpSpMk id="6" creationId="{6BC33807-5C60-936F-192A-6E4047D70816}"/>
          </ac:grpSpMkLst>
        </pc:grpChg>
        <pc:grpChg chg="add del mod">
          <ac:chgData name="福元 允亮" userId="12e1d508-426e-4c6a-b43b-7681266f9ca9" providerId="ADAL" clId="{AC71AC63-65A3-FA46-A3AA-1221D2AE86AD}" dt="2026-03-11T23:24:35.073" v="44" actId="165"/>
          <ac:grpSpMkLst>
            <pc:docMk/>
            <pc:sldMk cId="3001053428" sldId="2147480764"/>
            <ac:grpSpMk id="16" creationId="{FBB0D717-FBD4-C17B-68B4-BAF1264C1671}"/>
          </ac:grpSpMkLst>
        </pc:grpChg>
      </pc:sldChg>
    </pc:docChg>
  </pc:docChgLst>
  <pc:docChgLst>
    <pc:chgData name="福元 允亮" userId="12e1d508-426e-4c6a-b43b-7681266f9ca9" providerId="ADAL" clId="{C38BC633-0087-6448-8FDB-8A9EB8EAED37}"/>
    <pc:docChg chg="undo custSel modSld">
      <pc:chgData name="福元 允亮" userId="12e1d508-426e-4c6a-b43b-7681266f9ca9" providerId="ADAL" clId="{C38BC633-0087-6448-8FDB-8A9EB8EAED37}" dt="2026-03-12T03:32:54.028" v="723" actId="3064"/>
      <pc:docMkLst>
        <pc:docMk/>
      </pc:docMkLst>
      <pc:sldChg chg="addSp delSp modSp mod">
        <pc:chgData name="福元 允亮" userId="12e1d508-426e-4c6a-b43b-7681266f9ca9" providerId="ADAL" clId="{C38BC633-0087-6448-8FDB-8A9EB8EAED37}" dt="2026-03-12T03:32:54.028" v="723" actId="3064"/>
        <pc:sldMkLst>
          <pc:docMk/>
          <pc:sldMk cId="3001053428" sldId="2147480764"/>
        </pc:sldMkLst>
        <pc:spChg chg="mod">
          <ac:chgData name="福元 允亮" userId="12e1d508-426e-4c6a-b43b-7681266f9ca9" providerId="ADAL" clId="{C38BC633-0087-6448-8FDB-8A9EB8EAED37}" dt="2026-03-12T01:15:55.675" v="274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C38BC633-0087-6448-8FDB-8A9EB8EAED37}" dt="2026-03-12T01:15:58.318" v="309" actId="20577"/>
          <ac:spMkLst>
            <pc:docMk/>
            <pc:sldMk cId="3001053428" sldId="2147480764"/>
            <ac:spMk id="3" creationId="{12D73F1F-49C9-5A45-B9E8-D6F68FC949FD}"/>
          </ac:spMkLst>
        </pc:spChg>
        <pc:spChg chg="add del mod modVis">
          <ac:chgData name="福元 允亮" userId="12e1d508-426e-4c6a-b43b-7681266f9ca9" providerId="ADAL" clId="{C38BC633-0087-6448-8FDB-8A9EB8EAED37}" dt="2026-03-12T01:15:54.863" v="259"/>
          <ac:spMkLst>
            <pc:docMk/>
            <pc:sldMk cId="3001053428" sldId="2147480764"/>
            <ac:spMk id="4" creationId="{7AEC3E0E-2BD0-778B-DE26-E4D68345B65E}"/>
          </ac:spMkLst>
        </pc:spChg>
        <pc:spChg chg="del">
          <ac:chgData name="福元 允亮" userId="12e1d508-426e-4c6a-b43b-7681266f9ca9" providerId="ADAL" clId="{C38BC633-0087-6448-8FDB-8A9EB8EAED37}" dt="2026-03-11T23:27:11.974" v="37" actId="478"/>
          <ac:spMkLst>
            <pc:docMk/>
            <pc:sldMk cId="3001053428" sldId="2147480764"/>
            <ac:spMk id="4" creationId="{EED1F8EE-78B0-ADEE-9E25-8B21766B01B4}"/>
          </ac:spMkLst>
        </pc:spChg>
        <pc:spChg chg="del">
          <ac:chgData name="福元 允亮" userId="12e1d508-426e-4c6a-b43b-7681266f9ca9" providerId="ADAL" clId="{C38BC633-0087-6448-8FDB-8A9EB8EAED37}" dt="2026-03-11T23:26:07.547" v="1" actId="478"/>
          <ac:spMkLst>
            <pc:docMk/>
            <pc:sldMk cId="3001053428" sldId="2147480764"/>
            <ac:spMk id="5" creationId="{9F96D6E4-67DE-7362-372D-2CB700DD8619}"/>
          </ac:spMkLst>
        </pc:spChg>
        <pc:spChg chg="add mod topLvl">
          <ac:chgData name="福元 允亮" userId="12e1d508-426e-4c6a-b43b-7681266f9ca9" providerId="ADAL" clId="{C38BC633-0087-6448-8FDB-8A9EB8EAED37}" dt="2026-03-12T03:21:19.882" v="687" actId="20577"/>
          <ac:spMkLst>
            <pc:docMk/>
            <pc:sldMk cId="3001053428" sldId="2147480764"/>
            <ac:spMk id="6" creationId="{D6359AB8-4679-FB1D-3F44-5F51D9FACEBE}"/>
          </ac:spMkLst>
        </pc:spChg>
        <pc:spChg chg="del">
          <ac:chgData name="福元 允亮" userId="12e1d508-426e-4c6a-b43b-7681266f9ca9" providerId="ADAL" clId="{C38BC633-0087-6448-8FDB-8A9EB8EAED37}" dt="2026-03-11T23:26:07.547" v="1" actId="478"/>
          <ac:spMkLst>
            <pc:docMk/>
            <pc:sldMk cId="3001053428" sldId="2147480764"/>
            <ac:spMk id="7" creationId="{2345FD41-D114-EF45-6229-2355B5C30663}"/>
          </ac:spMkLst>
        </pc:spChg>
        <pc:spChg chg="add del mod modVis">
          <ac:chgData name="福元 允亮" userId="12e1d508-426e-4c6a-b43b-7681266f9ca9" providerId="ADAL" clId="{C38BC633-0087-6448-8FDB-8A9EB8EAED37}" dt="2026-03-12T01:15:55.696" v="296"/>
          <ac:spMkLst>
            <pc:docMk/>
            <pc:sldMk cId="3001053428" sldId="2147480764"/>
            <ac:spMk id="7" creationId="{F9C888B2-A5C0-2590-9688-89C9A4847609}"/>
          </ac:spMkLst>
        </pc:spChg>
        <pc:spChg chg="del">
          <ac:chgData name="福元 允亮" userId="12e1d508-426e-4c6a-b43b-7681266f9ca9" providerId="ADAL" clId="{C38BC633-0087-6448-8FDB-8A9EB8EAED37}" dt="2026-03-11T23:26:07.547" v="1" actId="478"/>
          <ac:spMkLst>
            <pc:docMk/>
            <pc:sldMk cId="3001053428" sldId="2147480764"/>
            <ac:spMk id="8" creationId="{291572FA-E6BF-C1CA-894D-4434CE74B6D5}"/>
          </ac:spMkLst>
        </pc:spChg>
        <pc:spChg chg="del">
          <ac:chgData name="福元 允亮" userId="12e1d508-426e-4c6a-b43b-7681266f9ca9" providerId="ADAL" clId="{C38BC633-0087-6448-8FDB-8A9EB8EAED37}" dt="2026-03-11T23:25:08.205" v="0" actId="478"/>
          <ac:spMkLst>
            <pc:docMk/>
            <pc:sldMk cId="3001053428" sldId="2147480764"/>
            <ac:spMk id="9" creationId="{2EA3312E-7543-1D8C-659D-62464FA47E37}"/>
          </ac:spMkLst>
        </pc:spChg>
        <pc:spChg chg="del">
          <ac:chgData name="福元 允亮" userId="12e1d508-426e-4c6a-b43b-7681266f9ca9" providerId="ADAL" clId="{C38BC633-0087-6448-8FDB-8A9EB8EAED37}" dt="2026-03-11T23:25:08.205" v="0" actId="478"/>
          <ac:spMkLst>
            <pc:docMk/>
            <pc:sldMk cId="3001053428" sldId="2147480764"/>
            <ac:spMk id="10" creationId="{EC57CD14-AE92-C606-A361-0E06329F877C}"/>
          </ac:spMkLst>
        </pc:spChg>
        <pc:spChg chg="del">
          <ac:chgData name="福元 允亮" userId="12e1d508-426e-4c6a-b43b-7681266f9ca9" providerId="ADAL" clId="{C38BC633-0087-6448-8FDB-8A9EB8EAED37}" dt="2026-03-11T23:25:08.205" v="0" actId="478"/>
          <ac:spMkLst>
            <pc:docMk/>
            <pc:sldMk cId="3001053428" sldId="2147480764"/>
            <ac:spMk id="11" creationId="{140E7609-2841-8432-B969-F71CA8E2D723}"/>
          </ac:spMkLst>
        </pc:spChg>
        <pc:spChg chg="del">
          <ac:chgData name="福元 允亮" userId="12e1d508-426e-4c6a-b43b-7681266f9ca9" providerId="ADAL" clId="{C38BC633-0087-6448-8FDB-8A9EB8EAED37}" dt="2026-03-11T23:26:07.547" v="1" actId="478"/>
          <ac:spMkLst>
            <pc:docMk/>
            <pc:sldMk cId="3001053428" sldId="2147480764"/>
            <ac:spMk id="12" creationId="{385A2BE0-D69A-345D-084A-7F15D3C456BF}"/>
          </ac:spMkLst>
        </pc:spChg>
        <pc:spChg chg="del">
          <ac:chgData name="福元 允亮" userId="12e1d508-426e-4c6a-b43b-7681266f9ca9" providerId="ADAL" clId="{C38BC633-0087-6448-8FDB-8A9EB8EAED37}" dt="2026-03-11T23:26:07.547" v="1" actId="478"/>
          <ac:spMkLst>
            <pc:docMk/>
            <pc:sldMk cId="3001053428" sldId="2147480764"/>
            <ac:spMk id="13" creationId="{C85716EF-8666-A262-C86A-FA0E9790564D}"/>
          </ac:spMkLst>
        </pc:spChg>
        <pc:spChg chg="del">
          <ac:chgData name="福元 允亮" userId="12e1d508-426e-4c6a-b43b-7681266f9ca9" providerId="ADAL" clId="{C38BC633-0087-6448-8FDB-8A9EB8EAED37}" dt="2026-03-11T23:25:08.205" v="0" actId="478"/>
          <ac:spMkLst>
            <pc:docMk/>
            <pc:sldMk cId="3001053428" sldId="2147480764"/>
            <ac:spMk id="14" creationId="{9A1AF2A1-DBBE-EB67-2F7F-2275843E1582}"/>
          </ac:spMkLst>
        </pc:spChg>
        <pc:spChg chg="del">
          <ac:chgData name="福元 允亮" userId="12e1d508-426e-4c6a-b43b-7681266f9ca9" providerId="ADAL" clId="{C38BC633-0087-6448-8FDB-8A9EB8EAED37}" dt="2026-03-11T23:25:08.205" v="0" actId="478"/>
          <ac:spMkLst>
            <pc:docMk/>
            <pc:sldMk cId="3001053428" sldId="2147480764"/>
            <ac:spMk id="15" creationId="{C2C386CD-B3A8-6AC3-1218-3C00EE2E8006}"/>
          </ac:spMkLst>
        </pc:spChg>
        <pc:spChg chg="add mod topLvl">
          <ac:chgData name="福元 允亮" userId="12e1d508-426e-4c6a-b43b-7681266f9ca9" providerId="ADAL" clId="{C38BC633-0087-6448-8FDB-8A9EB8EAED37}" dt="2026-03-12T03:20:49.882" v="640" actId="20577"/>
          <ac:spMkLst>
            <pc:docMk/>
            <pc:sldMk cId="3001053428" sldId="2147480764"/>
            <ac:spMk id="16" creationId="{E007B8D6-E6B1-4039-66F1-3A9F8AFC19A6}"/>
          </ac:spMkLst>
        </pc:spChg>
        <pc:spChg chg="add del mod">
          <ac:chgData name="福元 允亮" userId="12e1d508-426e-4c6a-b43b-7681266f9ca9" providerId="ADAL" clId="{C38BC633-0087-6448-8FDB-8A9EB8EAED37}" dt="2026-03-11T23:27:52.539" v="70" actId="478"/>
          <ac:spMkLst>
            <pc:docMk/>
            <pc:sldMk cId="3001053428" sldId="2147480764"/>
            <ac:spMk id="17" creationId="{DD378418-B9CF-C5F6-56C9-3669B4A11A06}"/>
          </ac:spMkLst>
        </pc:spChg>
        <pc:spChg chg="add mod topLvl">
          <ac:chgData name="福元 允亮" userId="12e1d508-426e-4c6a-b43b-7681266f9ca9" providerId="ADAL" clId="{C38BC633-0087-6448-8FDB-8A9EB8EAED37}" dt="2026-03-12T03:21:02.028" v="654" actId="20577"/>
          <ac:spMkLst>
            <pc:docMk/>
            <pc:sldMk cId="3001053428" sldId="2147480764"/>
            <ac:spMk id="18" creationId="{AD630D95-AD94-719B-63CF-147E7278A903}"/>
          </ac:spMkLst>
        </pc:spChg>
        <pc:spChg chg="add mod topLvl">
          <ac:chgData name="福元 允亮" userId="12e1d508-426e-4c6a-b43b-7681266f9ca9" providerId="ADAL" clId="{C38BC633-0087-6448-8FDB-8A9EB8EAED37}" dt="2026-03-12T03:20:08.017" v="574" actId="20577"/>
          <ac:spMkLst>
            <pc:docMk/>
            <pc:sldMk cId="3001053428" sldId="2147480764"/>
            <ac:spMk id="19" creationId="{010479BC-A57E-B3DB-58DC-B7CCC4938B3F}"/>
          </ac:spMkLst>
        </pc:spChg>
        <pc:spChg chg="add mod topLvl">
          <ac:chgData name="福元 允亮" userId="12e1d508-426e-4c6a-b43b-7681266f9ca9" providerId="ADAL" clId="{C38BC633-0087-6448-8FDB-8A9EB8EAED37}" dt="2026-03-12T03:21:30.681" v="702" actId="20577"/>
          <ac:spMkLst>
            <pc:docMk/>
            <pc:sldMk cId="3001053428" sldId="2147480764"/>
            <ac:spMk id="21" creationId="{95C85121-D2C6-617F-9A9F-2FD8478D0BC1}"/>
          </ac:spMkLst>
        </pc:spChg>
        <pc:spChg chg="add mod">
          <ac:chgData name="福元 允亮" userId="12e1d508-426e-4c6a-b43b-7681266f9ca9" providerId="ADAL" clId="{C38BC633-0087-6448-8FDB-8A9EB8EAED37}" dt="2026-03-12T03:32:54.028" v="723" actId="3064"/>
          <ac:spMkLst>
            <pc:docMk/>
            <pc:sldMk cId="3001053428" sldId="2147480764"/>
            <ac:spMk id="31" creationId="{FC2D13F5-55B7-3436-89C9-011732592861}"/>
          </ac:spMkLst>
        </pc:spChg>
        <pc:grpChg chg="add del mod">
          <ac:chgData name="福元 允亮" userId="12e1d508-426e-4c6a-b43b-7681266f9ca9" providerId="ADAL" clId="{C38BC633-0087-6448-8FDB-8A9EB8EAED37}" dt="2026-03-11T23:30:07.989" v="183" actId="165"/>
          <ac:grpSpMkLst>
            <pc:docMk/>
            <pc:sldMk cId="3001053428" sldId="2147480764"/>
            <ac:grpSpMk id="30" creationId="{5405233A-7908-42BE-D3EB-41272A0C5AA4}"/>
          </ac:grpSpMkLst>
        </pc:grpChg>
        <pc:graphicFrameChg chg="add mod modVis">
          <ac:chgData name="福元 允亮" userId="12e1d508-426e-4c6a-b43b-7681266f9ca9" providerId="ADAL" clId="{C38BC633-0087-6448-8FDB-8A9EB8EAED37}" dt="2026-03-12T01:15:55.697" v="298"/>
          <ac:graphicFrameMkLst>
            <pc:docMk/>
            <pc:sldMk cId="3001053428" sldId="2147480764"/>
            <ac:graphicFrameMk id="5" creationId="{349B50E1-7621-B9F5-12F2-D40CE65CE351}"/>
          </ac:graphicFrameMkLst>
        </pc:graphicFrameChg>
        <pc:cxnChg chg="del">
          <ac:chgData name="福元 允亮" userId="12e1d508-426e-4c6a-b43b-7681266f9ca9" providerId="ADAL" clId="{C38BC633-0087-6448-8FDB-8A9EB8EAED37}" dt="2026-03-11T23:27:11.974" v="37" actId="478"/>
          <ac:cxnSpMkLst>
            <pc:docMk/>
            <pc:sldMk cId="3001053428" sldId="2147480764"/>
            <ac:cxnSpMk id="20" creationId="{0B6D1EDF-E3E5-74AF-A8B7-85AF8DB6249A}"/>
          </ac:cxnSpMkLst>
        </pc:cxnChg>
        <pc:cxnChg chg="add mod topLvl">
          <ac:chgData name="福元 允亮" userId="12e1d508-426e-4c6a-b43b-7681266f9ca9" providerId="ADAL" clId="{C38BC633-0087-6448-8FDB-8A9EB8EAED37}" dt="2026-03-11T23:30:07.989" v="183" actId="165"/>
          <ac:cxnSpMkLst>
            <pc:docMk/>
            <pc:sldMk cId="3001053428" sldId="2147480764"/>
            <ac:cxnSpMk id="23" creationId="{6953ED4D-68CA-8DCE-9911-D8406669541B}"/>
          </ac:cxnSpMkLst>
        </pc:cxnChg>
        <pc:cxnChg chg="add mod topLvl">
          <ac:chgData name="福元 允亮" userId="12e1d508-426e-4c6a-b43b-7681266f9ca9" providerId="ADAL" clId="{C38BC633-0087-6448-8FDB-8A9EB8EAED37}" dt="2026-03-11T23:30:07.989" v="183" actId="165"/>
          <ac:cxnSpMkLst>
            <pc:docMk/>
            <pc:sldMk cId="3001053428" sldId="2147480764"/>
            <ac:cxnSpMk id="24" creationId="{E3361688-85AE-8239-8201-C1D66B79073E}"/>
          </ac:cxnSpMkLst>
        </pc:cxnChg>
        <pc:cxnChg chg="add del mod">
          <ac:chgData name="福元 允亮" userId="12e1d508-426e-4c6a-b43b-7681266f9ca9" providerId="ADAL" clId="{C38BC633-0087-6448-8FDB-8A9EB8EAED37}" dt="2026-03-11T23:29:41.654" v="170" actId="21"/>
          <ac:cxnSpMkLst>
            <pc:docMk/>
            <pc:sldMk cId="3001053428" sldId="2147480764"/>
            <ac:cxnSpMk id="25" creationId="{DD065191-7424-935E-B876-DF140087B077}"/>
          </ac:cxnSpMkLst>
        </pc:cxnChg>
        <pc:cxnChg chg="add mod topLvl">
          <ac:chgData name="福元 允亮" userId="12e1d508-426e-4c6a-b43b-7681266f9ca9" providerId="ADAL" clId="{C38BC633-0087-6448-8FDB-8A9EB8EAED37}" dt="2026-03-12T01:16:40.155" v="320" actId="1036"/>
          <ac:cxnSpMkLst>
            <pc:docMk/>
            <pc:sldMk cId="3001053428" sldId="2147480764"/>
            <ac:cxnSpMk id="28" creationId="{6E39F306-A279-77D7-42F8-CF28B63B0427}"/>
          </ac:cxnSpMkLst>
        </pc:cxnChg>
        <pc:cxnChg chg="add mod topLvl">
          <ac:chgData name="福元 允亮" userId="12e1d508-426e-4c6a-b43b-7681266f9ca9" providerId="ADAL" clId="{C38BC633-0087-6448-8FDB-8A9EB8EAED37}" dt="2026-03-12T01:16:38.015" v="317" actId="1035"/>
          <ac:cxnSpMkLst>
            <pc:docMk/>
            <pc:sldMk cId="3001053428" sldId="2147480764"/>
            <ac:cxnSpMk id="29" creationId="{9738C371-65CC-FD40-29E6-CD4DAAB83F71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2026/3/12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3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49B50E1-7621-B9F5-12F2-D40CE65CE3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13849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9B50E1-7621-B9F5-12F2-D40CE65CE3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/>
              <a:t>Chart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59AB8-4679-FB1D-3F44-5F51D9FACEBE}"/>
              </a:ext>
            </a:extLst>
          </p:cNvPr>
          <p:cNvSpPr/>
          <p:nvPr/>
        </p:nvSpPr>
        <p:spPr>
          <a:xfrm>
            <a:off x="2876199" y="3275146"/>
            <a:ext cx="1978430" cy="128016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JP" sz="1400" b="1" dirty="0" err="1">
                <a:solidFill>
                  <a:schemeClr val="tx1"/>
                </a:solidFill>
              </a:rPr>
              <a:t>業界内の競争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JP" sz="1100" dirty="0" err="1">
                <a:solidFill>
                  <a:schemeClr val="tx1"/>
                </a:solidFill>
              </a:rPr>
              <a:t>Competitor1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100" dirty="0" err="1">
                <a:solidFill>
                  <a:schemeClr val="tx1"/>
                </a:solidFill>
              </a:rPr>
              <a:t>Competitor2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07B8D6-E6B1-4039-66F1-3A9F8AFC19A6}"/>
              </a:ext>
            </a:extLst>
          </p:cNvPr>
          <p:cNvSpPr/>
          <p:nvPr/>
        </p:nvSpPr>
        <p:spPr>
          <a:xfrm>
            <a:off x="299254" y="2667892"/>
            <a:ext cx="1978430" cy="24946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JP" sz="1400" b="1" dirty="0" err="1">
                <a:solidFill>
                  <a:schemeClr val="tx1"/>
                </a:solidFill>
              </a:rPr>
              <a:t>売り手の交渉力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100" dirty="0" err="1">
                <a:solidFill>
                  <a:schemeClr val="tx1"/>
                </a:solidFill>
              </a:rPr>
              <a:t>Supplier</a:t>
            </a:r>
            <a:r>
              <a:rPr kumimoji="1" lang="en-JP" sz="1100" dirty="0" err="1">
                <a:solidFill>
                  <a:schemeClr val="tx1"/>
                </a:solidFill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100" dirty="0" err="1">
                <a:solidFill>
                  <a:schemeClr val="tx1"/>
                </a:solidFill>
              </a:rPr>
              <a:t>Supplier2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100" dirty="0" err="1">
                <a:solidFill>
                  <a:schemeClr val="tx1"/>
                </a:solidFill>
              </a:rPr>
              <a:t>Supplier3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630D95-AD94-719B-63CF-147E7278A903}"/>
              </a:ext>
            </a:extLst>
          </p:cNvPr>
          <p:cNvSpPr/>
          <p:nvPr/>
        </p:nvSpPr>
        <p:spPr>
          <a:xfrm>
            <a:off x="5404839" y="2667892"/>
            <a:ext cx="1978430" cy="249466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JP" sz="1400" b="1" dirty="0" err="1">
                <a:solidFill>
                  <a:schemeClr val="tx1"/>
                </a:solidFill>
              </a:rPr>
              <a:t>買い手の交渉力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100" dirty="0" err="1">
                <a:solidFill>
                  <a:schemeClr val="tx1"/>
                </a:solidFill>
              </a:rPr>
              <a:t>Buyer1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100" dirty="0" err="1">
                <a:solidFill>
                  <a:schemeClr val="tx1"/>
                </a:solidFill>
              </a:rPr>
              <a:t>Buyer2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100" dirty="0" err="1">
                <a:solidFill>
                  <a:schemeClr val="tx1"/>
                </a:solidFill>
              </a:rPr>
              <a:t>Buyer3</a:t>
            </a:r>
            <a:endParaRPr kumimoji="1" lang="en-JP" sz="1100" dirty="0" err="1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0479BC-A57E-B3DB-58DC-B7CCC4938B3F}"/>
              </a:ext>
            </a:extLst>
          </p:cNvPr>
          <p:cNvSpPr/>
          <p:nvPr/>
        </p:nvSpPr>
        <p:spPr>
          <a:xfrm>
            <a:off x="2876199" y="1536916"/>
            <a:ext cx="1978430" cy="140817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JP" sz="1400" b="1" dirty="0" err="1">
                <a:solidFill>
                  <a:schemeClr val="tx1"/>
                </a:solidFill>
              </a:rPr>
              <a:t>新規参入の脅威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100" dirty="0" err="1">
                <a:solidFill>
                  <a:schemeClr val="tx1"/>
                </a:solidFill>
              </a:rPr>
              <a:t>NewEntrant1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100" dirty="0" err="1">
                <a:solidFill>
                  <a:schemeClr val="tx1"/>
                </a:solidFill>
              </a:rPr>
              <a:t>NewEntrant2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C85121-D2C6-617F-9A9F-2FD8478D0BC1}"/>
              </a:ext>
            </a:extLst>
          </p:cNvPr>
          <p:cNvSpPr/>
          <p:nvPr/>
        </p:nvSpPr>
        <p:spPr>
          <a:xfrm>
            <a:off x="2876199" y="4885359"/>
            <a:ext cx="1978430" cy="140817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JP" sz="1400" b="1" dirty="0" err="1">
                <a:solidFill>
                  <a:schemeClr val="tx1"/>
                </a:solidFill>
              </a:rPr>
              <a:t>代替品の脅威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100" dirty="0" err="1">
                <a:solidFill>
                  <a:schemeClr val="tx1"/>
                </a:solidFill>
              </a:rPr>
              <a:t>Substitute1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100" dirty="0" err="1">
                <a:solidFill>
                  <a:schemeClr val="tx1"/>
                </a:solidFill>
              </a:rPr>
              <a:t>Substitute2</a:t>
            </a:r>
            <a:endParaRPr kumimoji="1" lang="en-JP" sz="1100" dirty="0" err="1">
              <a:solidFill>
                <a:schemeClr val="tx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53ED4D-68CA-8DCE-9911-D8406669541B}"/>
              </a:ext>
            </a:extLst>
          </p:cNvPr>
          <p:cNvCxnSpPr/>
          <p:nvPr/>
        </p:nvCxnSpPr>
        <p:spPr>
          <a:xfrm>
            <a:off x="2344184" y="3915226"/>
            <a:ext cx="415640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3361688-85AE-8239-8201-C1D66B79073E}"/>
              </a:ext>
            </a:extLst>
          </p:cNvPr>
          <p:cNvCxnSpPr>
            <a:cxnSpLocks/>
          </p:cNvCxnSpPr>
          <p:nvPr/>
        </p:nvCxnSpPr>
        <p:spPr>
          <a:xfrm flipH="1">
            <a:off x="4904504" y="3915226"/>
            <a:ext cx="415640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E39F306-A279-77D7-42F8-CF28B63B0427}"/>
              </a:ext>
            </a:extLst>
          </p:cNvPr>
          <p:cNvCxnSpPr>
            <a:cxnSpLocks/>
          </p:cNvCxnSpPr>
          <p:nvPr/>
        </p:nvCxnSpPr>
        <p:spPr>
          <a:xfrm>
            <a:off x="3865414" y="2980783"/>
            <a:ext cx="0" cy="266095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38C371-65CC-FD40-29E6-CD4DAAB83F71}"/>
              </a:ext>
            </a:extLst>
          </p:cNvPr>
          <p:cNvCxnSpPr>
            <a:cxnSpLocks/>
          </p:cNvCxnSpPr>
          <p:nvPr/>
        </p:nvCxnSpPr>
        <p:spPr>
          <a:xfrm flipV="1">
            <a:off x="3865414" y="4551587"/>
            <a:ext cx="0" cy="266095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C2D13F5-55B7-3436-89C9-011732592861}"/>
              </a:ext>
            </a:extLst>
          </p:cNvPr>
          <p:cNvSpPr txBox="1"/>
          <p:nvPr/>
        </p:nvSpPr>
        <p:spPr>
          <a:xfrm>
            <a:off x="7714221" y="1536916"/>
            <a:ext cx="4104580" cy="48971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algn="l" defTabSz="288000">
              <a:spcAft>
                <a:spcPts val="600"/>
              </a:spcAft>
            </a:pPr>
            <a:r>
              <a:rPr kumimoji="1" lang="en-JP" sz="2000" b="1">
                <a:latin typeface="+mn-ea"/>
              </a:rPr>
              <a:t>意味合い</a:t>
            </a:r>
          </a:p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Implication2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600">
                <a:latin typeface="+mn-ea"/>
              </a:rPr>
              <a:t>Implication3</a:t>
            </a:r>
            <a:endParaRPr kumimoji="1" lang="en-JP" sz="16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17f56e19-48dc-4865-971f-f3b491f58a87"/>
    <ds:schemaRef ds:uri="http://schemas.microsoft.com/office/infopath/2007/PartnerControls"/>
    <ds:schemaRef ds:uri="http://schemas.openxmlformats.org/package/2006/metadata/core-properties"/>
    <ds:schemaRef ds:uri="0ae734c6-b731-48fe-9f9a-77498299e3e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49</TotalTime>
  <Words>25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2026-03-12T03:32:55Z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