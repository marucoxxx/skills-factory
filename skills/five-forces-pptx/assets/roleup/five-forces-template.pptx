
<file path=[Content_Types].xml><?xml version="1.0" encoding="utf-8"?>
<Types xmlns="http://schemas.openxmlformats.org/package/2006/content-types">
  <Default Extension="emf" ContentType="image/x-emf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87" r:id="rId4"/>
  </p:sldMasterIdLst>
  <p:notesMasterIdLst>
    <p:notesMasterId r:id="rId6"/>
  </p:notesMasterIdLst>
  <p:handoutMasterIdLst>
    <p:handoutMasterId r:id="rId7"/>
  </p:handoutMasterIdLst>
  <p:sldIdLst>
    <p:sldId id="2147480764" r:id="rId5"/>
  </p:sldIdLst>
  <p:sldSz cx="10691813" cy="7559675"/>
  <p:notesSz cx="6858000" cy="9144000"/>
  <p:custDataLst>
    <p:tags r:id="rId8"/>
  </p:custDataLst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成者" initials="A" lastIdx="0" clrIdx="1"/>
  <p:cmAuthor id="3" name="QAD 上原 光徳/Uehara, Mitsunori (NTT DATA)" initials="Q上光M(D" lastIdx="3" clrIdx="2">
    <p:extLst>
      <p:ext uri="{19B8F6BF-5375-455C-9EA6-DF929625EA0E}">
        <p15:presenceInfo xmlns:p15="http://schemas.microsoft.com/office/powerpoint/2012/main" userId="S::Mitsunori.Uehara@jp.nttdata.com::37b1c3ba-4dc0-4ab6-8ca6-e39079f72e79" providerId="AD"/>
      </p:ext>
    </p:extLst>
  </p:cmAuthor>
  <p:cmAuthor id="4" name="TIG 片岡 瑠美/Kataoka, Rumi (NTT DATA)" initials="T片瑠R(D" lastIdx="1" clrIdx="3">
    <p:extLst>
      <p:ext uri="{19B8F6BF-5375-455C-9EA6-DF929625EA0E}">
        <p15:presenceInfo xmlns:p15="http://schemas.microsoft.com/office/powerpoint/2012/main" userId="TIG 片岡 瑠美/Kataoka, Rumi (NTT DATA)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FF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5AD"/>
    <a:srgbClr val="595959"/>
    <a:srgbClr val="7F7F7F"/>
    <a:srgbClr val="000000"/>
    <a:srgbClr val="CC99FF"/>
    <a:srgbClr val="FFCCFF"/>
    <a:srgbClr val="404040"/>
    <a:srgbClr val="C0C0C0"/>
    <a:srgbClr val="A3DAFE"/>
    <a:srgbClr val="FF7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EA50972-F739-E64F-B89B-F8DC9A67C5C0}" v="8" dt="2026-03-11T23:20:43.764"/>
    <p1510:client id="{AC588B71-8A63-AE44-991A-D134873EC35A}" v="4" dt="2026-03-11T12:17:57.619"/>
    <p1510:client id="{AC71AC63-65A3-FA46-A3AA-1221D2AE86AD}" v="6" dt="2026-03-11T23:24:21.568"/>
    <p1510:client id="{B7E86ACD-5EA5-E742-AB41-44653F6081ED}" v="8" dt="2026-03-11T13:02:39.145"/>
    <p1510:client id="{C38BC633-0087-6448-8FDB-8A9EB8EAED37}" v="42" dt="2026-03-12T03:21:38.65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スタイル (中間)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中間スタイル 2 - アクセント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間スタイル 2 - アクセント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間スタイル 2 - アクセント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中間スタイル 2 - アクセント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中間スタイル 2 - アクセント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E25E649-3F16-4E02-A733-19D2CDBF48F0}" styleName="中間スタイル 3 - アクセント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スタイル (中間)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06799F8-075E-4A3A-A7F6-7FBC6576F1A4}" styleName="テーマ スタイル 2 - アクセント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D113A9D2-9D6B-4929-AA2D-F23B5EE8CBE7}" styleName="テーマ スタイル 2 - アクセント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9D7B26C5-4107-4FEC-AEDC-1716B250A1EF}" styleName="スタイル (淡色)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C7853C-536D-4A76-A0AE-DD22124D55A5}" styleName="テーマ スタイル 1 - アクセント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C89EF96-8CEA-46FF-86C4-4CE0E7609802}" styleName="淡色スタイル 3 - アクセント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E9639D4-E3E2-4D34-9284-5A2195B3D0D7}" styleName="スタイル (淡色)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203"/>
    <p:restoredTop sz="96245"/>
  </p:normalViewPr>
  <p:slideViewPr>
    <p:cSldViewPr snapToGrid="0">
      <p:cViewPr>
        <p:scale>
          <a:sx n="71" d="100"/>
          <a:sy n="71" d="100"/>
        </p:scale>
        <p:origin x="344" y="1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handoutMaster" Target="handoutMasters/handoutMaster1.xml"/><Relationship Id="rId8" Type="http://schemas.openxmlformats.org/officeDocument/2006/relationships/tags" Target="tags/tag1.xml"/><Relationship Id="rId9" Type="http://schemas.openxmlformats.org/officeDocument/2006/relationships/commentAuthors" Target="commentAuthors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microsoft.com/office/2016/11/relationships/changesInfo" Target="changesInfos/changesInfo1.xml"/><Relationship Id="rId15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福元 允亮" userId="12e1d508-426e-4c6a-b43b-7681266f9ca9" providerId="ADAL" clId="{B7E86ACD-5EA5-E742-AB41-44653F6081ED}"/>
    <pc:docChg chg="custSel modSld">
      <pc:chgData name="福元 允亮" userId="12e1d508-426e-4c6a-b43b-7681266f9ca9" providerId="ADAL" clId="{B7E86ACD-5EA5-E742-AB41-44653F6081ED}" dt="2026-03-11T13:03:11.809" v="116" actId="403"/>
      <pc:docMkLst>
        <pc:docMk/>
      </pc:docMkLst>
      <pc:sldChg chg="addSp delSp modSp mod">
        <pc:chgData name="福元 允亮" userId="12e1d508-426e-4c6a-b43b-7681266f9ca9" providerId="ADAL" clId="{B7E86ACD-5EA5-E742-AB41-44653F6081ED}" dt="2026-03-11T13:03:11.809" v="116" actId="403"/>
        <pc:sldMkLst>
          <pc:docMk/>
          <pc:sldMk cId="3001053428" sldId="2147480764"/>
        </pc:sldMkLst>
        <pc:spChg chg="add mod">
          <ac:chgData name="福元 允亮" userId="12e1d508-426e-4c6a-b43b-7681266f9ca9" providerId="ADAL" clId="{B7E86ACD-5EA5-E742-AB41-44653F6081ED}" dt="2026-03-11T13:02:08.854" v="92" actId="403"/>
          <ac:spMkLst>
            <pc:docMk/>
            <pc:sldMk cId="3001053428" sldId="2147480764"/>
            <ac:spMk id="4" creationId="{EED1F8EE-78B0-ADEE-9E25-8B21766B01B4}"/>
          </ac:spMkLst>
        </pc:spChg>
        <pc:spChg chg="del">
          <ac:chgData name="福元 允亮" userId="12e1d508-426e-4c6a-b43b-7681266f9ca9" providerId="ADAL" clId="{B7E86ACD-5EA5-E742-AB41-44653F6081ED}" dt="2026-03-11T13:00:29.123" v="0" actId="478"/>
          <ac:spMkLst>
            <pc:docMk/>
            <pc:sldMk cId="3001053428" sldId="2147480764"/>
            <ac:spMk id="5" creationId="{4A7177CA-161C-EF85-103E-002BC2F1B127}"/>
          </ac:spMkLst>
        </pc:spChg>
        <pc:spChg chg="add mod">
          <ac:chgData name="福元 允亮" userId="12e1d508-426e-4c6a-b43b-7681266f9ca9" providerId="ADAL" clId="{B7E86ACD-5EA5-E742-AB41-44653F6081ED}" dt="2026-03-11T13:02:24.097" v="97" actId="1076"/>
          <ac:spMkLst>
            <pc:docMk/>
            <pc:sldMk cId="3001053428" sldId="2147480764"/>
            <ac:spMk id="6" creationId="{940CCD50-BE76-9829-3C61-2D17F3E653B3}"/>
          </ac:spMkLst>
        </pc:spChg>
        <pc:spChg chg="del">
          <ac:chgData name="福元 允亮" userId="12e1d508-426e-4c6a-b43b-7681266f9ca9" providerId="ADAL" clId="{B7E86ACD-5EA5-E742-AB41-44653F6081ED}" dt="2026-03-11T13:00:29.123" v="0" actId="478"/>
          <ac:spMkLst>
            <pc:docMk/>
            <pc:sldMk cId="3001053428" sldId="2147480764"/>
            <ac:spMk id="7" creationId="{3F365AD3-3289-7FCC-02A4-BF0A822B1698}"/>
          </ac:spMkLst>
        </pc:spChg>
        <pc:spChg chg="del">
          <ac:chgData name="福元 允亮" userId="12e1d508-426e-4c6a-b43b-7681266f9ca9" providerId="ADAL" clId="{B7E86ACD-5EA5-E742-AB41-44653F6081ED}" dt="2026-03-11T13:00:29.123" v="0" actId="478"/>
          <ac:spMkLst>
            <pc:docMk/>
            <pc:sldMk cId="3001053428" sldId="2147480764"/>
            <ac:spMk id="9" creationId="{D808B6FB-920A-72E3-D944-16E4A6D79FA1}"/>
          </ac:spMkLst>
        </pc:spChg>
        <pc:spChg chg="del">
          <ac:chgData name="福元 允亮" userId="12e1d508-426e-4c6a-b43b-7681266f9ca9" providerId="ADAL" clId="{B7E86ACD-5EA5-E742-AB41-44653F6081ED}" dt="2026-03-11T13:00:29.123" v="0" actId="478"/>
          <ac:spMkLst>
            <pc:docMk/>
            <pc:sldMk cId="3001053428" sldId="2147480764"/>
            <ac:spMk id="11" creationId="{BBFE2257-884C-D1DE-733F-E7784E049A56}"/>
          </ac:spMkLst>
        </pc:spChg>
        <pc:spChg chg="del">
          <ac:chgData name="福元 允亮" userId="12e1d508-426e-4c6a-b43b-7681266f9ca9" providerId="ADAL" clId="{B7E86ACD-5EA5-E742-AB41-44653F6081ED}" dt="2026-03-11T13:00:29.123" v="0" actId="478"/>
          <ac:spMkLst>
            <pc:docMk/>
            <pc:sldMk cId="3001053428" sldId="2147480764"/>
            <ac:spMk id="13" creationId="{1F9D2BEE-10F8-EB1A-AEE2-76A3E0267C38}"/>
          </ac:spMkLst>
        </pc:spChg>
        <pc:spChg chg="del">
          <ac:chgData name="福元 允亮" userId="12e1d508-426e-4c6a-b43b-7681266f9ca9" providerId="ADAL" clId="{B7E86ACD-5EA5-E742-AB41-44653F6081ED}" dt="2026-03-11T13:00:29.123" v="0" actId="478"/>
          <ac:spMkLst>
            <pc:docMk/>
            <pc:sldMk cId="3001053428" sldId="2147480764"/>
            <ac:spMk id="14" creationId="{3067527B-49FF-DC9B-84FE-F3739DD0CEFD}"/>
          </ac:spMkLst>
        </pc:spChg>
        <pc:spChg chg="del">
          <ac:chgData name="福元 允亮" userId="12e1d508-426e-4c6a-b43b-7681266f9ca9" providerId="ADAL" clId="{B7E86ACD-5EA5-E742-AB41-44653F6081ED}" dt="2026-03-11T13:00:29.123" v="0" actId="478"/>
          <ac:spMkLst>
            <pc:docMk/>
            <pc:sldMk cId="3001053428" sldId="2147480764"/>
            <ac:spMk id="16" creationId="{36736F15-70C7-3D0F-4DBA-C7587223FD40}"/>
          </ac:spMkLst>
        </pc:spChg>
        <pc:spChg chg="del">
          <ac:chgData name="福元 允亮" userId="12e1d508-426e-4c6a-b43b-7681266f9ca9" providerId="ADAL" clId="{B7E86ACD-5EA5-E742-AB41-44653F6081ED}" dt="2026-03-11T13:00:29.123" v="0" actId="478"/>
          <ac:spMkLst>
            <pc:docMk/>
            <pc:sldMk cId="3001053428" sldId="2147480764"/>
            <ac:spMk id="18" creationId="{149BA5AE-3E3B-69C2-46FA-92B09F97239F}"/>
          </ac:spMkLst>
        </pc:spChg>
        <pc:spChg chg="add mod">
          <ac:chgData name="福元 允亮" userId="12e1d508-426e-4c6a-b43b-7681266f9ca9" providerId="ADAL" clId="{B7E86ACD-5EA5-E742-AB41-44653F6081ED}" dt="2026-03-11T13:02:36.971" v="103" actId="14100"/>
          <ac:spMkLst>
            <pc:docMk/>
            <pc:sldMk cId="3001053428" sldId="2147480764"/>
            <ac:spMk id="24" creationId="{6872BE3F-0407-A386-EF43-BBFD0FB24C95}"/>
          </ac:spMkLst>
        </pc:spChg>
        <pc:spChg chg="add mod">
          <ac:chgData name="福元 允亮" userId="12e1d508-426e-4c6a-b43b-7681266f9ca9" providerId="ADAL" clId="{B7E86ACD-5EA5-E742-AB41-44653F6081ED}" dt="2026-03-11T13:02:16.946" v="95" actId="571"/>
          <ac:spMkLst>
            <pc:docMk/>
            <pc:sldMk cId="3001053428" sldId="2147480764"/>
            <ac:spMk id="29" creationId="{0DE24B55-8A7E-95AD-1C55-4862574CCB6B}"/>
          </ac:spMkLst>
        </pc:spChg>
        <pc:spChg chg="add mod">
          <ac:chgData name="福元 允亮" userId="12e1d508-426e-4c6a-b43b-7681266f9ca9" providerId="ADAL" clId="{B7E86ACD-5EA5-E742-AB41-44653F6081ED}" dt="2026-03-11T13:02:39.145" v="104" actId="571"/>
          <ac:spMkLst>
            <pc:docMk/>
            <pc:sldMk cId="3001053428" sldId="2147480764"/>
            <ac:spMk id="32" creationId="{E1994D04-1846-0EDE-64ED-44A2FE79C29B}"/>
          </ac:spMkLst>
        </pc:spChg>
        <pc:spChg chg="add mod">
          <ac:chgData name="福元 允亮" userId="12e1d508-426e-4c6a-b43b-7681266f9ca9" providerId="ADAL" clId="{B7E86ACD-5EA5-E742-AB41-44653F6081ED}" dt="2026-03-11T13:03:11.809" v="116" actId="403"/>
          <ac:spMkLst>
            <pc:docMk/>
            <pc:sldMk cId="3001053428" sldId="2147480764"/>
            <ac:spMk id="33" creationId="{D0160BD6-1921-D6C3-D5B1-BB6C037DB341}"/>
          </ac:spMkLst>
        </pc:spChg>
        <pc:spChg chg="del">
          <ac:chgData name="福元 允亮" userId="12e1d508-426e-4c6a-b43b-7681266f9ca9" providerId="ADAL" clId="{B7E86ACD-5EA5-E742-AB41-44653F6081ED}" dt="2026-03-11T13:00:29.123" v="0" actId="478"/>
          <ac:spMkLst>
            <pc:docMk/>
            <pc:sldMk cId="3001053428" sldId="2147480764"/>
            <ac:spMk id="55" creationId="{ED6C6249-F2DD-1D32-FEC2-BCA507AB235B}"/>
          </ac:spMkLst>
        </pc:spChg>
        <pc:spChg chg="del">
          <ac:chgData name="福元 允亮" userId="12e1d508-426e-4c6a-b43b-7681266f9ca9" providerId="ADAL" clId="{B7E86ACD-5EA5-E742-AB41-44653F6081ED}" dt="2026-03-11T13:00:29.123" v="0" actId="478"/>
          <ac:spMkLst>
            <pc:docMk/>
            <pc:sldMk cId="3001053428" sldId="2147480764"/>
            <ac:spMk id="57" creationId="{318AA689-5C77-F624-D2CA-32C4DBE817BA}"/>
          </ac:spMkLst>
        </pc:spChg>
        <pc:cxnChg chg="add mod">
          <ac:chgData name="福元 允亮" userId="12e1d508-426e-4c6a-b43b-7681266f9ca9" providerId="ADAL" clId="{B7E86ACD-5EA5-E742-AB41-44653F6081ED}" dt="2026-03-11T13:02:32.027" v="102" actId="14100"/>
          <ac:cxnSpMkLst>
            <pc:docMk/>
            <pc:sldMk cId="3001053428" sldId="2147480764"/>
            <ac:cxnSpMk id="20" creationId="{0B6D1EDF-E3E5-74AF-A8B7-85AF8DB6249A}"/>
          </ac:cxnSpMkLst>
        </pc:cxnChg>
        <pc:cxnChg chg="add mod">
          <ac:chgData name="福元 允亮" userId="12e1d508-426e-4c6a-b43b-7681266f9ca9" providerId="ADAL" clId="{B7E86ACD-5EA5-E742-AB41-44653F6081ED}" dt="2026-03-11T13:02:16.946" v="95" actId="571"/>
          <ac:cxnSpMkLst>
            <pc:docMk/>
            <pc:sldMk cId="3001053428" sldId="2147480764"/>
            <ac:cxnSpMk id="27" creationId="{41DAFBEE-2ADF-2CA8-A80A-D41E86097C75}"/>
          </ac:cxnSpMkLst>
        </pc:cxnChg>
        <pc:cxnChg chg="add mod">
          <ac:chgData name="福元 允亮" userId="12e1d508-426e-4c6a-b43b-7681266f9ca9" providerId="ADAL" clId="{B7E86ACD-5EA5-E742-AB41-44653F6081ED}" dt="2026-03-11T13:02:32.027" v="102" actId="14100"/>
          <ac:cxnSpMkLst>
            <pc:docMk/>
            <pc:sldMk cId="3001053428" sldId="2147480764"/>
            <ac:cxnSpMk id="30" creationId="{91B08BBB-FA28-D7F1-67A6-5E4B0F46D713}"/>
          </ac:cxnSpMkLst>
        </pc:cxnChg>
      </pc:sldChg>
    </pc:docChg>
  </pc:docChgLst>
  <pc:docChgLst>
    <pc:chgData name="福元 允亮" userId="12e1d508-426e-4c6a-b43b-7681266f9ca9" providerId="ADAL" clId="{6EA50972-F739-E64F-B89B-F8DC9A67C5C0}"/>
    <pc:docChg chg="undo custSel modSld">
      <pc:chgData name="福元 允亮" userId="12e1d508-426e-4c6a-b43b-7681266f9ca9" providerId="ADAL" clId="{6EA50972-F739-E64F-B89B-F8DC9A67C5C0}" dt="2026-03-11T23:21:44.766" v="157" actId="1036"/>
      <pc:docMkLst>
        <pc:docMk/>
      </pc:docMkLst>
      <pc:sldChg chg="addSp delSp modSp mod">
        <pc:chgData name="福元 允亮" userId="12e1d508-426e-4c6a-b43b-7681266f9ca9" providerId="ADAL" clId="{6EA50972-F739-E64F-B89B-F8DC9A67C5C0}" dt="2026-03-11T23:21:44.766" v="157" actId="1036"/>
        <pc:sldMkLst>
          <pc:docMk/>
          <pc:sldMk cId="3001053428" sldId="2147480764"/>
        </pc:sldMkLst>
        <pc:spChg chg="mod">
          <ac:chgData name="福元 允亮" userId="12e1d508-426e-4c6a-b43b-7681266f9ca9" providerId="ADAL" clId="{6EA50972-F739-E64F-B89B-F8DC9A67C5C0}" dt="2026-03-11T23:21:44.766" v="157" actId="1036"/>
          <ac:spMkLst>
            <pc:docMk/>
            <pc:sldMk cId="3001053428" sldId="2147480764"/>
            <ac:spMk id="4" creationId="{EED1F8EE-78B0-ADEE-9E25-8B21766B01B4}"/>
          </ac:spMkLst>
        </pc:spChg>
        <pc:spChg chg="add mod">
          <ac:chgData name="福元 允亮" userId="12e1d508-426e-4c6a-b43b-7681266f9ca9" providerId="ADAL" clId="{6EA50972-F739-E64F-B89B-F8DC9A67C5C0}" dt="2026-03-11T23:17:50.510" v="30" actId="14861"/>
          <ac:spMkLst>
            <pc:docMk/>
            <pc:sldMk cId="3001053428" sldId="2147480764"/>
            <ac:spMk id="5" creationId="{9F96D6E4-67DE-7362-372D-2CB700DD8619}"/>
          </ac:spMkLst>
        </pc:spChg>
        <pc:spChg chg="del">
          <ac:chgData name="福元 允亮" userId="12e1d508-426e-4c6a-b43b-7681266f9ca9" providerId="ADAL" clId="{6EA50972-F739-E64F-B89B-F8DC9A67C5C0}" dt="2026-03-11T23:17:58.639" v="31" actId="478"/>
          <ac:spMkLst>
            <pc:docMk/>
            <pc:sldMk cId="3001053428" sldId="2147480764"/>
            <ac:spMk id="6" creationId="{940CCD50-BE76-9829-3C61-2D17F3E653B3}"/>
          </ac:spMkLst>
        </pc:spChg>
        <pc:spChg chg="add mod">
          <ac:chgData name="福元 允亮" userId="12e1d508-426e-4c6a-b43b-7681266f9ca9" providerId="ADAL" clId="{6EA50972-F739-E64F-B89B-F8DC9A67C5C0}" dt="2026-03-11T23:17:50.510" v="30" actId="14861"/>
          <ac:spMkLst>
            <pc:docMk/>
            <pc:sldMk cId="3001053428" sldId="2147480764"/>
            <ac:spMk id="7" creationId="{2345FD41-D114-EF45-6229-2355B5C30663}"/>
          </ac:spMkLst>
        </pc:spChg>
        <pc:spChg chg="add mod">
          <ac:chgData name="福元 允亮" userId="12e1d508-426e-4c6a-b43b-7681266f9ca9" providerId="ADAL" clId="{6EA50972-F739-E64F-B89B-F8DC9A67C5C0}" dt="2026-03-11T23:17:50.510" v="30" actId="14861"/>
          <ac:spMkLst>
            <pc:docMk/>
            <pc:sldMk cId="3001053428" sldId="2147480764"/>
            <ac:spMk id="8" creationId="{291572FA-E6BF-C1CA-894D-4434CE74B6D5}"/>
          </ac:spMkLst>
        </pc:spChg>
        <pc:spChg chg="add mod">
          <ac:chgData name="福元 允亮" userId="12e1d508-426e-4c6a-b43b-7681266f9ca9" providerId="ADAL" clId="{6EA50972-F739-E64F-B89B-F8DC9A67C5C0}" dt="2026-03-11T23:20:31.139" v="129" actId="20577"/>
          <ac:spMkLst>
            <pc:docMk/>
            <pc:sldMk cId="3001053428" sldId="2147480764"/>
            <ac:spMk id="9" creationId="{2EA3312E-7543-1D8C-659D-62464FA47E37}"/>
          </ac:spMkLst>
        </pc:spChg>
        <pc:spChg chg="add mod">
          <ac:chgData name="福元 允亮" userId="12e1d508-426e-4c6a-b43b-7681266f9ca9" providerId="ADAL" clId="{6EA50972-F739-E64F-B89B-F8DC9A67C5C0}" dt="2026-03-11T23:20:40.663" v="137" actId="20577"/>
          <ac:spMkLst>
            <pc:docMk/>
            <pc:sldMk cId="3001053428" sldId="2147480764"/>
            <ac:spMk id="10" creationId="{EC57CD14-AE92-C606-A361-0E06329F877C}"/>
          </ac:spMkLst>
        </pc:spChg>
        <pc:spChg chg="add mod">
          <ac:chgData name="福元 允亮" userId="12e1d508-426e-4c6a-b43b-7681266f9ca9" providerId="ADAL" clId="{6EA50972-F739-E64F-B89B-F8DC9A67C5C0}" dt="2026-03-11T23:20:47.052" v="145" actId="20577"/>
          <ac:spMkLst>
            <pc:docMk/>
            <pc:sldMk cId="3001053428" sldId="2147480764"/>
            <ac:spMk id="11" creationId="{140E7609-2841-8432-B969-F71CA8E2D723}"/>
          </ac:spMkLst>
        </pc:spChg>
        <pc:spChg chg="del">
          <ac:chgData name="福元 允亮" userId="12e1d508-426e-4c6a-b43b-7681266f9ca9" providerId="ADAL" clId="{6EA50972-F739-E64F-B89B-F8DC9A67C5C0}" dt="2026-03-11T23:16:25.229" v="0" actId="478"/>
          <ac:spMkLst>
            <pc:docMk/>
            <pc:sldMk cId="3001053428" sldId="2147480764"/>
            <ac:spMk id="24" creationId="{6872BE3F-0407-A386-EF43-BBFD0FB24C95}"/>
          </ac:spMkLst>
        </pc:spChg>
        <pc:spChg chg="del">
          <ac:chgData name="福元 允亮" userId="12e1d508-426e-4c6a-b43b-7681266f9ca9" providerId="ADAL" clId="{6EA50972-F739-E64F-B89B-F8DC9A67C5C0}" dt="2026-03-11T23:16:25.229" v="0" actId="478"/>
          <ac:spMkLst>
            <pc:docMk/>
            <pc:sldMk cId="3001053428" sldId="2147480764"/>
            <ac:spMk id="32" creationId="{E1994D04-1846-0EDE-64ED-44A2FE79C29B}"/>
          </ac:spMkLst>
        </pc:spChg>
        <pc:spChg chg="del">
          <ac:chgData name="福元 允亮" userId="12e1d508-426e-4c6a-b43b-7681266f9ca9" providerId="ADAL" clId="{6EA50972-F739-E64F-B89B-F8DC9A67C5C0}" dt="2026-03-11T23:17:58.639" v="31" actId="478"/>
          <ac:spMkLst>
            <pc:docMk/>
            <pc:sldMk cId="3001053428" sldId="2147480764"/>
            <ac:spMk id="33" creationId="{D0160BD6-1921-D6C3-D5B1-BB6C037DB341}"/>
          </ac:spMkLst>
        </pc:spChg>
        <pc:cxnChg chg="mod">
          <ac:chgData name="福元 允亮" userId="12e1d508-426e-4c6a-b43b-7681266f9ca9" providerId="ADAL" clId="{6EA50972-F739-E64F-B89B-F8DC9A67C5C0}" dt="2026-03-11T23:21:44.766" v="157" actId="1036"/>
          <ac:cxnSpMkLst>
            <pc:docMk/>
            <pc:sldMk cId="3001053428" sldId="2147480764"/>
            <ac:cxnSpMk id="20" creationId="{0B6D1EDF-E3E5-74AF-A8B7-85AF8DB6249A}"/>
          </ac:cxnSpMkLst>
        </pc:cxnChg>
        <pc:cxnChg chg="del">
          <ac:chgData name="福元 允亮" userId="12e1d508-426e-4c6a-b43b-7681266f9ca9" providerId="ADAL" clId="{6EA50972-F739-E64F-B89B-F8DC9A67C5C0}" dt="2026-03-11T23:17:58.639" v="31" actId="478"/>
          <ac:cxnSpMkLst>
            <pc:docMk/>
            <pc:sldMk cId="3001053428" sldId="2147480764"/>
            <ac:cxnSpMk id="30" creationId="{91B08BBB-FA28-D7F1-67A6-5E4B0F46D713}"/>
          </ac:cxnSpMkLst>
        </pc:cxnChg>
      </pc:sldChg>
    </pc:docChg>
  </pc:docChgLst>
  <pc:docChgLst>
    <pc:chgData name="福元 允亮" userId="12e1d508-426e-4c6a-b43b-7681266f9ca9" providerId="ADAL" clId="{AC71AC63-65A3-FA46-A3AA-1221D2AE86AD}"/>
    <pc:docChg chg="modSld">
      <pc:chgData name="福元 允亮" userId="12e1d508-426e-4c6a-b43b-7681266f9ca9" providerId="ADAL" clId="{AC71AC63-65A3-FA46-A3AA-1221D2AE86AD}" dt="2026-03-11T23:24:35.073" v="44" actId="165"/>
      <pc:docMkLst>
        <pc:docMk/>
      </pc:docMkLst>
      <pc:sldChg chg="addSp delSp modSp mod">
        <pc:chgData name="福元 允亮" userId="12e1d508-426e-4c6a-b43b-7681266f9ca9" providerId="ADAL" clId="{AC71AC63-65A3-FA46-A3AA-1221D2AE86AD}" dt="2026-03-11T23:24:35.073" v="44" actId="165"/>
        <pc:sldMkLst>
          <pc:docMk/>
          <pc:sldMk cId="3001053428" sldId="2147480764"/>
        </pc:sldMkLst>
        <pc:spChg chg="topLvl">
          <ac:chgData name="福元 允亮" userId="12e1d508-426e-4c6a-b43b-7681266f9ca9" providerId="ADAL" clId="{AC71AC63-65A3-FA46-A3AA-1221D2AE86AD}" dt="2026-03-11T23:23:30.710" v="2" actId="165"/>
          <ac:spMkLst>
            <pc:docMk/>
            <pc:sldMk cId="3001053428" sldId="2147480764"/>
            <ac:spMk id="5" creationId="{9F96D6E4-67DE-7362-372D-2CB700DD8619}"/>
          </ac:spMkLst>
        </pc:spChg>
        <pc:spChg chg="topLvl">
          <ac:chgData name="福元 允亮" userId="12e1d508-426e-4c6a-b43b-7681266f9ca9" providerId="ADAL" clId="{AC71AC63-65A3-FA46-A3AA-1221D2AE86AD}" dt="2026-03-11T23:23:30.710" v="2" actId="165"/>
          <ac:spMkLst>
            <pc:docMk/>
            <pc:sldMk cId="3001053428" sldId="2147480764"/>
            <ac:spMk id="7" creationId="{2345FD41-D114-EF45-6229-2355B5C30663}"/>
          </ac:spMkLst>
        </pc:spChg>
        <pc:spChg chg="topLvl">
          <ac:chgData name="福元 允亮" userId="12e1d508-426e-4c6a-b43b-7681266f9ca9" providerId="ADAL" clId="{AC71AC63-65A3-FA46-A3AA-1221D2AE86AD}" dt="2026-03-11T23:23:30.710" v="2" actId="165"/>
          <ac:spMkLst>
            <pc:docMk/>
            <pc:sldMk cId="3001053428" sldId="2147480764"/>
            <ac:spMk id="8" creationId="{291572FA-E6BF-C1CA-894D-4434CE74B6D5}"/>
          </ac:spMkLst>
        </pc:spChg>
        <pc:spChg chg="mod topLvl">
          <ac:chgData name="福元 允亮" userId="12e1d508-426e-4c6a-b43b-7681266f9ca9" providerId="ADAL" clId="{AC71AC63-65A3-FA46-A3AA-1221D2AE86AD}" dt="2026-03-11T23:24:35.073" v="44" actId="165"/>
          <ac:spMkLst>
            <pc:docMk/>
            <pc:sldMk cId="3001053428" sldId="2147480764"/>
            <ac:spMk id="9" creationId="{2EA3312E-7543-1D8C-659D-62464FA47E37}"/>
          </ac:spMkLst>
        </pc:spChg>
        <pc:spChg chg="mod topLvl">
          <ac:chgData name="福元 允亮" userId="12e1d508-426e-4c6a-b43b-7681266f9ca9" providerId="ADAL" clId="{AC71AC63-65A3-FA46-A3AA-1221D2AE86AD}" dt="2026-03-11T23:24:35.073" v="44" actId="165"/>
          <ac:spMkLst>
            <pc:docMk/>
            <pc:sldMk cId="3001053428" sldId="2147480764"/>
            <ac:spMk id="10" creationId="{EC57CD14-AE92-C606-A361-0E06329F877C}"/>
          </ac:spMkLst>
        </pc:spChg>
        <pc:spChg chg="mod topLvl">
          <ac:chgData name="福元 允亮" userId="12e1d508-426e-4c6a-b43b-7681266f9ca9" providerId="ADAL" clId="{AC71AC63-65A3-FA46-A3AA-1221D2AE86AD}" dt="2026-03-11T23:24:35.073" v="44" actId="165"/>
          <ac:spMkLst>
            <pc:docMk/>
            <pc:sldMk cId="3001053428" sldId="2147480764"/>
            <ac:spMk id="11" creationId="{140E7609-2841-8432-B969-F71CA8E2D723}"/>
          </ac:spMkLst>
        </pc:spChg>
        <pc:spChg chg="add mod">
          <ac:chgData name="福元 允亮" userId="12e1d508-426e-4c6a-b43b-7681266f9ca9" providerId="ADAL" clId="{AC71AC63-65A3-FA46-A3AA-1221D2AE86AD}" dt="2026-03-11T23:23:37.639" v="5" actId="20577"/>
          <ac:spMkLst>
            <pc:docMk/>
            <pc:sldMk cId="3001053428" sldId="2147480764"/>
            <ac:spMk id="12" creationId="{385A2BE0-D69A-345D-084A-7F15D3C456BF}"/>
          </ac:spMkLst>
        </pc:spChg>
        <pc:spChg chg="add mod">
          <ac:chgData name="福元 允亮" userId="12e1d508-426e-4c6a-b43b-7681266f9ca9" providerId="ADAL" clId="{AC71AC63-65A3-FA46-A3AA-1221D2AE86AD}" dt="2026-03-11T23:23:58.758" v="30" actId="20577"/>
          <ac:spMkLst>
            <pc:docMk/>
            <pc:sldMk cId="3001053428" sldId="2147480764"/>
            <ac:spMk id="13" creationId="{C85716EF-8666-A262-C86A-FA0E9790564D}"/>
          </ac:spMkLst>
        </pc:spChg>
        <pc:spChg chg="add mod topLvl">
          <ac:chgData name="福元 允亮" userId="12e1d508-426e-4c6a-b43b-7681266f9ca9" providerId="ADAL" clId="{AC71AC63-65A3-FA46-A3AA-1221D2AE86AD}" dt="2026-03-11T23:24:35.073" v="44" actId="165"/>
          <ac:spMkLst>
            <pc:docMk/>
            <pc:sldMk cId="3001053428" sldId="2147480764"/>
            <ac:spMk id="14" creationId="{9A1AF2A1-DBBE-EB67-2F7F-2275843E1582}"/>
          </ac:spMkLst>
        </pc:spChg>
        <pc:spChg chg="add mod topLvl">
          <ac:chgData name="福元 允亮" userId="12e1d508-426e-4c6a-b43b-7681266f9ca9" providerId="ADAL" clId="{AC71AC63-65A3-FA46-A3AA-1221D2AE86AD}" dt="2026-03-11T23:24:35.073" v="44" actId="165"/>
          <ac:spMkLst>
            <pc:docMk/>
            <pc:sldMk cId="3001053428" sldId="2147480764"/>
            <ac:spMk id="15" creationId="{C2C386CD-B3A8-6AC3-1218-3C00EE2E8006}"/>
          </ac:spMkLst>
        </pc:spChg>
        <pc:grpChg chg="add del mod">
          <ac:chgData name="福元 允亮" userId="12e1d508-426e-4c6a-b43b-7681266f9ca9" providerId="ADAL" clId="{AC71AC63-65A3-FA46-A3AA-1221D2AE86AD}" dt="2026-03-11T23:23:30.710" v="2" actId="165"/>
          <ac:grpSpMkLst>
            <pc:docMk/>
            <pc:sldMk cId="3001053428" sldId="2147480764"/>
            <ac:grpSpMk id="6" creationId="{6BC33807-5C60-936F-192A-6E4047D70816}"/>
          </ac:grpSpMkLst>
        </pc:grpChg>
        <pc:grpChg chg="add del mod">
          <ac:chgData name="福元 允亮" userId="12e1d508-426e-4c6a-b43b-7681266f9ca9" providerId="ADAL" clId="{AC71AC63-65A3-FA46-A3AA-1221D2AE86AD}" dt="2026-03-11T23:24:35.073" v="44" actId="165"/>
          <ac:grpSpMkLst>
            <pc:docMk/>
            <pc:sldMk cId="3001053428" sldId="2147480764"/>
            <ac:grpSpMk id="16" creationId="{FBB0D717-FBD4-C17B-68B4-BAF1264C1671}"/>
          </ac:grpSpMkLst>
        </pc:grpChg>
      </pc:sldChg>
    </pc:docChg>
  </pc:docChgLst>
  <pc:docChgLst>
    <pc:chgData name="福元 允亮" userId="12e1d508-426e-4c6a-b43b-7681266f9ca9" providerId="ADAL" clId="{C38BC633-0087-6448-8FDB-8A9EB8EAED37}"/>
    <pc:docChg chg="undo custSel modSld">
      <pc:chgData name="福元 允亮" userId="12e1d508-426e-4c6a-b43b-7681266f9ca9" providerId="ADAL" clId="{C38BC633-0087-6448-8FDB-8A9EB8EAED37}" dt="2026-03-12T03:32:54.028" v="723" actId="3064"/>
      <pc:docMkLst>
        <pc:docMk/>
      </pc:docMkLst>
      <pc:sldChg chg="addSp delSp modSp mod">
        <pc:chgData name="福元 允亮" userId="12e1d508-426e-4c6a-b43b-7681266f9ca9" providerId="ADAL" clId="{C38BC633-0087-6448-8FDB-8A9EB8EAED37}" dt="2026-03-12T03:32:54.028" v="723" actId="3064"/>
        <pc:sldMkLst>
          <pc:docMk/>
          <pc:sldMk cId="3001053428" sldId="2147480764"/>
        </pc:sldMkLst>
        <pc:spChg chg="mod">
          <ac:chgData name="福元 允亮" userId="12e1d508-426e-4c6a-b43b-7681266f9ca9" providerId="ADAL" clId="{C38BC633-0087-6448-8FDB-8A9EB8EAED37}" dt="2026-03-12T01:15:55.675" v="274" actId="948"/>
          <ac:spMkLst>
            <pc:docMk/>
            <pc:sldMk cId="3001053428" sldId="2147480764"/>
            <ac:spMk id="2" creationId="{BA5EF566-D16A-40BE-C039-67C80A2CFA91}"/>
          </ac:spMkLst>
        </pc:spChg>
        <pc:spChg chg="mod">
          <ac:chgData name="福元 允亮" userId="12e1d508-426e-4c6a-b43b-7681266f9ca9" providerId="ADAL" clId="{C38BC633-0087-6448-8FDB-8A9EB8EAED37}" dt="2026-03-12T01:15:58.318" v="309" actId="20577"/>
          <ac:spMkLst>
            <pc:docMk/>
            <pc:sldMk cId="3001053428" sldId="2147480764"/>
            <ac:spMk id="3" creationId="{12D73F1F-49C9-5A45-B9E8-D6F68FC949FD}"/>
          </ac:spMkLst>
        </pc:spChg>
        <pc:spChg chg="add del mod modVis">
          <ac:chgData name="福元 允亮" userId="12e1d508-426e-4c6a-b43b-7681266f9ca9" providerId="ADAL" clId="{C38BC633-0087-6448-8FDB-8A9EB8EAED37}" dt="2026-03-12T01:15:54.863" v="259"/>
          <ac:spMkLst>
            <pc:docMk/>
            <pc:sldMk cId="3001053428" sldId="2147480764"/>
            <ac:spMk id="4" creationId="{7AEC3E0E-2BD0-778B-DE26-E4D68345B65E}"/>
          </ac:spMkLst>
        </pc:spChg>
        <pc:spChg chg="del">
          <ac:chgData name="福元 允亮" userId="12e1d508-426e-4c6a-b43b-7681266f9ca9" providerId="ADAL" clId="{C38BC633-0087-6448-8FDB-8A9EB8EAED37}" dt="2026-03-11T23:27:11.974" v="37" actId="478"/>
          <ac:spMkLst>
            <pc:docMk/>
            <pc:sldMk cId="3001053428" sldId="2147480764"/>
            <ac:spMk id="4" creationId="{EED1F8EE-78B0-ADEE-9E25-8B21766B01B4}"/>
          </ac:spMkLst>
        </pc:spChg>
        <pc:spChg chg="del">
          <ac:chgData name="福元 允亮" userId="12e1d508-426e-4c6a-b43b-7681266f9ca9" providerId="ADAL" clId="{C38BC633-0087-6448-8FDB-8A9EB8EAED37}" dt="2026-03-11T23:26:07.547" v="1" actId="478"/>
          <ac:spMkLst>
            <pc:docMk/>
            <pc:sldMk cId="3001053428" sldId="2147480764"/>
            <ac:spMk id="5" creationId="{9F96D6E4-67DE-7362-372D-2CB700DD8619}"/>
          </ac:spMkLst>
        </pc:spChg>
        <pc:spChg chg="add mod topLvl">
          <ac:chgData name="福元 允亮" userId="12e1d508-426e-4c6a-b43b-7681266f9ca9" providerId="ADAL" clId="{C38BC633-0087-6448-8FDB-8A9EB8EAED37}" dt="2026-03-12T03:21:19.882" v="687" actId="20577"/>
          <ac:spMkLst>
            <pc:docMk/>
            <pc:sldMk cId="3001053428" sldId="2147480764"/>
            <ac:spMk id="6" creationId="{D6359AB8-4679-FB1D-3F44-5F51D9FACEBE}"/>
          </ac:spMkLst>
        </pc:spChg>
        <pc:spChg chg="del">
          <ac:chgData name="福元 允亮" userId="12e1d508-426e-4c6a-b43b-7681266f9ca9" providerId="ADAL" clId="{C38BC633-0087-6448-8FDB-8A9EB8EAED37}" dt="2026-03-11T23:26:07.547" v="1" actId="478"/>
          <ac:spMkLst>
            <pc:docMk/>
            <pc:sldMk cId="3001053428" sldId="2147480764"/>
            <ac:spMk id="7" creationId="{2345FD41-D114-EF45-6229-2355B5C30663}"/>
          </ac:spMkLst>
        </pc:spChg>
        <pc:spChg chg="add del mod modVis">
          <ac:chgData name="福元 允亮" userId="12e1d508-426e-4c6a-b43b-7681266f9ca9" providerId="ADAL" clId="{C38BC633-0087-6448-8FDB-8A9EB8EAED37}" dt="2026-03-12T01:15:55.696" v="296"/>
          <ac:spMkLst>
            <pc:docMk/>
            <pc:sldMk cId="3001053428" sldId="2147480764"/>
            <ac:spMk id="7" creationId="{F9C888B2-A5C0-2590-9688-89C9A4847609}"/>
          </ac:spMkLst>
        </pc:spChg>
        <pc:spChg chg="del">
          <ac:chgData name="福元 允亮" userId="12e1d508-426e-4c6a-b43b-7681266f9ca9" providerId="ADAL" clId="{C38BC633-0087-6448-8FDB-8A9EB8EAED37}" dt="2026-03-11T23:26:07.547" v="1" actId="478"/>
          <ac:spMkLst>
            <pc:docMk/>
            <pc:sldMk cId="3001053428" sldId="2147480764"/>
            <ac:spMk id="8" creationId="{291572FA-E6BF-C1CA-894D-4434CE74B6D5}"/>
          </ac:spMkLst>
        </pc:spChg>
        <pc:spChg chg="del">
          <ac:chgData name="福元 允亮" userId="12e1d508-426e-4c6a-b43b-7681266f9ca9" providerId="ADAL" clId="{C38BC633-0087-6448-8FDB-8A9EB8EAED37}" dt="2026-03-11T23:25:08.205" v="0" actId="478"/>
          <ac:spMkLst>
            <pc:docMk/>
            <pc:sldMk cId="3001053428" sldId="2147480764"/>
            <ac:spMk id="9" creationId="{2EA3312E-7543-1D8C-659D-62464FA47E37}"/>
          </ac:spMkLst>
        </pc:spChg>
        <pc:spChg chg="del">
          <ac:chgData name="福元 允亮" userId="12e1d508-426e-4c6a-b43b-7681266f9ca9" providerId="ADAL" clId="{C38BC633-0087-6448-8FDB-8A9EB8EAED37}" dt="2026-03-11T23:25:08.205" v="0" actId="478"/>
          <ac:spMkLst>
            <pc:docMk/>
            <pc:sldMk cId="3001053428" sldId="2147480764"/>
            <ac:spMk id="10" creationId="{EC57CD14-AE92-C606-A361-0E06329F877C}"/>
          </ac:spMkLst>
        </pc:spChg>
        <pc:spChg chg="del">
          <ac:chgData name="福元 允亮" userId="12e1d508-426e-4c6a-b43b-7681266f9ca9" providerId="ADAL" clId="{C38BC633-0087-6448-8FDB-8A9EB8EAED37}" dt="2026-03-11T23:25:08.205" v="0" actId="478"/>
          <ac:spMkLst>
            <pc:docMk/>
            <pc:sldMk cId="3001053428" sldId="2147480764"/>
            <ac:spMk id="11" creationId="{140E7609-2841-8432-B969-F71CA8E2D723}"/>
          </ac:spMkLst>
        </pc:spChg>
        <pc:spChg chg="del">
          <ac:chgData name="福元 允亮" userId="12e1d508-426e-4c6a-b43b-7681266f9ca9" providerId="ADAL" clId="{C38BC633-0087-6448-8FDB-8A9EB8EAED37}" dt="2026-03-11T23:26:07.547" v="1" actId="478"/>
          <ac:spMkLst>
            <pc:docMk/>
            <pc:sldMk cId="3001053428" sldId="2147480764"/>
            <ac:spMk id="12" creationId="{385A2BE0-D69A-345D-084A-7F15D3C456BF}"/>
          </ac:spMkLst>
        </pc:spChg>
        <pc:spChg chg="del">
          <ac:chgData name="福元 允亮" userId="12e1d508-426e-4c6a-b43b-7681266f9ca9" providerId="ADAL" clId="{C38BC633-0087-6448-8FDB-8A9EB8EAED37}" dt="2026-03-11T23:26:07.547" v="1" actId="478"/>
          <ac:spMkLst>
            <pc:docMk/>
            <pc:sldMk cId="3001053428" sldId="2147480764"/>
            <ac:spMk id="13" creationId="{C85716EF-8666-A262-C86A-FA0E9790564D}"/>
          </ac:spMkLst>
        </pc:spChg>
        <pc:spChg chg="del">
          <ac:chgData name="福元 允亮" userId="12e1d508-426e-4c6a-b43b-7681266f9ca9" providerId="ADAL" clId="{C38BC633-0087-6448-8FDB-8A9EB8EAED37}" dt="2026-03-11T23:25:08.205" v="0" actId="478"/>
          <ac:spMkLst>
            <pc:docMk/>
            <pc:sldMk cId="3001053428" sldId="2147480764"/>
            <ac:spMk id="14" creationId="{9A1AF2A1-DBBE-EB67-2F7F-2275843E1582}"/>
          </ac:spMkLst>
        </pc:spChg>
        <pc:spChg chg="del">
          <ac:chgData name="福元 允亮" userId="12e1d508-426e-4c6a-b43b-7681266f9ca9" providerId="ADAL" clId="{C38BC633-0087-6448-8FDB-8A9EB8EAED37}" dt="2026-03-11T23:25:08.205" v="0" actId="478"/>
          <ac:spMkLst>
            <pc:docMk/>
            <pc:sldMk cId="3001053428" sldId="2147480764"/>
            <ac:spMk id="15" creationId="{C2C386CD-B3A8-6AC3-1218-3C00EE2E8006}"/>
          </ac:spMkLst>
        </pc:spChg>
        <pc:spChg chg="add mod topLvl">
          <ac:chgData name="福元 允亮" userId="12e1d508-426e-4c6a-b43b-7681266f9ca9" providerId="ADAL" clId="{C38BC633-0087-6448-8FDB-8A9EB8EAED37}" dt="2026-03-12T03:20:49.882" v="640" actId="20577"/>
          <ac:spMkLst>
            <pc:docMk/>
            <pc:sldMk cId="3001053428" sldId="2147480764"/>
            <ac:spMk id="16" creationId="{E007B8D6-E6B1-4039-66F1-3A9F8AFC19A6}"/>
          </ac:spMkLst>
        </pc:spChg>
        <pc:spChg chg="add del mod">
          <ac:chgData name="福元 允亮" userId="12e1d508-426e-4c6a-b43b-7681266f9ca9" providerId="ADAL" clId="{C38BC633-0087-6448-8FDB-8A9EB8EAED37}" dt="2026-03-11T23:27:52.539" v="70" actId="478"/>
          <ac:spMkLst>
            <pc:docMk/>
            <pc:sldMk cId="3001053428" sldId="2147480764"/>
            <ac:spMk id="17" creationId="{DD378418-B9CF-C5F6-56C9-3669B4A11A06}"/>
          </ac:spMkLst>
        </pc:spChg>
        <pc:spChg chg="add mod topLvl">
          <ac:chgData name="福元 允亮" userId="12e1d508-426e-4c6a-b43b-7681266f9ca9" providerId="ADAL" clId="{C38BC633-0087-6448-8FDB-8A9EB8EAED37}" dt="2026-03-12T03:21:02.028" v="654" actId="20577"/>
          <ac:spMkLst>
            <pc:docMk/>
            <pc:sldMk cId="3001053428" sldId="2147480764"/>
            <ac:spMk id="18" creationId="{AD630D95-AD94-719B-63CF-147E7278A903}"/>
          </ac:spMkLst>
        </pc:spChg>
        <pc:spChg chg="add mod topLvl">
          <ac:chgData name="福元 允亮" userId="12e1d508-426e-4c6a-b43b-7681266f9ca9" providerId="ADAL" clId="{C38BC633-0087-6448-8FDB-8A9EB8EAED37}" dt="2026-03-12T03:20:08.017" v="574" actId="20577"/>
          <ac:spMkLst>
            <pc:docMk/>
            <pc:sldMk cId="3001053428" sldId="2147480764"/>
            <ac:spMk id="19" creationId="{010479BC-A57E-B3DB-58DC-B7CCC4938B3F}"/>
          </ac:spMkLst>
        </pc:spChg>
        <pc:spChg chg="add mod topLvl">
          <ac:chgData name="福元 允亮" userId="12e1d508-426e-4c6a-b43b-7681266f9ca9" providerId="ADAL" clId="{C38BC633-0087-6448-8FDB-8A9EB8EAED37}" dt="2026-03-12T03:21:30.681" v="702" actId="20577"/>
          <ac:spMkLst>
            <pc:docMk/>
            <pc:sldMk cId="3001053428" sldId="2147480764"/>
            <ac:spMk id="21" creationId="{95C85121-D2C6-617F-9A9F-2FD8478D0BC1}"/>
          </ac:spMkLst>
        </pc:spChg>
        <pc:spChg chg="add mod">
          <ac:chgData name="福元 允亮" userId="12e1d508-426e-4c6a-b43b-7681266f9ca9" providerId="ADAL" clId="{C38BC633-0087-6448-8FDB-8A9EB8EAED37}" dt="2026-03-12T03:32:54.028" v="723" actId="3064"/>
          <ac:spMkLst>
            <pc:docMk/>
            <pc:sldMk cId="3001053428" sldId="2147480764"/>
            <ac:spMk id="31" creationId="{FC2D13F5-55B7-3436-89C9-011732592861}"/>
          </ac:spMkLst>
        </pc:spChg>
        <pc:grpChg chg="add del mod">
          <ac:chgData name="福元 允亮" userId="12e1d508-426e-4c6a-b43b-7681266f9ca9" providerId="ADAL" clId="{C38BC633-0087-6448-8FDB-8A9EB8EAED37}" dt="2026-03-11T23:30:07.989" v="183" actId="165"/>
          <ac:grpSpMkLst>
            <pc:docMk/>
            <pc:sldMk cId="3001053428" sldId="2147480764"/>
            <ac:grpSpMk id="30" creationId="{5405233A-7908-42BE-D3EB-41272A0C5AA4}"/>
          </ac:grpSpMkLst>
        </pc:grpChg>
        <pc:graphicFrameChg chg="add mod modVis">
          <ac:chgData name="福元 允亮" userId="12e1d508-426e-4c6a-b43b-7681266f9ca9" providerId="ADAL" clId="{C38BC633-0087-6448-8FDB-8A9EB8EAED37}" dt="2026-03-12T01:15:55.697" v="298"/>
          <ac:graphicFrameMkLst>
            <pc:docMk/>
            <pc:sldMk cId="3001053428" sldId="2147480764"/>
            <ac:graphicFrameMk id="5" creationId="{349B50E1-7621-B9F5-12F2-D40CE65CE351}"/>
          </ac:graphicFrameMkLst>
        </pc:graphicFrameChg>
        <pc:cxnChg chg="del">
          <ac:chgData name="福元 允亮" userId="12e1d508-426e-4c6a-b43b-7681266f9ca9" providerId="ADAL" clId="{C38BC633-0087-6448-8FDB-8A9EB8EAED37}" dt="2026-03-11T23:27:11.974" v="37" actId="478"/>
          <ac:cxnSpMkLst>
            <pc:docMk/>
            <pc:sldMk cId="3001053428" sldId="2147480764"/>
            <ac:cxnSpMk id="20" creationId="{0B6D1EDF-E3E5-74AF-A8B7-85AF8DB6249A}"/>
          </ac:cxnSpMkLst>
        </pc:cxnChg>
        <pc:cxnChg chg="add mod topLvl">
          <ac:chgData name="福元 允亮" userId="12e1d508-426e-4c6a-b43b-7681266f9ca9" providerId="ADAL" clId="{C38BC633-0087-6448-8FDB-8A9EB8EAED37}" dt="2026-03-11T23:30:07.989" v="183" actId="165"/>
          <ac:cxnSpMkLst>
            <pc:docMk/>
            <pc:sldMk cId="3001053428" sldId="2147480764"/>
            <ac:cxnSpMk id="23" creationId="{6953ED4D-68CA-8DCE-9911-D8406669541B}"/>
          </ac:cxnSpMkLst>
        </pc:cxnChg>
        <pc:cxnChg chg="add mod topLvl">
          <ac:chgData name="福元 允亮" userId="12e1d508-426e-4c6a-b43b-7681266f9ca9" providerId="ADAL" clId="{C38BC633-0087-6448-8FDB-8A9EB8EAED37}" dt="2026-03-11T23:30:07.989" v="183" actId="165"/>
          <ac:cxnSpMkLst>
            <pc:docMk/>
            <pc:sldMk cId="3001053428" sldId="2147480764"/>
            <ac:cxnSpMk id="24" creationId="{E3361688-85AE-8239-8201-C1D66B79073E}"/>
          </ac:cxnSpMkLst>
        </pc:cxnChg>
        <pc:cxnChg chg="add del mod">
          <ac:chgData name="福元 允亮" userId="12e1d508-426e-4c6a-b43b-7681266f9ca9" providerId="ADAL" clId="{C38BC633-0087-6448-8FDB-8A9EB8EAED37}" dt="2026-03-11T23:29:41.654" v="170" actId="21"/>
          <ac:cxnSpMkLst>
            <pc:docMk/>
            <pc:sldMk cId="3001053428" sldId="2147480764"/>
            <ac:cxnSpMk id="25" creationId="{DD065191-7424-935E-B876-DF140087B077}"/>
          </ac:cxnSpMkLst>
        </pc:cxnChg>
        <pc:cxnChg chg="add mod topLvl">
          <ac:chgData name="福元 允亮" userId="12e1d508-426e-4c6a-b43b-7681266f9ca9" providerId="ADAL" clId="{C38BC633-0087-6448-8FDB-8A9EB8EAED37}" dt="2026-03-12T01:16:40.155" v="320" actId="1036"/>
          <ac:cxnSpMkLst>
            <pc:docMk/>
            <pc:sldMk cId="3001053428" sldId="2147480764"/>
            <ac:cxnSpMk id="28" creationId="{6E39F306-A279-77D7-42F8-CF28B63B0427}"/>
          </ac:cxnSpMkLst>
        </pc:cxnChg>
        <pc:cxnChg chg="add mod topLvl">
          <ac:chgData name="福元 允亮" userId="12e1d508-426e-4c6a-b43b-7681266f9ca9" providerId="ADAL" clId="{C38BC633-0087-6448-8FDB-8A9EB8EAED37}" dt="2026-03-12T01:16:38.015" v="317" actId="1035"/>
          <ac:cxnSpMkLst>
            <pc:docMk/>
            <pc:sldMk cId="3001053428" sldId="2147480764"/>
            <ac:cxnSpMk id="29" creationId="{9738C371-65CC-FD40-29E6-CD4DAAB83F71}"/>
          </ac:cxnSpMkLst>
        </pc:cxn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>
              <a:latin typeface="+mn-ea"/>
            </a:endParaRPr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BDCB57-7B26-864A-85AB-1FE6E8A71097}" type="datetimeFigureOut">
              <a:rPr kumimoji="1" lang="ja-JP" altLang="en-US" smtClean="0">
                <a:latin typeface="+mn-ea"/>
              </a:rPr>
              <a:t>2026/3/12</a:t>
            </a:fld>
            <a:endParaRPr kumimoji="1" lang="ja-JP" altLang="en-US">
              <a:latin typeface="+mn-ea"/>
            </a:endParaRPr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>
              <a:latin typeface="+mn-ea"/>
            </a:endParaRPr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41B73B-8F91-6845-8B45-1448A7A46D6E}" type="slidenum">
              <a:rPr kumimoji="1" lang="ja-JP" altLang="en-US" smtClean="0">
                <a:latin typeface="+mn-ea"/>
              </a:rPr>
              <a:t>‹#›</a:t>
            </a:fld>
            <a:endParaRPr kumimoji="1" lang="ja-JP" altLang="en-US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77408550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87B8588-1665-0A4A-AD47-68FFFFC620D1}" type="datetimeFigureOut">
              <a:rPr kumimoji="1" lang="ja-JP" altLang="en-US" smtClean="0"/>
              <a:t>2026/3/12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30237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3887785"/>
            <a:ext cx="5486400" cy="462597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9AAED7-EB68-B44B-A29A-E9CFE7A1147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139408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ea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oleObject" Target="../embeddings/oleObject2.bin"/><Relationship Id="rId3" Type="http://schemas.openxmlformats.org/officeDocument/2006/relationships/image" Target="../media/image2.emf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oleObject" Target="../embeddings/oleObject3.bin"/><Relationship Id="rId3" Type="http://schemas.openxmlformats.org/officeDocument/2006/relationships/image" Target="../media/image3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oleObject" Target="../embeddings/oleObject3.bin"/><Relationship Id="rId3" Type="http://schemas.openxmlformats.org/officeDocument/2006/relationships/image" Target="../media/image3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26A9CB88-735E-6849-3DE2-E60599824D0A}"/>
              </a:ext>
            </a:extLst>
          </p:cNvPr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151189375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7772400" imgH="10058400" progId="TCLayout.ActiveDocument.1">
                  <p:embed/>
                </p:oleObj>
              </mc:Choice>
              <mc:Fallback>
                <p:oleObj name="think-cell Slide" r:id="rId2" imgW="7772400" imgH="10058400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6A9CB88-735E-6849-3DE2-E60599824D0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4659282D-E203-D490-4B15-F802032603A3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  <p:sp>
        <p:nvSpPr>
          <p:cNvPr id="2" name="タイトル 5">
            <a:extLst>
              <a:ext uri="{FF2B5EF4-FFF2-40B4-BE49-F238E27FC236}">
                <a16:creationId xmlns:a16="http://schemas.microsoft.com/office/drawing/2014/main" id="{62D4FB49-8661-3625-B1BB-3E9C6AC2C0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554966"/>
            <a:ext cx="11448000" cy="400110"/>
          </a:xfrm>
          <a:prstGeom prst="rect">
            <a:avLst/>
          </a:prstGeom>
        </p:spPr>
        <p:txBody>
          <a:bodyPr vert="horz" tIns="0" bIns="0" anchor="b" anchorCtr="0">
            <a:spAutoFit/>
          </a:bodyPr>
          <a:lstStyle>
            <a:lvl1pPr>
              <a:defRPr sz="2600">
                <a:solidFill>
                  <a:schemeClr val="tx1"/>
                </a:solidFill>
              </a:defRPr>
            </a:lvl1pPr>
          </a:lstStyle>
          <a:p>
            <a:r>
              <a:rPr kumimoji="1" lang="en-US" altLang="ja-JP"/>
              <a:t>Main Message</a:t>
            </a:r>
            <a:endParaRPr kumimoji="1" lang="ja-JP" altLang="en-US"/>
          </a:p>
        </p:txBody>
      </p:sp>
      <p:sp>
        <p:nvSpPr>
          <p:cNvPr id="8" name="テキスト プレースホルダー 2">
            <a:extLst>
              <a:ext uri="{FF2B5EF4-FFF2-40B4-BE49-F238E27FC236}">
                <a16:creationId xmlns:a16="http://schemas.microsoft.com/office/drawing/2014/main" id="{F7BBF3A6-210B-D5EF-F749-86E85CAF3D0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71474" y="979385"/>
            <a:ext cx="11448000" cy="288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1">
                <a:solidFill>
                  <a:schemeClr val="accent1"/>
                </a:solidFill>
              </a:defRPr>
            </a:lvl1pPr>
          </a:lstStyle>
          <a:p>
            <a:pPr lvl="0"/>
            <a:r>
              <a:rPr kumimoji="1" lang="en-US" altLang="ja-JP"/>
              <a:t>Chart Title</a:t>
            </a:r>
            <a:endParaRPr kumimoji="1" lang="ja-JP" altLang="en-US"/>
          </a:p>
        </p:txBody>
      </p:sp>
      <p:sp>
        <p:nvSpPr>
          <p:cNvPr id="10" name="コンテンツ プレースホルダー 4">
            <a:extLst>
              <a:ext uri="{FF2B5EF4-FFF2-40B4-BE49-F238E27FC236}">
                <a16:creationId xmlns:a16="http://schemas.microsoft.com/office/drawing/2014/main" id="{447B21C3-A705-704B-2D1E-74B76A5A0E2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71474" y="1377538"/>
            <a:ext cx="11449051" cy="4857662"/>
          </a:xfrm>
          <a:prstGeom prst="rect">
            <a:avLst/>
          </a:prstGeom>
        </p:spPr>
        <p:txBody>
          <a:bodyPr tIns="0" bIns="0"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 marL="540000" indent="-180000">
              <a:buFont typeface="Wingdings" pitchFamily="2" charset="2"/>
              <a:buChar char="Ø"/>
              <a:defRPr sz="1600">
                <a:solidFill>
                  <a:schemeClr val="tx1"/>
                </a:solidFill>
              </a:defRPr>
            </a:lvl3pPr>
            <a:lvl4pPr marL="720000" indent="-180000">
              <a:buFont typeface="Wingdings" pitchFamily="2" charset="2"/>
              <a:buChar char="ü"/>
              <a:defRPr sz="1600">
                <a:solidFill>
                  <a:schemeClr val="tx1"/>
                </a:solidFill>
              </a:defRPr>
            </a:lvl4pPr>
            <a:lvl5pPr marL="900000" indent="-180000">
              <a:buFont typeface="Wingdings" pitchFamily="2" charset="2"/>
              <a:buChar char="§"/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8587616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1265E79-47D9-4B17-A967-60D543C5CD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34800"/>
            <a:ext cx="11448000" cy="413999"/>
          </a:xfrm>
          <a:prstGeom prst="rect">
            <a:avLst/>
          </a:prstGeom>
        </p:spPr>
        <p:txBody>
          <a:bodyPr tIns="0" bIns="0" anchor="t">
            <a:noAutofit/>
          </a:bodyPr>
          <a:lstStyle>
            <a:lvl1pPr>
              <a:defRPr sz="2600"/>
            </a:lvl1pPr>
          </a:lstStyle>
          <a:p>
            <a:r>
              <a:rPr kumimoji="1" lang="ja-JP" altLang="en-US"/>
              <a:t>［タイトル］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C56F1922-EBFD-0984-2464-4DD07C5D3F5B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chemeClr val="bg1"/>
                </a:solidFill>
              </a:rPr>
              <a:pPr algn="ctr"/>
              <a:t>‹#›</a:t>
            </a:fld>
            <a:endParaRPr kumimoji="0" lang="en-US" altLang="ja-JP" sz="800">
              <a:solidFill>
                <a:schemeClr val="bg1"/>
              </a:solidFill>
              <a:latin typeface="+mn-ea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152477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2">
            <a:extLst>
              <a:ext uri="{FF2B5EF4-FFF2-40B4-BE49-F238E27FC236}">
                <a16:creationId xmlns:a16="http://schemas.microsoft.com/office/drawing/2014/main" id="{6E2DD10F-9530-7664-057B-B2159A9B3A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752400"/>
            <a:ext cx="11440800" cy="396000"/>
          </a:xfrm>
          <a:prstGeom prst="rect">
            <a:avLst/>
          </a:prstGeom>
        </p:spPr>
        <p:txBody>
          <a:bodyPr lIns="0" rIns="0" anchor="b" anchorCtr="0"/>
          <a:lstStyle/>
          <a:p>
            <a:pPr lvl="0"/>
            <a:r>
              <a:rPr kumimoji="1" lang="ja-JP" altLang="en-US"/>
              <a:t>○○○○御中</a:t>
            </a:r>
          </a:p>
        </p:txBody>
      </p:sp>
      <p:sp>
        <p:nvSpPr>
          <p:cNvPr id="3" name="テキスト プレースホルダー 6">
            <a:extLst>
              <a:ext uri="{FF2B5EF4-FFF2-40B4-BE49-F238E27FC236}">
                <a16:creationId xmlns:a16="http://schemas.microsoft.com/office/drawing/2014/main" id="{68755F9C-61CE-506D-3491-59AA8741F68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70800" y="1143727"/>
            <a:ext cx="11440800" cy="1422244"/>
          </a:xfrm>
          <a:prstGeom prst="rect">
            <a:avLst/>
          </a:prstGeom>
        </p:spPr>
        <p:txBody>
          <a:bodyPr lIns="0" tIns="46800" rIns="0" anchor="b"/>
          <a:lstStyle>
            <a:lvl1pPr>
              <a:lnSpc>
                <a:spcPct val="80000"/>
              </a:lnSpc>
              <a:defRPr sz="4400" b="1">
                <a:solidFill>
                  <a:schemeClr val="tx1"/>
                </a:solidFill>
              </a:defRPr>
            </a:lvl1pPr>
          </a:lstStyle>
          <a:p>
            <a:pPr lvl="0"/>
            <a:r>
              <a:rPr kumimoji="1" lang="ja-JP" altLang="en-US"/>
              <a:t>［タイトル］</a:t>
            </a:r>
          </a:p>
        </p:txBody>
      </p:sp>
      <p:sp>
        <p:nvSpPr>
          <p:cNvPr id="4" name="テキスト プレースホルダー 10">
            <a:extLst>
              <a:ext uri="{FF2B5EF4-FFF2-40B4-BE49-F238E27FC236}">
                <a16:creationId xmlns:a16="http://schemas.microsoft.com/office/drawing/2014/main" id="{129B1BAA-5126-4805-070E-09CC7DAA635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0800" y="2565971"/>
            <a:ext cx="11440800" cy="375900"/>
          </a:xfrm>
          <a:prstGeom prst="rect">
            <a:avLst/>
          </a:prstGeom>
        </p:spPr>
        <p:txBody>
          <a:bodyPr lIns="0" tIns="46800" rIns="0"/>
          <a:lstStyle>
            <a:lvl1pPr>
              <a:defRPr>
                <a:solidFill>
                  <a:schemeClr val="tx1"/>
                </a:solidFill>
              </a:defRPr>
            </a:lvl1pPr>
            <a:lvl5pPr marL="2438216" indent="0">
              <a:buNone/>
              <a:defRPr/>
            </a:lvl5pPr>
          </a:lstStyle>
          <a:p>
            <a:pPr lvl="0"/>
            <a:r>
              <a:rPr kumimoji="1" lang="en-US" altLang="ja-JP"/>
              <a:t>2026</a:t>
            </a:r>
            <a:r>
              <a:rPr kumimoji="1" lang="ja-JP" altLang="en-US"/>
              <a:t>年〇月〇日　</a:t>
            </a:r>
            <a:r>
              <a:rPr kumimoji="1" lang="en-US" altLang="ja-JP"/>
              <a:t>XXX</a:t>
            </a:r>
            <a:r>
              <a:rPr kumimoji="1" lang="ja-JP" altLang="en-US"/>
              <a:t>株式会社 ○○○○○○</a:t>
            </a:r>
          </a:p>
        </p:txBody>
      </p:sp>
    </p:spTree>
    <p:extLst>
      <p:ext uri="{BB962C8B-B14F-4D97-AF65-F5344CB8AC3E}">
        <p14:creationId xmlns:p14="http://schemas.microsoft.com/office/powerpoint/2010/main" val="1733420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366C2E6-77B5-C628-99E9-2719E9BB1B9A}"/>
              </a:ext>
            </a:extLst>
          </p:cNvPr>
          <p:cNvGraphicFramePr>
            <a:graphicFrameLocks noChangeAspect="1"/>
          </p:cNvGraphicFramePr>
          <p:nvPr userDrawn="1"/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7772400" imgH="10058400" progId="TCLayout.ActiveDocument.1">
                  <p:embed/>
                </p:oleObj>
              </mc:Choice>
              <mc:Fallback>
                <p:oleObj name="think-cell Slide" r:id="rId2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366C2E6-77B5-C628-99E9-2719E9BB1B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タイトル 1">
            <a:extLst>
              <a:ext uri="{FF2B5EF4-FFF2-40B4-BE49-F238E27FC236}">
                <a16:creationId xmlns:a16="http://schemas.microsoft.com/office/drawing/2014/main" id="{4F42E522-CE3A-6008-C8C6-04F66A8E51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222729"/>
            <a:ext cx="7480800" cy="412538"/>
          </a:xfrm>
          <a:prstGeom prst="rect">
            <a:avLst/>
          </a:prstGeom>
        </p:spPr>
        <p:txBody>
          <a:bodyPr vert="horz" tIns="0" bIns="0">
            <a:noAutofit/>
          </a:bodyPr>
          <a:lstStyle>
            <a:lvl1pPr>
              <a:defRPr sz="2600"/>
            </a:lvl1pPr>
          </a:lstStyle>
          <a:p>
            <a:r>
              <a:rPr kumimoji="1" lang="en-US" altLang="ja-JP"/>
              <a:t>Agenda</a:t>
            </a:r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C3C35FC-0C2C-C5D6-0210-3A570FE264A2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940068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2366C2E6-77B5-C628-99E9-2719E9BB1B9A}"/>
              </a:ext>
            </a:extLst>
          </p:cNvPr>
          <p:cNvGraphicFramePr>
            <a:graphicFrameLocks noChangeAspect="1"/>
          </p:cNvGraphicFramePr>
          <p:nvPr userDrawn="1"/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2" imgW="7772400" imgH="10058400" progId="TCLayout.ActiveDocument.1">
                  <p:embed/>
                </p:oleObj>
              </mc:Choice>
              <mc:Fallback>
                <p:oleObj name="think-cell Slide" r:id="rId2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366C2E6-77B5-C628-99E9-2719E9BB1B9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タイトル 1">
            <a:extLst>
              <a:ext uri="{FF2B5EF4-FFF2-40B4-BE49-F238E27FC236}">
                <a16:creationId xmlns:a16="http://schemas.microsoft.com/office/drawing/2014/main" id="{4F42E522-CE3A-6008-C8C6-04F66A8E51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0800" y="3222729"/>
            <a:ext cx="7480800" cy="412538"/>
          </a:xfrm>
          <a:prstGeom prst="rect">
            <a:avLst/>
          </a:prstGeom>
        </p:spPr>
        <p:txBody>
          <a:bodyPr vert="horz" tIns="0" bIns="0">
            <a:noAutofit/>
          </a:bodyPr>
          <a:lstStyle>
            <a:lvl1pPr>
              <a:defRPr sz="2600"/>
            </a:lvl1pPr>
          </a:lstStyle>
          <a:p>
            <a:r>
              <a:rPr kumimoji="1" lang="en-US" altLang="ja-JP"/>
              <a:t>Agenda</a:t>
            </a:r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C3C35FC-0C2C-C5D6-0210-3A570FE264A2}"/>
              </a:ext>
            </a:extLst>
          </p:cNvPr>
          <p:cNvSpPr txBox="1"/>
          <p:nvPr userDrawn="1"/>
        </p:nvSpPr>
        <p:spPr>
          <a:xfrm>
            <a:off x="5943600" y="6562800"/>
            <a:ext cx="306000" cy="9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 anchorCtr="0">
            <a:noAutofit/>
          </a:bodyPr>
          <a:lstStyle/>
          <a:p>
            <a:pPr algn="ctr"/>
            <a:fld id="{8DD8EB0B-AB08-A54E-B33C-ED72A04D9CE9}" type="slidenum">
              <a:rPr lang="ja-JP" altLang="en-US" sz="800" smtClean="0">
                <a:solidFill>
                  <a:srgbClr val="6B6B6B"/>
                </a:solidFill>
              </a:rPr>
              <a:pPr algn="ctr"/>
              <a:t>‹#›</a:t>
            </a:fld>
            <a:endParaRPr kumimoji="0" lang="en-US" altLang="ja-JP" sz="800">
              <a:solidFill>
                <a:srgbClr val="6B6B6B"/>
              </a:solidFill>
              <a:latin typeface="+mn-ea"/>
              <a:cs typeface="Meiryo UI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9400685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oleObject" Target="../embeddings/oleObject1.bin"/><Relationship Id="rId8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10807434-350C-4893-6E94-4C9EB9C03B8B}"/>
              </a:ext>
            </a:extLst>
          </p:cNvPr>
          <p:cNvGraphicFramePr>
            <a:graphicFrameLocks noChangeAspect="1"/>
          </p:cNvGraphicFramePr>
          <p:nvPr userDrawn="1">
            <p:extLst>
              <p:ext uri="{D42A27DB-BD31-4B8C-83A1-F6EECF244321}">
                <p14:modId xmlns:p14="http://schemas.microsoft.com/office/powerpoint/2010/main" val="370971282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" imgW="7772400" imgH="10058400" progId="TCLayout.ActiveDocument.1">
                  <p:embed/>
                </p:oleObj>
              </mc:Choice>
              <mc:Fallback>
                <p:oleObj name="think-cell Slide" r:id="rId7" imgW="7772400" imgH="10058400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0807434-350C-4893-6E94-4C9EB9C03B8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B037A440-03F7-DC4B-BD06-698F971DD4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988" y="164693"/>
            <a:ext cx="11376026" cy="41253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6DD323A-9269-AE42-951E-F08FD291D3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7987" y="692150"/>
            <a:ext cx="11387161" cy="57960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1D1D4E16-E062-D856-6161-F5C259925C14}"/>
              </a:ext>
            </a:extLst>
          </p:cNvPr>
          <p:cNvSpPr txBox="1"/>
          <p:nvPr userDrawn="1"/>
        </p:nvSpPr>
        <p:spPr>
          <a:xfrm>
            <a:off x="370800" y="6562800"/>
            <a:ext cx="4852800" cy="90000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pPr marL="0" marR="0" lvl="0" indent="0" algn="l" defTabSz="288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1000">
                <a:solidFill>
                  <a:srgbClr val="6B6B6B"/>
                </a:solidFill>
              </a:rPr>
              <a:t>© 2026</a:t>
            </a:r>
          </a:p>
        </p:txBody>
      </p:sp>
    </p:spTree>
    <p:extLst>
      <p:ext uri="{BB962C8B-B14F-4D97-AF65-F5344CB8AC3E}">
        <p14:creationId xmlns:p14="http://schemas.microsoft.com/office/powerpoint/2010/main" val="25257353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88" r:id="rId1"/>
    <p:sldLayoutId id="2147484089" r:id="rId2"/>
    <p:sldLayoutId id="2147484090" r:id="rId3"/>
    <p:sldLayoutId id="2147484091" r:id="rId4"/>
    <p:sldLayoutId id="2147484092" r:id="rId5"/>
  </p:sldLayoutIdLst>
  <p:hf hdr="0" dt="0"/>
  <p:txStyles>
    <p:titleStyle>
      <a:lvl1pPr algn="l" defTabSz="609555" rtl="0" eaLnBrk="1" fontAlgn="base" hangingPunct="1">
        <a:spcBef>
          <a:spcPct val="0"/>
        </a:spcBef>
        <a:spcAft>
          <a:spcPct val="0"/>
        </a:spcAft>
        <a:defRPr kumimoji="1" sz="2400" b="1" i="0" kern="1200" spc="0" baseline="0">
          <a:solidFill>
            <a:schemeClr val="tx1"/>
          </a:solidFill>
          <a:latin typeface="+mj-ea"/>
          <a:ea typeface="+mj-ea"/>
          <a:cs typeface="HGPGothicE" charset="-128"/>
        </a:defRPr>
      </a:lvl1pPr>
      <a:lvl2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2pPr>
      <a:lvl3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3pPr>
      <a:lvl4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4pPr>
      <a:lvl5pPr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5pPr>
      <a:lvl6pPr marL="609555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6pPr>
      <a:lvl7pPr marL="1219110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7pPr>
      <a:lvl8pPr marL="1828664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8pPr>
      <a:lvl9pPr marL="2438218" algn="l" defTabSz="609555" rtl="0" eaLnBrk="1" fontAlgn="base" hangingPunct="1">
        <a:spcBef>
          <a:spcPct val="0"/>
        </a:spcBef>
        <a:spcAft>
          <a:spcPct val="0"/>
        </a:spcAft>
        <a:defRPr kumimoji="1" sz="2667">
          <a:solidFill>
            <a:schemeClr val="tx1"/>
          </a:solidFill>
          <a:latin typeface="Arial" pitchFamily="34" charset="0"/>
          <a:ea typeface="HGP創英角ｺﾞｼｯｸUB"/>
          <a:cs typeface="Arial" pitchFamily="34" charset="0"/>
        </a:defRPr>
      </a:lvl9pPr>
    </p:titleStyle>
    <p:bodyStyle>
      <a:lvl1pPr marL="0" indent="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None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1pPr>
      <a:lvl2pPr marL="36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2pPr>
      <a:lvl3pPr marL="54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3pPr>
      <a:lvl4pPr marL="72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4pPr>
      <a:lvl5pPr marL="900000" indent="-180000" algn="l" defTabSz="288000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tabLst/>
        <a:defRPr kumimoji="1" sz="1800" kern="1200">
          <a:solidFill>
            <a:schemeClr val="tx1"/>
          </a:solidFill>
          <a:latin typeface="+mn-ea"/>
          <a:ea typeface="+mn-ea"/>
          <a:cs typeface="Arial"/>
        </a:defRPr>
      </a:lvl5pPr>
      <a:lvl6pPr marL="3352548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104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658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212" indent="-304776" algn="l" defTabSz="609555" rtl="0" eaLnBrk="1" latinLnBrk="0" hangingPunct="1">
        <a:spcBef>
          <a:spcPct val="20000"/>
        </a:spcBef>
        <a:buFont typeface="Arial"/>
        <a:buChar char="•"/>
        <a:defRPr kumimoji="1"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55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1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664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218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772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327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880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435" algn="l" defTabSz="609555" rtl="0" eaLnBrk="1" latinLnBrk="0" hangingPunct="1"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Layout" Target="../slideLayouts/slideLayout1.xml"/><Relationship Id="rId3" Type="http://schemas.openxmlformats.org/officeDocument/2006/relationships/oleObject" Target="../embeddings/oleObject4.bin"/><Relationship Id="rId4" Type="http://schemas.openxmlformats.org/officeDocument/2006/relationships/image" Target="../media/image4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F566-D16A-40BE-C039-67C80A2CF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904" y="374904"/>
            <a:ext cx="9939528" cy="457200"/>
          </a:xfrm>
        </p:spPr>
        <p:txBody>
          <a:bodyPr vert="horz"/>
          <a:lstStyle/>
          <a:p>
            <a:r>
              <a:rPr lang="en-GB" sz="2200" b="1">
                <a:solidFill>
                  <a:srgbClr val="241A17"/>
                </a:solidFill>
                <a:latin typeface="Yu Gothic UI"/>
                <a:ea typeface="Yu Gothic UI"/>
              </a:rPr>
              <a:t>Main Message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D73F1F-49C9-5A45-B9E8-D6F68FC949F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74904" y="914400"/>
            <a:ext cx="9939528" cy="329184"/>
          </a:xfrm>
        </p:spPr>
        <p:txBody>
          <a:bodyPr/>
          <a:lstStyle/>
          <a:p>
            <a:r>
              <a:rPr lang="en-GB" sz="1200" b="0">
                <a:solidFill>
                  <a:srgbClr val="897141"/>
                </a:solidFill>
                <a:latin typeface="Yu Gothic UI"/>
                <a:ea typeface="Yu Gothic UI"/>
              </a:rPr>
              <a:t>Chart Title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6359AB8-4679-FB1D-3F44-5F51D9FACEBE}"/>
              </a:ext>
            </a:extLst>
          </p:cNvPr>
          <p:cNvSpPr/>
          <p:nvPr/>
        </p:nvSpPr>
        <p:spPr>
          <a:xfrm>
            <a:off x="2522922" y="3610241"/>
            <a:ext cx="1735424" cy="1411139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kumimoji="1" lang="en-JP" sz="1000" b="0" dirty="0" err="1">
                <a:solidFill>
                  <a:srgbClr val="241A17"/>
                </a:solidFill>
                <a:latin typeface="Yu Gothic UI"/>
                <a:ea typeface="Yu Gothic UI"/>
              </a:rPr>
              <a:t>業界内の競争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kumimoji="1" lang="en-JP" sz="1000" dirty="0" err="1" b="0">
                <a:solidFill>
                  <a:srgbClr val="241A17"/>
                </a:solidFill>
                <a:latin typeface="Yu Gothic UI"/>
                <a:ea typeface="Yu Gothic UI"/>
              </a:rPr>
              <a:t>Competitor1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JP" sz="1000" dirty="0" err="1" b="0">
                <a:solidFill>
                  <a:srgbClr val="241A17"/>
                </a:solidFill>
                <a:latin typeface="Yu Gothic UI"/>
                <a:ea typeface="Yu Gothic UI"/>
              </a:rPr>
              <a:t>Competitor2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007B8D6-E6B1-4039-66F1-3A9F8AFC19A6}"/>
              </a:ext>
            </a:extLst>
          </p:cNvPr>
          <p:cNvSpPr/>
          <p:nvPr/>
        </p:nvSpPr>
        <p:spPr>
          <a:xfrm>
            <a:off x="262497" y="2940856"/>
            <a:ext cx="1735424" cy="274991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kumimoji="1" lang="en-JP" sz="1000" b="0" dirty="0" err="1">
                <a:solidFill>
                  <a:srgbClr val="241A17"/>
                </a:solidFill>
                <a:latin typeface="Yu Gothic UI"/>
                <a:ea typeface="Yu Gothic UI"/>
              </a:rPr>
              <a:t>売り手の交渉力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JP" sz="1000" dirty="0" err="1" b="0">
                <a:solidFill>
                  <a:srgbClr val="241A17"/>
                </a:solidFill>
                <a:latin typeface="Yu Gothic UI"/>
                <a:ea typeface="Yu Gothic UI"/>
              </a:rPr>
              <a:t>Supplier</a:t>
            </a:r>
            <a:r>
              <a:rPr kumimoji="1" lang="en-JP" sz="1000" dirty="0" err="1" b="0">
                <a:solidFill>
                  <a:srgbClr val="241A17"/>
                </a:solidFill>
                <a:latin typeface="Yu Gothic UI"/>
                <a:ea typeface="Yu Gothic UI"/>
              </a:rPr>
              <a:t>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JP" sz="1000" dirty="0" err="1" b="0">
                <a:solidFill>
                  <a:srgbClr val="241A17"/>
                </a:solidFill>
                <a:latin typeface="Yu Gothic UI"/>
                <a:ea typeface="Yu Gothic UI"/>
              </a:rPr>
              <a:t>Supplier2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JP" sz="1000" dirty="0" err="1" b="0">
                <a:solidFill>
                  <a:srgbClr val="241A17"/>
                </a:solidFill>
                <a:latin typeface="Yu Gothic UI"/>
                <a:ea typeface="Yu Gothic UI"/>
              </a:rPr>
              <a:t>Supplier3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D630D95-AD94-719B-63CF-147E7278A903}"/>
              </a:ext>
            </a:extLst>
          </p:cNvPr>
          <p:cNvSpPr/>
          <p:nvPr/>
        </p:nvSpPr>
        <p:spPr>
          <a:xfrm>
            <a:off x="4740975" y="2940856"/>
            <a:ext cx="1735424" cy="274991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kumimoji="1" lang="en-JP" sz="1000" b="0" dirty="0" err="1">
                <a:solidFill>
                  <a:srgbClr val="241A17"/>
                </a:solidFill>
                <a:latin typeface="Yu Gothic UI"/>
                <a:ea typeface="Yu Gothic UI"/>
              </a:rPr>
              <a:t>買い手の交渉力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JP" sz="1000" dirty="0" err="1" b="0">
                <a:solidFill>
                  <a:srgbClr val="241A17"/>
                </a:solidFill>
                <a:latin typeface="Yu Gothic UI"/>
                <a:ea typeface="Yu Gothic UI"/>
              </a:rPr>
              <a:t>Buyer1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JP" sz="1000" dirty="0" err="1" b="0">
                <a:solidFill>
                  <a:srgbClr val="241A17"/>
                </a:solidFill>
                <a:latin typeface="Yu Gothic UI"/>
                <a:ea typeface="Yu Gothic UI"/>
              </a:rPr>
              <a:t>Buyer2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JP" sz="1000" dirty="0" err="1" b="0">
                <a:solidFill>
                  <a:srgbClr val="241A17"/>
                </a:solidFill>
                <a:latin typeface="Yu Gothic UI"/>
                <a:ea typeface="Yu Gothic UI"/>
              </a:rPr>
              <a:t>Buyer3</a:t>
            </a:r>
            <a:endParaRPr kumimoji="1" lang="en-JP" sz="1100" dirty="0" err="1">
              <a:solidFill>
                <a:schemeClr val="tx1"/>
              </a:solidFill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10479BC-A57E-B3DB-58DC-B7CCC4938B3F}"/>
              </a:ext>
            </a:extLst>
          </p:cNvPr>
          <p:cNvSpPr/>
          <p:nvPr/>
        </p:nvSpPr>
        <p:spPr>
          <a:xfrm>
            <a:off x="2522922" y="1694165"/>
            <a:ext cx="1735424" cy="1552253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kumimoji="1" lang="en-JP" sz="1000" b="0" dirty="0" err="1">
                <a:solidFill>
                  <a:srgbClr val="241A17"/>
                </a:solidFill>
                <a:latin typeface="Yu Gothic UI"/>
                <a:ea typeface="Yu Gothic UI"/>
              </a:rPr>
              <a:t>新規参入の脅威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JP" sz="1000" dirty="0" err="1" b="0">
                <a:solidFill>
                  <a:srgbClr val="241A17"/>
                </a:solidFill>
                <a:latin typeface="Yu Gothic UI"/>
                <a:ea typeface="Yu Gothic UI"/>
              </a:rPr>
              <a:t>NewEntrant1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JP" sz="1000" dirty="0" err="1" b="0">
                <a:solidFill>
                  <a:srgbClr val="241A17"/>
                </a:solidFill>
                <a:latin typeface="Yu Gothic UI"/>
                <a:ea typeface="Yu Gothic UI"/>
              </a:rPr>
              <a:t>NewEntrant2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5C85121-D2C6-617F-9A9F-2FD8478D0BC1}"/>
              </a:ext>
            </a:extLst>
          </p:cNvPr>
          <p:cNvSpPr/>
          <p:nvPr/>
        </p:nvSpPr>
        <p:spPr>
          <a:xfrm>
            <a:off x="2522922" y="5385203"/>
            <a:ext cx="1735424" cy="1552253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r>
              <a:rPr kumimoji="1" lang="en-JP" sz="1000" b="0" dirty="0" err="1">
                <a:solidFill>
                  <a:srgbClr val="241A17"/>
                </a:solidFill>
                <a:latin typeface="Yu Gothic UI"/>
                <a:ea typeface="Yu Gothic UI"/>
              </a:rPr>
              <a:t>代替品の脅威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JP" sz="1000" dirty="0" err="1" b="0">
                <a:solidFill>
                  <a:srgbClr val="241A17"/>
                </a:solidFill>
                <a:latin typeface="Yu Gothic UI"/>
                <a:ea typeface="Yu Gothic UI"/>
              </a:rPr>
              <a:t>Substitute1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JP" sz="1000" dirty="0" err="1" b="0">
                <a:solidFill>
                  <a:srgbClr val="241A17"/>
                </a:solidFill>
                <a:latin typeface="Yu Gothic UI"/>
                <a:ea typeface="Yu Gothic UI"/>
              </a:rPr>
              <a:t>Substitute2</a:t>
            </a:r>
            <a:endParaRPr kumimoji="1" lang="en-JP" sz="1100" dirty="0" err="1">
              <a:solidFill>
                <a:schemeClr val="tx1"/>
              </a:solidFill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6953ED4D-68CA-8DCE-9911-D8406669541B}"/>
              </a:ext>
            </a:extLst>
          </p:cNvPr>
          <p:cNvCxnSpPr/>
          <p:nvPr/>
        </p:nvCxnSpPr>
        <p:spPr>
          <a:xfrm>
            <a:off x="2056253" y="4315811"/>
            <a:ext cx="364587" cy="0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E3361688-85AE-8239-8201-C1D66B79073E}"/>
              </a:ext>
            </a:extLst>
          </p:cNvPr>
          <p:cNvCxnSpPr>
            <a:cxnSpLocks/>
          </p:cNvCxnSpPr>
          <p:nvPr/>
        </p:nvCxnSpPr>
        <p:spPr>
          <a:xfrm flipH="1">
            <a:off x="4302095" y="4315811"/>
            <a:ext cx="364587" cy="0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6E39F306-A279-77D7-42F8-CF28B63B0427}"/>
              </a:ext>
            </a:extLst>
          </p:cNvPr>
          <p:cNvCxnSpPr>
            <a:cxnSpLocks/>
          </p:cNvCxnSpPr>
          <p:nvPr/>
        </p:nvCxnSpPr>
        <p:spPr>
          <a:xfrm>
            <a:off x="3390634" y="3285761"/>
            <a:ext cx="0" cy="293320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9738C371-65CC-FD40-29E6-CD4DAAB83F71}"/>
              </a:ext>
            </a:extLst>
          </p:cNvPr>
          <p:cNvCxnSpPr>
            <a:cxnSpLocks/>
          </p:cNvCxnSpPr>
          <p:nvPr/>
        </p:nvCxnSpPr>
        <p:spPr>
          <a:xfrm flipV="1">
            <a:off x="3390634" y="5017281"/>
            <a:ext cx="0" cy="293320"/>
          </a:xfrm>
          <a:prstGeom prst="straightConnector1">
            <a:avLst/>
          </a:prstGeom>
          <a:ln w="3175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FC2D13F5-55B7-3436-89C9-011732592861}"/>
              </a:ext>
            </a:extLst>
          </p:cNvPr>
          <p:cNvSpPr txBox="1"/>
          <p:nvPr/>
        </p:nvSpPr>
        <p:spPr>
          <a:xfrm>
            <a:off x="7315200" y="1417320"/>
            <a:ext cx="2999232" cy="512064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lIns="72000" tIns="72000" rIns="72000" bIns="72000" rtlCol="0">
            <a:noAutofit/>
          </a:bodyPr>
          <a:lstStyle/>
          <a:p>
            <a:pPr algn="l" defTabSz="288000">
              <a:spcAft>
                <a:spcPts val="600"/>
              </a:spcAft>
            </a:pPr>
            <a:r>
              <a:rPr kumimoji="1" lang="en-JP" sz="1200" b="1">
                <a:solidFill>
                  <a:srgbClr val="241A17"/>
                </a:solidFill>
                <a:latin typeface="Yu Gothic UI"/>
                <a:ea typeface="Yu Gothic UI"/>
              </a:rPr>
              <a:t>意味合い</a:t>
            </a:r>
          </a:p>
          <a:p>
            <a:pPr marL="285750" indent="-285750" algn="l" defTabSz="288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JP" sz="1000" b="0">
                <a:solidFill>
                  <a:srgbClr val="241A17"/>
                </a:solidFill>
                <a:latin typeface="Yu Gothic UI"/>
                <a:ea typeface="Yu Gothic UI"/>
              </a:rPr>
              <a:t>Implication1</a:t>
            </a:r>
          </a:p>
          <a:p>
            <a:pPr marL="285750" indent="-285750" defTabSz="288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JP" sz="1000" b="0">
                <a:solidFill>
                  <a:srgbClr val="241A17"/>
                </a:solidFill>
                <a:latin typeface="Yu Gothic UI"/>
                <a:ea typeface="Yu Gothic UI"/>
              </a:rPr>
              <a:t>Implication2</a:t>
            </a:r>
          </a:p>
          <a:p>
            <a:pPr marL="285750" indent="-285750" defTabSz="28800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JP" sz="1000" b="0">
                <a:solidFill>
                  <a:srgbClr val="241A17"/>
                </a:solidFill>
                <a:latin typeface="Yu Gothic UI"/>
                <a:ea typeface="Yu Gothic UI"/>
              </a:rPr>
              <a:t>Implication3</a:t>
            </a:r>
            <a:endParaRPr kumimoji="1" lang="en-JP" sz="1600">
              <a:latin typeface="+mn-ea"/>
            </a:endParaRPr>
          </a:p>
        </p:txBody>
      </p:sp>
      <p:sp>
        <p:nvSpPr>
          <p:cNvPr id="32" name="Source 3"/>
          <p:cNvSpPr txBox="1"/>
          <p:nvPr/>
        </p:nvSpPr>
        <p:spPr>
          <a:xfrm>
            <a:off x="374904" y="6812280"/>
            <a:ext cx="99395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600" b="0">
                <a:solidFill>
                  <a:srgbClr val="3E3A39"/>
                </a:solidFill>
                <a:latin typeface="Yu Gothic UI"/>
                <a:ea typeface="Yu Gothic UI"/>
              </a:rPr>
              <a:t>出典: </a:t>
            </a:r>
          </a:p>
        </p:txBody>
      </p:sp>
    </p:spTree>
    <p:extLst>
      <p:ext uri="{BB962C8B-B14F-4D97-AF65-F5344CB8AC3E}">
        <p14:creationId xmlns:p14="http://schemas.microsoft.com/office/powerpoint/2010/main" val="300105342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829&quot;/&gt;&lt;CPresentation id=&quot;1&quot;&gt;&lt;m_precDefaultNumber&gt;&lt;m_yearfmt&gt;&lt;begin val=&quot;0&quot;/&gt;&lt;end val=&quot;4&quot;/&gt;&lt;/m_yearfmt&gt;&lt;/m_precDefaultNumber&gt;&lt;m_precDefaultPercent&gt;&lt;m_yearfmt&gt;&lt;begin val=&quot;0&quot;/&gt;&lt;end val=&quot;4&quot;/&gt;&lt;/m_yearfmt&gt;&lt;/m_precDefaultPercent&gt;&lt;m_precDefaultDate&gt;&lt;m_bNumberIsYear val=&quot;0&quot;/&gt;&lt;m_strFormatTime&gt;%d/%m/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d.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4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コンテンツ_Light">
  <a:themeElements>
    <a:clrScheme name="NTT DATA Group Corp.">
      <a:dk1>
        <a:srgbClr val="000000"/>
      </a:dk1>
      <a:lt1>
        <a:srgbClr val="FFFFFF"/>
      </a:lt1>
      <a:dk2>
        <a:srgbClr val="2E404D"/>
      </a:dk2>
      <a:lt2>
        <a:srgbClr val="19A3FC"/>
      </a:lt2>
      <a:accent1>
        <a:srgbClr val="3B82F6"/>
      </a:accent1>
      <a:accent2>
        <a:srgbClr val="051C2A"/>
      </a:accent2>
      <a:accent3>
        <a:srgbClr val="10B981"/>
      </a:accent3>
      <a:accent4>
        <a:srgbClr val="EF4444"/>
      </a:accent4>
      <a:accent5>
        <a:srgbClr val="F59E0B"/>
      </a:accent5>
      <a:accent6>
        <a:srgbClr val="A855F7"/>
      </a:accent6>
      <a:hlink>
        <a:srgbClr val="19A3FC"/>
      </a:hlink>
      <a:folHlink>
        <a:srgbClr val="0072BC"/>
      </a:folHlink>
    </a:clrScheme>
    <a:fontScheme name="NTT DATA Group Corp.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>
            <a:lumMod val="10000"/>
            <a:lumOff val="90000"/>
          </a:schemeClr>
        </a:solidFill>
        <a:ln w="3175">
          <a:solidFill>
            <a:schemeClr val="tx1"/>
          </a:solidFill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sz="1400"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3175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rIns="0" rtlCol="0">
        <a:spAutoFit/>
      </a:bodyPr>
      <a:lstStyle>
        <a:defPPr algn="l" defTabSz="288000">
          <a:defRPr kumimoji="1" sz="1600">
            <a:latin typeface="+mn-ea"/>
          </a:defRPr>
        </a:defPPr>
      </a:lstStyle>
    </a:txDef>
  </a:objectDefaults>
  <a:extraClrSchemeLst/>
  <a:custClrLst>
    <a:custClr name="Yellow">
      <a:srgbClr val="FFC400"/>
    </a:custClr>
    <a:custClr name="Orange">
      <a:srgbClr val="FF7A00"/>
    </a:custClr>
    <a:custClr name="Orange 100">
      <a:srgbClr val="E42600"/>
    </a:custClr>
    <a:custClr name="Orange 150">
      <a:srgbClr val="B22000"/>
    </a:custClr>
  </a:custClrLst>
  <a:extLst>
    <a:ext uri="{05A4C25C-085E-4340-85A3-A5531E510DB2}">
      <thm15:themeFamily xmlns:thm15="http://schemas.microsoft.com/office/thememl/2012/main" name="NTT_DATA_Template_1609_JP.potx" id="{1EE4CAFD-5AE2-4E1A-8481-AE49321A04D9}" vid="{C426D7B0-6ED6-450F-975A-2903BD4810FA}"/>
    </a:ext>
  </a:extLst>
</a:theme>
</file>

<file path=ppt/theme/theme2.xml><?xml version="1.0" encoding="utf-8"?>
<a:theme xmlns:a="http://schemas.openxmlformats.org/drawingml/2006/main" name="ホワイト">
  <a:themeElements>
    <a:clrScheme name="NTT DATA Group Corp.">
      <a:dk1>
        <a:srgbClr val="000000"/>
      </a:dk1>
      <a:lt1>
        <a:srgbClr val="FFFFFF"/>
      </a:lt1>
      <a:dk2>
        <a:srgbClr val="2E404D"/>
      </a:dk2>
      <a:lt2>
        <a:srgbClr val="19A3FC"/>
      </a:lt2>
      <a:accent1>
        <a:srgbClr val="070F26"/>
      </a:accent1>
      <a:accent2>
        <a:srgbClr val="0072BC"/>
      </a:accent2>
      <a:accent3>
        <a:srgbClr val="005B96"/>
      </a:accent3>
      <a:accent4>
        <a:srgbClr val="00DFED"/>
      </a:accent4>
      <a:accent5>
        <a:srgbClr val="00CB5D"/>
      </a:accent5>
      <a:accent6>
        <a:srgbClr val="949494"/>
      </a:accent6>
      <a:hlink>
        <a:srgbClr val="19A3FC"/>
      </a:hlink>
      <a:folHlink>
        <a:srgbClr val="0072BC"/>
      </a:folHlink>
    </a:clrScheme>
    <a:fontScheme name="NTT DATA Group corp.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>
            <a:lumMod val="10000"/>
            <a:lumOff val="90000"/>
          </a:schemeClr>
        </a:solidFill>
        <a:ln w="3175">
          <a:solidFill>
            <a:schemeClr val="tx1"/>
          </a:solidFill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sz="1400"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  <a:custClrLst>
    <a:custClr name="Yellow">
      <a:srgbClr val="FFC400"/>
    </a:custClr>
    <a:custClr name="Orange">
      <a:srgbClr val="FF7A00"/>
    </a:custClr>
    <a:custClr name="Orange 100">
      <a:srgbClr val="E42600"/>
    </a:custClr>
    <a:custClr name="Orange 150">
      <a:srgbClr val="B22000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ホワイト">
  <a:themeElements>
    <a:clrScheme name="NTT DATA Group Corp.">
      <a:dk1>
        <a:srgbClr val="000000"/>
      </a:dk1>
      <a:lt1>
        <a:srgbClr val="FFFFFF"/>
      </a:lt1>
      <a:dk2>
        <a:srgbClr val="2E404D"/>
      </a:dk2>
      <a:lt2>
        <a:srgbClr val="19A3FC"/>
      </a:lt2>
      <a:accent1>
        <a:srgbClr val="070F26"/>
      </a:accent1>
      <a:accent2>
        <a:srgbClr val="0072BC"/>
      </a:accent2>
      <a:accent3>
        <a:srgbClr val="005B96"/>
      </a:accent3>
      <a:accent4>
        <a:srgbClr val="00DFED"/>
      </a:accent4>
      <a:accent5>
        <a:srgbClr val="00CB5D"/>
      </a:accent5>
      <a:accent6>
        <a:srgbClr val="949494"/>
      </a:accent6>
      <a:hlink>
        <a:srgbClr val="19A3FC"/>
      </a:hlink>
      <a:folHlink>
        <a:srgbClr val="0072BC"/>
      </a:folHlink>
    </a:clrScheme>
    <a:fontScheme name="NTT DATA Group Corp.">
      <a:majorFont>
        <a:latin typeface="Arial"/>
        <a:ea typeface="Meiryo UI"/>
        <a:cs typeface=""/>
      </a:majorFont>
      <a:minorFont>
        <a:latin typeface="Arial"/>
        <a:ea typeface="Meiryo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>
            <a:lumMod val="10000"/>
            <a:lumOff val="90000"/>
          </a:schemeClr>
        </a:solidFill>
        <a:ln w="3175">
          <a:solidFill>
            <a:schemeClr val="tx1"/>
          </a:solidFill>
        </a:ln>
        <a:effectLst/>
      </a:spPr>
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kumimoji="1" sz="1400" dirty="0" err="1" smtClean="0">
            <a:solidFill>
              <a:schemeClr val="tx1"/>
            </a:solidFill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</a:objectDefaults>
  <a:extraClrSchemeLst/>
  <a:custClrLst>
    <a:custClr name="Yellow">
      <a:srgbClr val="FFC400"/>
    </a:custClr>
    <a:custClr name="Orange">
      <a:srgbClr val="FF7A00"/>
    </a:custClr>
    <a:custClr name="Orange 100">
      <a:srgbClr val="E42600"/>
    </a:custClr>
    <a:custClr name="Orange 150">
      <a:srgbClr val="B22000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DBFA6A1-4DFF-0547-A259-06F47DFE0BE9}">
  <we:reference id="wa200010001" version="1.0.0.0" store="en-US" storeType="OMEX"/>
  <we:alternateReferences>
    <we:reference id="WA200010001" version="1.0.0.0" store="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389E5ACB7EEC446B5C0A053F7ABC581" ma:contentTypeVersion="12" ma:contentTypeDescription="Create a new document." ma:contentTypeScope="" ma:versionID="49a6381a5d329bcfaed59379faf28558">
  <xsd:schema xmlns:xsd="http://www.w3.org/2001/XMLSchema" xmlns:xs="http://www.w3.org/2001/XMLSchema" xmlns:p="http://schemas.microsoft.com/office/2006/metadata/properties" xmlns:ns2="17f56e19-48dc-4865-971f-f3b491f58a87" xmlns:ns3="0ae734c6-b731-48fe-9f9a-77498299e3e1" targetNamespace="http://schemas.microsoft.com/office/2006/metadata/properties" ma:root="true" ma:fieldsID="35126cdf82824cec3c7d4aa0c3dbcd07" ns2:_="" ns3:_="">
    <xsd:import namespace="17f56e19-48dc-4865-971f-f3b491f58a87"/>
    <xsd:import namespace="0ae734c6-b731-48fe-9f9a-77498299e3e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f56e19-48dc-4865-971f-f3b491f58a8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0a46d487-6153-4679-b33a-1c23836d6ac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9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e734c6-b731-48fe-9f9a-77498299e3e1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ed946c69-c5f6-49a2-9b20-89fcb4f2bd81}" ma:internalName="TaxCatchAll" ma:showField="CatchAllData" ma:web="0ae734c6-b731-48fe-9f9a-77498299e3e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7f56e19-48dc-4865-971f-f3b491f58a87">
      <Terms xmlns="http://schemas.microsoft.com/office/infopath/2007/PartnerControls"/>
    </lcf76f155ced4ddcb4097134ff3c332f>
    <TaxCatchAll xmlns="0ae734c6-b731-48fe-9f9a-77498299e3e1" xsi:nil="true"/>
  </documentManagement>
</p:properties>
</file>

<file path=customXml/itemProps1.xml><?xml version="1.0" encoding="utf-8"?>
<ds:datastoreItem xmlns:ds="http://schemas.openxmlformats.org/officeDocument/2006/customXml" ds:itemID="{5548F579-53B8-4B8C-9F58-0D818877B6A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0B14AEB-52D7-4791-93EF-FC8A0B2FF5A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7f56e19-48dc-4865-971f-f3b491f58a87"/>
    <ds:schemaRef ds:uri="0ae734c6-b731-48fe-9f9a-77498299e3e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0F19364-6506-4AE9-B1C7-2E3E6444FD05}">
  <ds:schemaRefs>
    <ds:schemaRef ds:uri="http://purl.org/dc/terms/"/>
    <ds:schemaRef ds:uri="http://purl.org/dc/dcmitype/"/>
    <ds:schemaRef ds:uri="http://www.w3.org/XML/1998/namespace"/>
    <ds:schemaRef ds:uri="http://purl.org/dc/elements/1.1/"/>
    <ds:schemaRef ds:uri="http://schemas.microsoft.com/office/2006/documentManagement/types"/>
    <ds:schemaRef ds:uri="17f56e19-48dc-4865-971f-f3b491f58a87"/>
    <ds:schemaRef ds:uri="http://schemas.microsoft.com/office/infopath/2007/PartnerControls"/>
    <ds:schemaRef ds:uri="http://schemas.openxmlformats.org/package/2006/metadata/core-properties"/>
    <ds:schemaRef ds:uri="0ae734c6-b731-48fe-9f9a-77498299e3e1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CorpPresentation_Template_169_J</Template>
  <TotalTime>49</TotalTime>
  <Words>25</Words>
  <Application>Microsoft Macintosh PowerPoint</Application>
  <PresentationFormat>Widescreen</PresentationFormat>
  <Paragraphs>23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Meiryo UI</vt:lpstr>
      <vt:lpstr>Arial</vt:lpstr>
      <vt:lpstr>Wingdings</vt:lpstr>
      <vt:lpstr>1_コンテンツ_Light</vt:lpstr>
      <vt:lpstr>think-cell Slide</vt:lpstr>
      <vt:lpstr>Main Message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上原　光徳</dc:creator>
  <cp:lastModifiedBy>福元 允亮</cp:lastModifiedBy>
  <cp:revision>2</cp:revision>
  <cp:lastPrinted>2025-09-08T08:32:45Z</cp:lastPrinted>
  <dcterms:created xsi:type="dcterms:W3CDTF">2023-08-02T14:40:51Z</dcterms:created>
  <dcterms:modified xsi:type="dcterms:W3CDTF">2026-03-12T03:32:55Z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0x010100F389E5ACB7EEC446B5C0A053F7ABC581</vt:lpwstr>
  </property>
  <property fmtid="{D5CDD505-2E9C-101B-9397-08002B2CF9AE}" pid="3" name="MediaServiceImageTags">
    <vt:lpwstr/>
  </property>
</Properties>
</file>