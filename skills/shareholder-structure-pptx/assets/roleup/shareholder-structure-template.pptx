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wdp" ContentType="image/vnd.ms-photo"/>
  <ns0:Default Extension="xml" ContentType="application/xml"/>
  <ns0:Override PartName="/ppt/presentation.xml" ContentType="application/vnd.openxmlformats-officedocument.presentationml.presentation.main+xml"/>
  <ns0:Override PartName="/customXml/itemProps1.xml" ContentType="application/vnd.openxmlformats-officedocument.customXmlProperties+xml"/>
  <ns0:Override PartName="/customXml/itemProps2.xml" ContentType="application/vnd.openxmlformats-officedocument.customXmlProperties+xml"/>
  <ns0:Override PartName="/customXml/itemProps3.xml" ContentType="application/vnd.openxmlformats-officedocument.customXmlProperties+xml"/>
  <ns0:Override PartName="/ppt/slideMasters/slideMaster1.xml" ContentType="application/vnd.openxmlformats-officedocument.presentationml.slideMaster+xml"/>
  <ns0:Override PartName="/ppt/slides/slide3.xml" ContentType="application/vnd.openxmlformats-officedocument.presentationml.slide+xml"/>
  <ns0:Override PartName="/ppt/notesMasters/notesMaster1.xml" ContentType="application/vnd.openxmlformats-officedocument.presentationml.notesMaster+xml"/>
  <ns0:Override PartName="/ppt/handoutMasters/handoutMaster1.xml" ContentType="application/vnd.openxmlformats-officedocument.presentationml.handoutMaster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13.xml" ContentType="application/vnd.openxmlformats-officedocument.presentationml.slideLayout+xml"/>
  <ns0:Override PartName="/ppt/slideLayouts/slideLayout14.xml" ContentType="application/vnd.openxmlformats-officedocument.presentationml.slideLayout+xml"/>
  <ns0:Override PartName="/ppt/slideLayouts/slideLayout15.xml" ContentType="application/vnd.openxmlformats-officedocument.presentationml.slideLayout+xml"/>
  <ns0:Override PartName="/ppt/slideLayouts/slideLayout16.xml" ContentType="application/vnd.openxmlformats-officedocument.presentationml.slideLayout+xml"/>
  <ns0:Override PartName="/ppt/slideLayouts/slideLayout17.xml" ContentType="application/vnd.openxmlformats-officedocument.presentationml.slideLayout+xml"/>
  <ns0:Override PartName="/ppt/slideLayouts/slideLayout18.xml" ContentType="application/vnd.openxmlformats-officedocument.presentationml.slideLayout+xml"/>
  <ns0:Override PartName="/ppt/slideLayouts/slideLayout19.xml" ContentType="application/vnd.openxmlformats-officedocument.presentationml.slideLayout+xml"/>
  <ns0:Override PartName="/ppt/slideLayouts/slideLayout20.xml" ContentType="application/vnd.openxmlformats-officedocument.presentationml.slideLayout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ppt/notesSlides/notesSlide14.xml" ContentType="application/vnd.openxmlformats-officedocument.presentationml.notesSlide+xml"/>
  <ns0:Override PartName="/ppt/notesSlides/notesSlide15.xml" ContentType="application/vnd.openxmlformats-officedocument.presentationml.notesSlide+xml"/>
  <ns0:Override PartName="/ppt/changesInfos/changesInfo1.xml" ContentType="application/vnd.ms-powerpoint.changesinfo+xml"/>
  <ns0:Override PartName="/ppt/revisionInfo.xml" ContentType="application/vnd.ms-powerpoint.revisioninfo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3054" r:id="rId7"/>
  </p:sldIdLst>
  <p:sldSz cx="10691813" cy="7559675"/>
  <p:notesSz cx="9926638" cy="6797675"/>
  <p:defaultTextStyle>
    <a:defPPr>
      <a:defRPr kern="0"/>
    </a:defPPr>
  </p:defaultTextStyle>
  <p:extLst>
    <p:ext uri="{EFAFB233-063F-42B5-8137-9DF3F51BA10A}">
      <ns3:sldGuideLst>
        <ns3:guide id="1" pos="3368" userDrawn="1">
          <ns3:clr>
            <a:srgbClr val="A4A3A4"/>
          </ns3:clr>
        </ns3:guide>
        <ns3:guide id="2" pos="3489" userDrawn="1">
          <ns3:clr>
            <a:srgbClr val="A4A3A4"/>
          </ns3:clr>
        </ns3:guide>
        <ns3:guide id="3" orient="horz" pos="2381" userDrawn="1">
          <ns3:clr>
            <a:srgbClr val="A4A3A4"/>
          </ns3:clr>
        </ns3:guide>
        <ns3:guide id="5" pos="3246" userDrawn="1">
          <ns3:clr>
            <a:srgbClr val="A4A3A4"/>
          </ns3:clr>
        </ns3:guide>
        <ns3:guide id="7" orient="horz" pos="2608" userDrawn="1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8624"/>
    <a:srgbClr val="87BF27"/>
    <a:srgbClr val="897141"/>
    <a:srgbClr val="1A7B56"/>
    <a:srgbClr val="7C5394"/>
    <a:srgbClr val="749AC7"/>
    <a:srgbClr val="2C457D"/>
    <a:srgbClr val="83302D"/>
    <a:srgbClr val="812A28"/>
    <a:srgbClr val="E5EB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DE1B64-A3ED-4C09-96C4-13BDE657E68C}" v="1" dt="2025-11-26T03:54:11.751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9" d="100"/>
          <a:sy n="109" d="100"/>
        </p:scale>
        <p:origin x="1736" y="184"/>
      </p:cViewPr>
      <p:guideLst>
        <p:guide pos="3368"/>
        <p:guide pos="3489"/>
        <p:guide orient="horz" pos="2381"/>
        <p:guide pos="3246"/>
        <p:guide orient="horz" pos="2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26" Type="http://schemas.microsoft.com/office/2016/11/relationships/changesInfo" Target="changesInfos/changesInfo1.xml" /><ns0:Relationship Id="rId3" Type="http://schemas.openxmlformats.org/officeDocument/2006/relationships/customXml" Target="../customXml/item3.xml" /><ns0:Relationship Id="rId21" Type="http://schemas.openxmlformats.org/officeDocument/2006/relationships/handoutMaster" Target="handoutMasters/handoutMaster1.xml" /><ns0:Relationship Id="rId7" Type="http://schemas.openxmlformats.org/officeDocument/2006/relationships/slide" Target="slides/slide3.xml" /><ns0:Relationship Id="rId25" Type="http://schemas.openxmlformats.org/officeDocument/2006/relationships/tableStyles" Target="tableStyles.xml" /><ns0:Relationship Id="rId2" Type="http://schemas.openxmlformats.org/officeDocument/2006/relationships/customXml" Target="../customXml/item2.xml" /><ns0:Relationship Id="rId20" Type="http://schemas.openxmlformats.org/officeDocument/2006/relationships/notesMaster" Target="notesMasters/notesMaster1.xml" /><ns0:Relationship Id="rId1" Type="http://schemas.openxmlformats.org/officeDocument/2006/relationships/customXml" Target="../customXml/item1.xml" /><ns0:Relationship Id="rId24" Type="http://schemas.openxmlformats.org/officeDocument/2006/relationships/theme" Target="theme/theme1.xml" /><ns0:Relationship Id="rId23" Type="http://schemas.openxmlformats.org/officeDocument/2006/relationships/viewProps" Target="viewProps.xml" /><ns0:Relationship Id="rId4" Type="http://schemas.openxmlformats.org/officeDocument/2006/relationships/slideMaster" Target="slideMasters/slideMaster1.xml" /><ns0:Relationship Id="rId22" Type="http://schemas.openxmlformats.org/officeDocument/2006/relationships/presProps" Target="presProps.xml" /><ns0:Relationship Id="rId27" Type="http://schemas.microsoft.com/office/2015/10/relationships/revisionInfo" Target="revisionInfo.xml" /></ns0: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nto Tomita" userId="3dc6c680-4ea8-4f60-b467-e1899e35c341" providerId="ADAL" clId="{5CA690A2-C27B-4945-8263-87B6250EAA4A}"/>
    <pc:docChg chg="undo custSel modSld">
      <pc:chgData name="Kento Tomita" userId="3dc6c680-4ea8-4f60-b467-e1899e35c341" providerId="ADAL" clId="{5CA690A2-C27B-4945-8263-87B6250EAA4A}" dt="2025-11-11T06:21:46.763" v="15" actId="207"/>
      <pc:docMkLst>
        <pc:docMk/>
      </pc:docMkLst>
      <pc:sldChg chg="modSp mod">
        <pc:chgData name="Kento Tomita" userId="3dc6c680-4ea8-4f60-b467-e1899e35c341" providerId="ADAL" clId="{5CA690A2-C27B-4945-8263-87B6250EAA4A}" dt="2025-11-11T06:21:46.763" v="15" actId="207"/>
        <pc:sldMkLst>
          <pc:docMk/>
          <pc:sldMk cId="2614741337" sldId="3104"/>
        </pc:sldMkLst>
        <pc:graphicFrameChg chg="modGraphic">
          <ac:chgData name="Kento Tomita" userId="3dc6c680-4ea8-4f60-b467-e1899e35c341" providerId="ADAL" clId="{5CA690A2-C27B-4945-8263-87B6250EAA4A}" dt="2025-11-11T06:21:46.763" v="15" actId="207"/>
          <ac:graphicFrameMkLst>
            <pc:docMk/>
            <pc:sldMk cId="2614741337" sldId="3104"/>
            <ac:graphicFrameMk id="3" creationId="{4C445AB3-4A81-A661-0E8A-8106F6202275}"/>
          </ac:graphicFrameMkLst>
        </pc:graphicFrameChg>
      </pc:sldChg>
    </pc:docChg>
  </pc:docChgLst>
  <pc:docChgLst>
    <pc:chgData name="Yuto Maeguruma" userId="436e8919-99fb-4766-8193-20a06b556fa3" providerId="ADAL" clId="{D734F7DE-F2B1-4DBA-A12F-1D511D35D935}"/>
    <pc:docChg chg="modSld">
      <pc:chgData name="Yuto Maeguruma" userId="436e8919-99fb-4766-8193-20a06b556fa3" providerId="ADAL" clId="{D734F7DE-F2B1-4DBA-A12F-1D511D35D935}" dt="2025-11-12T00:53:56.234" v="0" actId="20577"/>
      <pc:docMkLst>
        <pc:docMk/>
      </pc:docMkLst>
      <pc:sldChg chg="modSp mod">
        <pc:chgData name="Yuto Maeguruma" userId="436e8919-99fb-4766-8193-20a06b556fa3" providerId="ADAL" clId="{D734F7DE-F2B1-4DBA-A12F-1D511D35D935}" dt="2025-11-12T00:53:56.234" v="0" actId="20577"/>
        <pc:sldMkLst>
          <pc:docMk/>
          <pc:sldMk cId="265468060" sldId="258"/>
        </pc:sldMkLst>
        <pc:spChg chg="mod">
          <ac:chgData name="Yuto Maeguruma" userId="436e8919-99fb-4766-8193-20a06b556fa3" providerId="ADAL" clId="{D734F7DE-F2B1-4DBA-A12F-1D511D35D935}" dt="2025-11-12T00:53:56.234" v="0" actId="20577"/>
          <ac:spMkLst>
            <pc:docMk/>
            <pc:sldMk cId="265468060" sldId="258"/>
            <ac:spMk id="4" creationId="{4443FD4D-3BA1-9946-2B09-6BD591ED3E04}"/>
          </ac:spMkLst>
        </pc:spChg>
      </pc:sldChg>
    </pc:docChg>
  </pc:docChgLst>
  <pc:docChgLst>
    <pc:chgData name="Marina Nirasawa" userId="11bfe912-d53e-4c54-b1ea-5d00ad87e16c" providerId="ADAL" clId="{E1196FED-279B-4A37-A06E-710E85EB82C6}"/>
    <pc:docChg chg="modSld sldOrd">
      <pc:chgData name="Marina Nirasawa" userId="11bfe912-d53e-4c54-b1ea-5d00ad87e16c" providerId="ADAL" clId="{E1196FED-279B-4A37-A06E-710E85EB82C6}" dt="2025-11-26T03:54:11.751" v="1"/>
      <pc:docMkLst>
        <pc:docMk/>
      </pc:docMkLst>
      <pc:sldChg chg="ord">
        <pc:chgData name="Marina Nirasawa" userId="11bfe912-d53e-4c54-b1ea-5d00ad87e16c" providerId="ADAL" clId="{E1196FED-279B-4A37-A06E-710E85EB82C6}" dt="2025-11-26T03:54:11.751" v="1"/>
        <pc:sldMkLst>
          <pc:docMk/>
          <pc:sldMk cId="1912817719" sldId="30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87E7F0A1-4338-A2E8-48E9-6472FB87F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2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124D2D7-8435-70C0-E3C1-8B2BBFCC77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2927" y="2"/>
            <a:ext cx="4302125" cy="341313"/>
          </a:xfrm>
          <a:prstGeom prst="rect">
            <a:avLst/>
          </a:prstGeom>
        </p:spPr>
        <p:txBody>
          <a:bodyPr vert="horz" lIns="91422" tIns="45710" rIns="91422" bIns="45710" rtlCol="0"/>
          <a:lstStyle>
            <a:lvl1pPr algn="r">
              <a:defRPr sz="1200"/>
            </a:lvl1pPr>
          </a:lstStyle>
          <a:p>
            <a:fld id="{16913773-77E7-48AA-A8C2-372A51CA6EC8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8B7490-A256-FD2C-6BF0-B4EA67B741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2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0EDFC8B-7B36-CB7F-BE8F-2B2069EA79C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2927" y="6456363"/>
            <a:ext cx="4302125" cy="341312"/>
          </a:xfrm>
          <a:prstGeom prst="rect">
            <a:avLst/>
          </a:prstGeom>
        </p:spPr>
        <p:txBody>
          <a:bodyPr vert="horz" lIns="91422" tIns="45710" rIns="91422" bIns="45710" rtlCol="0" anchor="b"/>
          <a:lstStyle>
            <a:lvl1pPr algn="r">
              <a:defRPr sz="1200"/>
            </a:lvl1pPr>
          </a:lstStyle>
          <a:p>
            <a:fld id="{33441B94-6FB0-4AFE-B776-762497DF25D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51303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141" userDrawn="1">
          <p15:clr>
            <a:srgbClr val="F26B43"/>
          </p15:clr>
        </p15:guide>
        <p15:guide id="2" pos="3126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5623506" y="0"/>
            <a:ext cx="4301543" cy="341458"/>
          </a:xfrm>
          <a:prstGeom prst="rect">
            <a:avLst/>
          </a:prstGeom>
        </p:spPr>
        <p:txBody>
          <a:bodyPr vert="horz" lIns="91203" tIns="45600" rIns="91203" bIns="45600" rtlCol="0"/>
          <a:lstStyle>
            <a:lvl1pPr algn="r">
              <a:defRPr sz="1200"/>
            </a:lvl1pPr>
          </a:lstStyle>
          <a:p>
            <a:fld id="{A07AF5CB-A42C-47EC-982F-D48632E37F99}" type="datetimeFigureOut">
              <a:rPr kumimoji="1" lang="ja-JP" altLang="en-US" smtClean="0"/>
              <a:t>2026/5/1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50900"/>
            <a:ext cx="3243262" cy="2292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03" tIns="45600" rIns="91203" bIns="4560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992664" y="3271383"/>
            <a:ext cx="7941310" cy="2676584"/>
          </a:xfrm>
          <a:prstGeom prst="rect">
            <a:avLst/>
          </a:prstGeom>
        </p:spPr>
        <p:txBody>
          <a:bodyPr vert="horz" lIns="91203" tIns="45600" rIns="91203" bIns="4560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2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5623506" y="6456221"/>
            <a:ext cx="4301543" cy="341457"/>
          </a:xfrm>
          <a:prstGeom prst="rect">
            <a:avLst/>
          </a:prstGeom>
        </p:spPr>
        <p:txBody>
          <a:bodyPr vert="horz" lIns="91203" tIns="45600" rIns="91203" bIns="45600" rtlCol="0" anchor="b"/>
          <a:lstStyle>
            <a:lvl1pPr algn="r">
              <a:defRPr sz="1200"/>
            </a:lvl1pPr>
          </a:lstStyle>
          <a:p>
            <a:fld id="{AF6D15DF-6062-465E-BCC6-9356F01AD1D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828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1pPr>
    <a:lvl2pPr marL="49748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2pPr>
    <a:lvl3pPr marL="99496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3pPr>
    <a:lvl4pPr marL="1492443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4pPr>
    <a:lvl5pPr marL="1989926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5pPr>
    <a:lvl6pPr marL="2487407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6pPr>
    <a:lvl7pPr marL="298488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7pPr>
    <a:lvl8pPr marL="3482368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8pPr>
    <a:lvl9pPr marL="3979850" algn="l" defTabSz="994963" rtl="0" eaLnBrk="1" latinLnBrk="0" hangingPunct="1">
      <a:defRPr kumimoji="1" sz="130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0481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6127F-2710-16CC-DC58-B7DDA042D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16901F1-B075-7648-04F8-2F1BC97D80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BE26DE7-B591-BB3E-D392-A810F32CD6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741406-EAD1-39F7-C954-A45319E54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22732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2633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27D2C-8908-32C7-899C-B0DA15F6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60B72F-1633-50FF-8A5A-26EDF86159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B94AE7-2B44-7BB6-3E7E-31815F8C8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8C60B0-B9C5-B51D-6823-7C0D1B728A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5787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D7E9C-D294-02B3-0D59-410B4F21A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2DFEA52-1CBF-7394-0EC5-E3376C382B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037215E-68AB-A98A-D995-C80D87514A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41AE6EC-812C-EE8C-09B9-4C0B7989E5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37054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6469-058A-73D8-B9D4-2EBE9C814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ED4528E-BC26-6012-7019-A74068F9D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B3158F3-B00A-97A0-4A29-AE5AB028D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928B77-46E1-390D-3D51-6AD44515C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436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E37F8-12D3-66B7-9331-7BFD7868E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71481AD-56F2-2832-D89D-5117F7175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4E0ED-49F1-5333-2FD0-5327BB5C9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4CE0E35-B00B-BC1D-BF41-4B5337FE0D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3253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61B8-6044-5265-668F-62D0F238D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B656796-B684-C2D9-224A-1E61EF75CE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C0EA8AF-D13E-15E9-02BC-85AA388D4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FB1ACFF-D7DA-6FC5-7581-168C722B81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634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4A699-4B53-D0FC-3D0A-E9DA9095E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6CF9BCD-7E25-A5F3-DC5B-AD51CC526C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0CE769-9420-8C86-056B-70AE3A0FD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D6E537-CFFA-5DFE-4E60-3BC6001B39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11583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2536B-407F-DEC9-FB74-9995A0B4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76838B8-B464-2D07-F28B-D6302D2073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DF87BBA-7C47-2123-B11B-6E60DCA76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1BF660-EFC2-ED07-AA17-A2F23AED7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066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2C22C-7F32-4559-D2E8-4B0FF16CD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19DC03A-8477-210D-2B8B-E38B994F8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1679E5C-4E44-7017-243D-998F5C359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1DF7F7-09EA-F33F-380F-5CFD48AC4C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361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AB75C-5030-7A4C-2BF7-C3BE333DE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ED2F3B1-551C-54C4-BD68-C5B49213EE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6CE13EC-E54B-44E2-3007-692ADE4C8E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D25D24-A317-084B-7BA7-908BA14A6D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5304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65EFF-D379-9580-AC1C-AB5CBACE5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A732234-DA7F-2D40-FFAC-C45B2D23C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A7AD62-04D2-6646-37C3-04632ED8BA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9A61AF0-C94A-3222-AEA9-1F22FDC912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3011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93977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343275" y="850900"/>
            <a:ext cx="3240088" cy="229235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D15DF-6062-465E-BCC6-9356F01AD1D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587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8E106F4E-29D3-4E03-B420-998B906EFE9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6227433-FE08-3EF9-5035-841C0D194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FD74154A-79F3-BB6D-9369-C4818309B92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664681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テキスト プレースホルダー 21">
            <a:extLst>
              <a:ext uri="{FF2B5EF4-FFF2-40B4-BE49-F238E27FC236}">
                <a16:creationId xmlns:a16="http://schemas.microsoft.com/office/drawing/2014/main" id="{A0E650A1-A2BC-EB61-9E37-2A613A6C83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C5BDDE4-7B14-C6D7-C998-212E8A325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0897203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Group 155">
            <a:extLst>
              <a:ext uri="{FF2B5EF4-FFF2-40B4-BE49-F238E27FC236}">
                <a16:creationId xmlns:a16="http://schemas.microsoft.com/office/drawing/2014/main" id="{513F57DD-30C0-38C6-9F74-56AC90D609A2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1047052670"/>
              </p:ext>
            </p:extLst>
          </p:nvPr>
        </p:nvGraphicFramePr>
        <p:xfrm>
          <a:off x="371475" y="1613042"/>
          <a:ext cx="4701548" cy="1407990"/>
        </p:xfrm>
        <a:graphic>
          <a:graphicData uri="http://schemas.openxmlformats.org/drawingml/2006/table">
            <a:tbl>
              <a:tblPr/>
              <a:tblGrid>
                <a:gridCol w="4701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3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6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>
                          <a:tab pos="4127500" algn="r"/>
                        </a:tabLst>
                      </a:pPr>
                      <a:r>
                        <a:rPr kumimoji="0" lang="en-US" altLang="ja-JP" sz="13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Yu Gothic UI" panose="020B0500000000000000" pitchFamily="50" charset="-128"/>
                          <a:ea typeface="Yu Gothic UI" panose="020B0500000000000000" pitchFamily="50" charset="-128"/>
                        </a:rPr>
                        <a:t>	</a:t>
                      </a:r>
                    </a:p>
                  </a:txBody>
                  <a:tcPr marL="77713" marR="77713" marT="79367" marB="79367" anchor="ctr"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4E5335C2-ED3C-8ACB-2BDD-255B473BB1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529" y="490817"/>
            <a:ext cx="2085589" cy="35073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 marL="14850">
              <a:lnSpc>
                <a:spcPct val="100000"/>
              </a:lnSpc>
              <a:spcBef>
                <a:spcPts val="111"/>
              </a:spcBef>
              <a:defRPr sz="2200" b="1"/>
            </a:lvl1pPr>
          </a:lstStyle>
          <a:p>
            <a:pPr marL="12700">
              <a:lnSpc>
                <a:spcPct val="100000"/>
              </a:lnSpc>
              <a:spcBef>
                <a:spcPts val="95"/>
              </a:spcBef>
            </a:pPr>
            <a:endParaRPr spc="-54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5416E66F-B184-510F-F852-4D4ECC4EF8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9985" y="1637426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1.</a:t>
            </a:r>
            <a:endParaRPr kumimoji="1" lang="ja-JP" altLang="en-US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BCCBDE05-7A02-1CED-720F-3BF7DADA099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99985" y="2099170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2.</a:t>
            </a:r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73B3495D-CBCE-8C5A-0B6C-6105B44F1F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99985" y="2560103"/>
            <a:ext cx="5337395" cy="435732"/>
          </a:xfrm>
          <a:prstGeom prst="rect">
            <a:avLst/>
          </a:prstGeom>
        </p:spPr>
        <p:txBody>
          <a:bodyPr anchor="b"/>
          <a:lstStyle>
            <a:lvl1pPr>
              <a:defRPr sz="1294"/>
            </a:lvl1pPr>
            <a:lvl2pPr>
              <a:defRPr sz="1294"/>
            </a:lvl2pPr>
            <a:lvl3pPr>
              <a:defRPr sz="1294"/>
            </a:lvl3pPr>
            <a:lvl4pPr>
              <a:defRPr sz="1294"/>
            </a:lvl4pPr>
            <a:lvl5pPr>
              <a:defRPr sz="1294"/>
            </a:lvl5pPr>
          </a:lstStyle>
          <a:p>
            <a:pPr lvl="0"/>
            <a:r>
              <a:rPr kumimoji="1" lang="en-US" altLang="ja-JP"/>
              <a:t>3.</a:t>
            </a:r>
            <a:endParaRPr kumimoji="1" lang="ja-JP" altLang="en-US"/>
          </a:p>
        </p:txBody>
      </p:sp>
      <p:sp>
        <p:nvSpPr>
          <p:cNvPr id="4" name="テキスト プレースホルダー 21">
            <a:extLst>
              <a:ext uri="{FF2B5EF4-FFF2-40B4-BE49-F238E27FC236}">
                <a16:creationId xmlns:a16="http://schemas.microsoft.com/office/drawing/2014/main" id="{60062771-8497-9B96-A775-D925A2926B8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8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222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02BDF92-E4EE-0E18-2CE2-5DC45C7F0DA6}"/>
              </a:ext>
            </a:extLst>
          </p:cNvPr>
          <p:cNvSpPr/>
          <p:nvPr/>
        </p:nvSpPr>
        <p:spPr bwMode="gray">
          <a:xfrm>
            <a:off x="5" y="2759106"/>
            <a:ext cx="5416186" cy="1007957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wrap="square" lIns="38856" tIns="38856" rIns="38856" bIns="38856" rtlCol="0" anchor="ctr"/>
          <a:lstStyle/>
          <a:p>
            <a:r>
              <a:rPr kumimoji="1" lang="ja-JP" altLang="en-US" sz="4317">
                <a:solidFill>
                  <a:schemeClr val="bg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 </a:t>
            </a: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C7893563-3ABD-5312-E332-73AB0AF504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315" y="2856224"/>
            <a:ext cx="787460" cy="813716"/>
          </a:xfrm>
          <a:prstGeom prst="rect">
            <a:avLst/>
          </a:prstGeom>
        </p:spPr>
        <p:txBody>
          <a:bodyPr/>
          <a:lstStyle>
            <a:lvl1pPr>
              <a:defRPr sz="4317">
                <a:solidFill>
                  <a:schemeClr val="bg1"/>
                </a:solidFill>
              </a:defRPr>
            </a:lvl1pPr>
            <a:lvl2pPr>
              <a:defRPr sz="4317">
                <a:solidFill>
                  <a:schemeClr val="bg1"/>
                </a:solidFill>
              </a:defRPr>
            </a:lvl2pPr>
            <a:lvl3pPr>
              <a:defRPr sz="4317">
                <a:solidFill>
                  <a:schemeClr val="bg1"/>
                </a:solidFill>
              </a:defRPr>
            </a:lvl3pPr>
            <a:lvl4pPr>
              <a:defRPr sz="4317">
                <a:solidFill>
                  <a:schemeClr val="bg1"/>
                </a:solidFill>
              </a:defRPr>
            </a:lvl4pPr>
            <a:lvl5pPr>
              <a:defRPr sz="4317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en-US" altLang="ja-JP"/>
              <a:t>01</a:t>
            </a:r>
            <a:endParaRPr kumimoji="1"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48CB0A4F-E35D-2D91-AC04-8F288F1757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644" y="3112591"/>
            <a:ext cx="1384453" cy="300987"/>
          </a:xfrm>
          <a:prstGeom prst="rect">
            <a:avLst/>
          </a:prstGeom>
        </p:spPr>
        <p:txBody>
          <a:bodyPr/>
          <a:lstStyle>
            <a:lvl1pPr>
              <a:defRPr sz="151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ja-JP" altLang="en-US"/>
              <a:t>タイトル</a:t>
            </a:r>
          </a:p>
        </p:txBody>
      </p:sp>
    </p:spTree>
    <p:extLst>
      <p:ext uri="{BB962C8B-B14F-4D97-AF65-F5344CB8AC3E}">
        <p14:creationId xmlns:p14="http://schemas.microsoft.com/office/powerpoint/2010/main" val="360463330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00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4"/>
            <a:ext cx="1720285" cy="3317702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A05D98F3-26B4-2DFC-BE11-7DF0AE5DCA9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69374696-7824-1FE4-AFA9-A8ABF3FB1F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FA66D7A0-77AF-B23A-FE3C-4B96389D793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3234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ホームベース 1">
            <a:extLst>
              <a:ext uri="{FF2B5EF4-FFF2-40B4-BE49-F238E27FC236}">
                <a16:creationId xmlns:a16="http://schemas.microsoft.com/office/drawing/2014/main" id="{592E3B0B-78B2-15AF-0EC8-11DE7B8AE42C}"/>
              </a:ext>
            </a:extLst>
          </p:cNvPr>
          <p:cNvSpPr/>
          <p:nvPr userDrawn="1"/>
        </p:nvSpPr>
        <p:spPr>
          <a:xfrm>
            <a:off x="372370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ホームベース 25">
            <a:extLst>
              <a:ext uri="{FF2B5EF4-FFF2-40B4-BE49-F238E27FC236}">
                <a16:creationId xmlns:a16="http://schemas.microsoft.com/office/drawing/2014/main" id="{F2EC9065-18C9-7F34-F783-9EF09F5AFC0F}"/>
              </a:ext>
            </a:extLst>
          </p:cNvPr>
          <p:cNvSpPr/>
          <p:nvPr userDrawn="1"/>
        </p:nvSpPr>
        <p:spPr>
          <a:xfrm>
            <a:off x="2363727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ja-JP" altLang="en-US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6" name="ホームベース 26">
            <a:extLst>
              <a:ext uri="{FF2B5EF4-FFF2-40B4-BE49-F238E27FC236}">
                <a16:creationId xmlns:a16="http://schemas.microsoft.com/office/drawing/2014/main" id="{5F6E83C2-A10A-7334-0588-2E70C198813A}"/>
              </a:ext>
            </a:extLst>
          </p:cNvPr>
          <p:cNvSpPr/>
          <p:nvPr userDrawn="1"/>
        </p:nvSpPr>
        <p:spPr>
          <a:xfrm>
            <a:off x="4355088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7" name="ホームベース 27">
            <a:extLst>
              <a:ext uri="{FF2B5EF4-FFF2-40B4-BE49-F238E27FC236}">
                <a16:creationId xmlns:a16="http://schemas.microsoft.com/office/drawing/2014/main" id="{05BFC24C-5A76-40F2-9327-A6F83C3FA727}"/>
              </a:ext>
            </a:extLst>
          </p:cNvPr>
          <p:cNvSpPr/>
          <p:nvPr userDrawn="1"/>
        </p:nvSpPr>
        <p:spPr>
          <a:xfrm>
            <a:off x="6346444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8" name="ホームベース 29">
            <a:extLst>
              <a:ext uri="{FF2B5EF4-FFF2-40B4-BE49-F238E27FC236}">
                <a16:creationId xmlns:a16="http://schemas.microsoft.com/office/drawing/2014/main" id="{8460FDE1-6F3F-5372-EE07-D9667A4B22A8}"/>
              </a:ext>
            </a:extLst>
          </p:cNvPr>
          <p:cNvSpPr/>
          <p:nvPr userDrawn="1"/>
        </p:nvSpPr>
        <p:spPr>
          <a:xfrm>
            <a:off x="8337801" y="2479804"/>
            <a:ext cx="1981644" cy="671971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</a:pPr>
            <a:endParaRPr kumimoji="1" lang="en-US" altLang="ja-JP" sz="1200" b="1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ホームベース 1">
            <a:extLst>
              <a:ext uri="{FF2B5EF4-FFF2-40B4-BE49-F238E27FC236}">
                <a16:creationId xmlns:a16="http://schemas.microsoft.com/office/drawing/2014/main" id="{A0654C58-42F2-9BD5-CCE7-CCCDB7070174}"/>
              </a:ext>
            </a:extLst>
          </p:cNvPr>
          <p:cNvSpPr/>
          <p:nvPr userDrawn="1"/>
        </p:nvSpPr>
        <p:spPr>
          <a:xfrm>
            <a:off x="372369" y="1897936"/>
            <a:ext cx="7955720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16" name="ホームベース 1">
            <a:extLst>
              <a:ext uri="{FF2B5EF4-FFF2-40B4-BE49-F238E27FC236}">
                <a16:creationId xmlns:a16="http://schemas.microsoft.com/office/drawing/2014/main" id="{833EE7AA-BB9F-D2F6-CCC4-D4C2E55E8D5D}"/>
              </a:ext>
            </a:extLst>
          </p:cNvPr>
          <p:cNvSpPr/>
          <p:nvPr userDrawn="1"/>
        </p:nvSpPr>
        <p:spPr>
          <a:xfrm>
            <a:off x="8337801" y="1897936"/>
            <a:ext cx="1981644" cy="472592"/>
          </a:xfrm>
          <a:prstGeom prst="homePlate">
            <a:avLst>
              <a:gd name="adj" fmla="val 37500"/>
            </a:avLst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1294" b="1">
              <a:latin typeface="+mn-ea"/>
            </a:endParaRPr>
          </a:p>
        </p:txBody>
      </p:sp>
      <p:sp>
        <p:nvSpPr>
          <p:cNvPr id="22" name="テキスト プレースホルダー 21">
            <a:extLst>
              <a:ext uri="{FF2B5EF4-FFF2-40B4-BE49-F238E27FC236}">
                <a16:creationId xmlns:a16="http://schemas.microsoft.com/office/drawing/2014/main" id="{DAA562DF-59FA-62B2-82AC-8D5031E75A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2" y="1897936"/>
            <a:ext cx="773802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7E9D407C-7369-DF84-0315-25614035E82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37806" y="1910227"/>
            <a:ext cx="1777213" cy="464400"/>
          </a:xfrm>
          <a:prstGeom prst="rect">
            <a:avLst/>
          </a:prstGeom>
        </p:spPr>
        <p:txBody>
          <a:bodyPr anchor="ctr"/>
          <a:lstStyle>
            <a:lvl1pPr algn="ctr">
              <a:defRPr sz="1294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9" name="テキスト プレースホルダー 21">
            <a:extLst>
              <a:ext uri="{FF2B5EF4-FFF2-40B4-BE49-F238E27FC236}">
                <a16:creationId xmlns:a16="http://schemas.microsoft.com/office/drawing/2014/main" id="{BB7CEC55-FF3D-7300-FDE5-F63904266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8285" y="2492059"/>
            <a:ext cx="1721083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7" name="テキスト プレースホルダー 21">
            <a:extLst>
              <a:ext uri="{FF2B5EF4-FFF2-40B4-BE49-F238E27FC236}">
                <a16:creationId xmlns:a16="http://schemas.microsoft.com/office/drawing/2014/main" id="{50C6B9D3-A875-B53B-0F93-68E7E916E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79651" y="2492059"/>
            <a:ext cx="1695449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1" name="テキスト プレースホルダー 21">
            <a:extLst>
              <a:ext uri="{FF2B5EF4-FFF2-40B4-BE49-F238E27FC236}">
                <a16:creationId xmlns:a16="http://schemas.microsoft.com/office/drawing/2014/main" id="{25162B01-C5E8-E09F-00ED-122D62300F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61289" y="2489997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4" name="テキスト プレースホルダー 21">
            <a:extLst>
              <a:ext uri="{FF2B5EF4-FFF2-40B4-BE49-F238E27FC236}">
                <a16:creationId xmlns:a16="http://schemas.microsoft.com/office/drawing/2014/main" id="{5CEC2B5D-977A-CDC0-B71E-71A9BB9784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6442" y="2500190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5" name="テキスト プレースホルダー 21">
            <a:extLst>
              <a:ext uri="{FF2B5EF4-FFF2-40B4-BE49-F238E27FC236}">
                <a16:creationId xmlns:a16="http://schemas.microsoft.com/office/drawing/2014/main" id="{7C4F6B97-F6EB-0D18-D17E-6F56C9E255B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45760" y="2492059"/>
            <a:ext cx="1727474" cy="65158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7" name="テキスト プレースホルダー 26">
            <a:extLst>
              <a:ext uri="{FF2B5EF4-FFF2-40B4-BE49-F238E27FC236}">
                <a16:creationId xmlns:a16="http://schemas.microsoft.com/office/drawing/2014/main" id="{236551F9-7A9E-B33A-B837-FDD09D9FE5C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95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8" name="テキスト プレースホルダー 26">
            <a:extLst>
              <a:ext uri="{FF2B5EF4-FFF2-40B4-BE49-F238E27FC236}">
                <a16:creationId xmlns:a16="http://schemas.microsoft.com/office/drawing/2014/main" id="{24F400D2-7850-C17E-E327-7B7370F9BB7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363728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9" name="テキスト プレースホルダー 26">
            <a:extLst>
              <a:ext uri="{FF2B5EF4-FFF2-40B4-BE49-F238E27FC236}">
                <a16:creationId xmlns:a16="http://schemas.microsoft.com/office/drawing/2014/main" id="{1040672A-AC0C-EE46-F3A5-A065980A500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55084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0" name="テキスト プレースホルダー 26">
            <a:extLst>
              <a:ext uri="{FF2B5EF4-FFF2-40B4-BE49-F238E27FC236}">
                <a16:creationId xmlns:a16="http://schemas.microsoft.com/office/drawing/2014/main" id="{C1D459B1-83D8-A0C5-33E0-99D254761BB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36729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31" name="テキスト プレースホルダー 26">
            <a:extLst>
              <a:ext uri="{FF2B5EF4-FFF2-40B4-BE49-F238E27FC236}">
                <a16:creationId xmlns:a16="http://schemas.microsoft.com/office/drawing/2014/main" id="{8C9F93A8-4ED3-58DF-23DD-58769466919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328091" y="3308682"/>
            <a:ext cx="1720285" cy="3449101"/>
          </a:xfrm>
          <a:prstGeom prst="rect">
            <a:avLst/>
          </a:prstGeom>
        </p:spPr>
        <p:txBody>
          <a:bodyPr/>
          <a:lstStyle>
            <a:lvl1pPr>
              <a:defRPr sz="1079" b="0"/>
            </a:lvl1pPr>
            <a:lvl2pPr>
              <a:defRPr sz="1079" b="0"/>
            </a:lvl2pPr>
            <a:lvl3pPr>
              <a:defRPr sz="1079" b="0"/>
            </a:lvl3pPr>
            <a:lvl4pPr>
              <a:defRPr sz="1079" b="0"/>
            </a:lvl4pPr>
            <a:lvl5pPr>
              <a:defRPr sz="1079" b="0"/>
            </a:lvl5pPr>
          </a:lstStyle>
          <a:p>
            <a:pPr lvl="0"/>
            <a:r>
              <a:rPr kumimoji="1" lang="ja-JP" altLang="en-US"/>
              <a:t>・ 　</a:t>
            </a:r>
            <a:endParaRPr kumimoji="1" lang="en-US" altLang="ja-JP"/>
          </a:p>
          <a:p>
            <a:pPr lvl="0"/>
            <a:endParaRPr kumimoji="1" lang="ja-JP" altLang="en-US"/>
          </a:p>
        </p:txBody>
      </p:sp>
      <p:sp>
        <p:nvSpPr>
          <p:cNvPr id="2" name="タイトル 2">
            <a:extLst>
              <a:ext uri="{FF2B5EF4-FFF2-40B4-BE49-F238E27FC236}">
                <a16:creationId xmlns:a16="http://schemas.microsoft.com/office/drawing/2014/main" id="{2B9E2147-FA58-5575-E660-6827B8408A4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3EA713CB-E679-12F9-3346-654E565BD1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914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511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327521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CDF8F80-E567-469F-7FB7-90B4AFD3FAF8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61190C9F-A546-8880-5071-FCF57609BF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59117" y="1883314"/>
            <a:ext cx="3660884" cy="1282694"/>
          </a:xfrm>
          <a:prstGeom prst="rect">
            <a:avLst/>
          </a:prstGeom>
        </p:spPr>
        <p:txBody>
          <a:bodyPr/>
          <a:lstStyle>
            <a:lvl1pPr>
              <a:defRPr sz="1294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r>
              <a:rPr kumimoji="1" lang="ja-JP" altLang="en-US"/>
              <a:t>氏名：</a:t>
            </a:r>
            <a:endParaRPr kumimoji="1" lang="en-US" altLang="ja-JP"/>
          </a:p>
          <a:p>
            <a:pPr lvl="0"/>
            <a:r>
              <a:rPr kumimoji="1" lang="ja-JP" altLang="en-US"/>
              <a:t>役職：</a:t>
            </a:r>
            <a:endParaRPr kumimoji="1" lang="en-US" altLang="ja-JP"/>
          </a:p>
          <a:p>
            <a:pPr lvl="0"/>
            <a:r>
              <a:rPr kumimoji="1" lang="ja-JP" altLang="en-US"/>
              <a:t>担当領域：</a:t>
            </a:r>
            <a:endParaRPr kumimoji="1" lang="en-US" altLang="ja-JP"/>
          </a:p>
          <a:p>
            <a:pPr lvl="0"/>
            <a:r>
              <a:rPr kumimoji="1" lang="ja-JP" altLang="en-US"/>
              <a:t>資格：</a:t>
            </a:r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64B6B182-0B4C-D1DE-F45A-3667BF2B8F2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8681" y="3290325"/>
            <a:ext cx="4763610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6" name="縦書きコンテンツ プレースホルダー 6">
            <a:extLst>
              <a:ext uri="{FF2B5EF4-FFF2-40B4-BE49-F238E27FC236}">
                <a16:creationId xmlns:a16="http://schemas.microsoft.com/office/drawing/2014/main" id="{2FDF2D33-9E0D-B9A9-F44E-DF580296B38D}"/>
              </a:ext>
            </a:extLst>
          </p:cNvPr>
          <p:cNvSpPr>
            <a:spLocks noGrp="1"/>
          </p:cNvSpPr>
          <p:nvPr>
            <p:ph orient="vert" sz="quarter" idx="16"/>
          </p:nvPr>
        </p:nvSpPr>
        <p:spPr>
          <a:xfrm>
            <a:off x="5539528" y="1883314"/>
            <a:ext cx="1038650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858DCEAE-D0C4-697F-1EA1-3128E78453E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517249" y="3290325"/>
            <a:ext cx="4802196" cy="3901866"/>
          </a:xfrm>
          <a:prstGeom prst="rect">
            <a:avLst/>
          </a:prstGeom>
        </p:spPr>
        <p:txBody>
          <a:bodyPr/>
          <a:lstStyle>
            <a:lvl1pPr marL="185039" marR="0" indent="-185039" defTabSz="986879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 sz="1079" b="0"/>
            </a:lvl1pPr>
            <a:lvl2pPr>
              <a:defRPr sz="1294" b="0"/>
            </a:lvl2pPr>
            <a:lvl3pPr>
              <a:defRPr sz="1294" b="0"/>
            </a:lvl3pPr>
            <a:lvl4pPr>
              <a:defRPr sz="1294" b="0"/>
            </a:lvl4pPr>
            <a:lvl5pPr>
              <a:defRPr sz="1294" b="0"/>
            </a:lvl5pPr>
          </a:lstStyle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 sz="1079"/>
          </a:p>
          <a:p>
            <a:pPr lvl="0"/>
            <a:endParaRPr kumimoji="1" lang="en-US" altLang="ja-JP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E459165E-DE72-B176-293F-EBB3BE786A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9" name="テキスト プレースホルダー 9">
            <a:extLst>
              <a:ext uri="{FF2B5EF4-FFF2-40B4-BE49-F238E27FC236}">
                <a16:creationId xmlns:a16="http://schemas.microsoft.com/office/drawing/2014/main" id="{EF5752FD-B2FA-FB63-3E85-EEE0C682D9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2" name="object 8">
            <a:extLst>
              <a:ext uri="{FF2B5EF4-FFF2-40B4-BE49-F238E27FC236}">
                <a16:creationId xmlns:a16="http://schemas.microsoft.com/office/drawing/2014/main" id="{2F5AAF1B-ED54-D82D-C42C-E4C089F68B72}"/>
              </a:ext>
            </a:extLst>
          </p:cNvPr>
          <p:cNvSpPr/>
          <p:nvPr userDrawn="1"/>
        </p:nvSpPr>
        <p:spPr>
          <a:xfrm>
            <a:off x="371954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4E07BF87-0F36-CFB6-E699-02F24EABE816}"/>
              </a:ext>
            </a:extLst>
          </p:cNvPr>
          <p:cNvSpPr/>
          <p:nvPr userDrawn="1"/>
        </p:nvSpPr>
        <p:spPr>
          <a:xfrm>
            <a:off x="5527675" y="1784476"/>
            <a:ext cx="4792524" cy="53601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571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8" name="縦書きコンテンツ プレースホルダー 6">
            <a:extLst>
              <a:ext uri="{FF2B5EF4-FFF2-40B4-BE49-F238E27FC236}">
                <a16:creationId xmlns:a16="http://schemas.microsoft.com/office/drawing/2014/main" id="{F7F2D361-F375-EF1E-B5F6-915BABC6C42E}"/>
              </a:ext>
            </a:extLst>
          </p:cNvPr>
          <p:cNvSpPr>
            <a:spLocks noGrp="1"/>
          </p:cNvSpPr>
          <p:nvPr>
            <p:ph orient="vert" sz="quarter" idx="19"/>
          </p:nvPr>
        </p:nvSpPr>
        <p:spPr>
          <a:xfrm>
            <a:off x="373262" y="1883314"/>
            <a:ext cx="1050505" cy="1282694"/>
          </a:xfrm>
          <a:prstGeom prst="rect">
            <a:avLst/>
          </a:prstGeom>
          <a:ln>
            <a:noFill/>
          </a:ln>
        </p:spPr>
        <p:txBody>
          <a:bodyPr vert="eaVert"/>
          <a:lstStyle/>
          <a:p>
            <a:pPr lvl="1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715771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pos="3368" userDrawn="1">
          <p15:clr>
            <a:srgbClr val="FBAE40"/>
          </p15:clr>
        </p15:guide>
        <p15:guide id="2" pos="3489" userDrawn="1">
          <p15:clr>
            <a:srgbClr val="FBAE40"/>
          </p15:clr>
        </p15:guide>
        <p15:guide id="3" pos="3246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4A0C300A-0B1E-6583-56AB-1192298AD4FE}"/>
              </a:ext>
            </a:extLst>
          </p:cNvPr>
          <p:cNvSpPr/>
          <p:nvPr userDrawn="1"/>
        </p:nvSpPr>
        <p:spPr bwMode="gray">
          <a:xfrm>
            <a:off x="372371" y="1872022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624993-9815-F81C-C603-10B2B9929126}"/>
              </a:ext>
            </a:extLst>
          </p:cNvPr>
          <p:cNvSpPr/>
          <p:nvPr userDrawn="1"/>
        </p:nvSpPr>
        <p:spPr bwMode="gray">
          <a:xfrm>
            <a:off x="372371" y="244278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FFCAC1C0-32AE-4C0E-B081-B7500458BF19}"/>
              </a:ext>
            </a:extLst>
          </p:cNvPr>
          <p:cNvSpPr/>
          <p:nvPr userDrawn="1"/>
        </p:nvSpPr>
        <p:spPr bwMode="gray">
          <a:xfrm>
            <a:off x="372371" y="300266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8325546D-E9EC-39A8-1819-99E71D2BEE0E}"/>
              </a:ext>
            </a:extLst>
          </p:cNvPr>
          <p:cNvSpPr/>
          <p:nvPr userDrawn="1"/>
        </p:nvSpPr>
        <p:spPr bwMode="gray">
          <a:xfrm>
            <a:off x="372371" y="3557994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13836FDB-B7F2-F049-194A-3A791734E3D0}"/>
              </a:ext>
            </a:extLst>
          </p:cNvPr>
          <p:cNvSpPr/>
          <p:nvPr userDrawn="1"/>
        </p:nvSpPr>
        <p:spPr bwMode="gray">
          <a:xfrm>
            <a:off x="372371" y="4128473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51C89B78-7F2A-7A4C-30A3-9DDC40703D72}"/>
              </a:ext>
            </a:extLst>
          </p:cNvPr>
          <p:cNvSpPr/>
          <p:nvPr userDrawn="1"/>
        </p:nvSpPr>
        <p:spPr bwMode="gray">
          <a:xfrm>
            <a:off x="372371" y="4698430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92284F9-6573-A97C-B0A1-87EE10294237}"/>
              </a:ext>
            </a:extLst>
          </p:cNvPr>
          <p:cNvSpPr/>
          <p:nvPr userDrawn="1"/>
        </p:nvSpPr>
        <p:spPr bwMode="gray">
          <a:xfrm>
            <a:off x="372371" y="5250745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A87EFFE8-40EA-4C91-068E-3685435D764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8" name="テキスト プレースホルダー 21">
            <a:extLst>
              <a:ext uri="{FF2B5EF4-FFF2-40B4-BE49-F238E27FC236}">
                <a16:creationId xmlns:a16="http://schemas.microsoft.com/office/drawing/2014/main" id="{7A83CBAD-FC21-4DE0-FEBE-02537E26199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6ED8361-9716-2ECF-9984-4D9B6A136984}"/>
              </a:ext>
            </a:extLst>
          </p:cNvPr>
          <p:cNvSpPr/>
          <p:nvPr userDrawn="1"/>
        </p:nvSpPr>
        <p:spPr bwMode="gray">
          <a:xfrm>
            <a:off x="2878805" y="581833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AFBA5D5-DDE0-6772-790E-5DEEFC17A33C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4869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5717D2E2-3112-4768-B708-647A929F492B}"/>
              </a:ext>
            </a:extLst>
          </p:cNvPr>
          <p:cNvCxnSpPr>
            <a:cxnSpLocks/>
          </p:cNvCxnSpPr>
          <p:nvPr userDrawn="1"/>
        </p:nvCxnSpPr>
        <p:spPr>
          <a:xfrm>
            <a:off x="372374" y="6338003"/>
            <a:ext cx="9947077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C472CD42-CA9E-4ABB-1877-D229812A1F3D}"/>
              </a:ext>
            </a:extLst>
          </p:cNvPr>
          <p:cNvSpPr/>
          <p:nvPr userDrawn="1"/>
        </p:nvSpPr>
        <p:spPr bwMode="gray">
          <a:xfrm>
            <a:off x="372371" y="5816107"/>
            <a:ext cx="2253635" cy="47620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194279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>
              <a:lnSpc>
                <a:spcPct val="110000"/>
              </a:lnSpc>
              <a:buFont typeface="Wingdings 2" pitchFamily="18" charset="2"/>
              <a:buNone/>
            </a:pPr>
            <a:endParaRPr kumimoji="1" lang="ja-JP" altLang="en-US" sz="1200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085CC77B-E802-6FBB-DDE6-5F5F826395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2371" y="5822015"/>
            <a:ext cx="2253635" cy="4644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algn="l">
              <a:defRPr sz="1200">
                <a:solidFill>
                  <a:schemeClr val="bg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2" name="テキスト プレースホルダー 21">
            <a:extLst>
              <a:ext uri="{FF2B5EF4-FFF2-40B4-BE49-F238E27FC236}">
                <a16:creationId xmlns:a16="http://schemas.microsoft.com/office/drawing/2014/main" id="{20F2EA57-2467-F475-BA5E-668D6C1EA23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701754" y="5818342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14" name="タイトル 2">
            <a:extLst>
              <a:ext uri="{FF2B5EF4-FFF2-40B4-BE49-F238E27FC236}">
                <a16:creationId xmlns:a16="http://schemas.microsoft.com/office/drawing/2014/main" id="{F68864A3-CB35-82AD-E274-A594688EC0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196AC19C-884B-3A5E-D421-18EBEF8EBD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027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8FFCD19-3663-E347-0368-8CFCA86462FE}"/>
              </a:ext>
            </a:extLst>
          </p:cNvPr>
          <p:cNvSpPr/>
          <p:nvPr userDrawn="1"/>
        </p:nvSpPr>
        <p:spPr bwMode="gray">
          <a:xfrm>
            <a:off x="2878805" y="1874170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65FBBD9-19E8-DEB6-42E5-DF0A1F0D1428}"/>
              </a:ext>
            </a:extLst>
          </p:cNvPr>
          <p:cNvSpPr/>
          <p:nvPr userDrawn="1"/>
        </p:nvSpPr>
        <p:spPr bwMode="gray">
          <a:xfrm>
            <a:off x="2878805" y="243730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61AFE8F5-4FE2-30BA-268F-1A8E8744260A}"/>
              </a:ext>
            </a:extLst>
          </p:cNvPr>
          <p:cNvSpPr/>
          <p:nvPr userDrawn="1"/>
        </p:nvSpPr>
        <p:spPr bwMode="gray">
          <a:xfrm>
            <a:off x="2878805" y="3000438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B8843D42-67EA-6EE6-B401-60418293F37C}"/>
              </a:ext>
            </a:extLst>
          </p:cNvPr>
          <p:cNvSpPr/>
          <p:nvPr userDrawn="1"/>
        </p:nvSpPr>
        <p:spPr bwMode="gray">
          <a:xfrm>
            <a:off x="2878805" y="3563572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11CFC49-4CEB-C6DE-99CE-457E92A29DFF}"/>
              </a:ext>
            </a:extLst>
          </p:cNvPr>
          <p:cNvSpPr/>
          <p:nvPr userDrawn="1"/>
        </p:nvSpPr>
        <p:spPr bwMode="gray">
          <a:xfrm>
            <a:off x="2878805" y="5252974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7925FF7-58CF-4B54-395E-9555341E816A}"/>
              </a:ext>
            </a:extLst>
          </p:cNvPr>
          <p:cNvSpPr/>
          <p:nvPr userDrawn="1"/>
        </p:nvSpPr>
        <p:spPr bwMode="gray">
          <a:xfrm>
            <a:off x="2878805" y="5816107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4E03F30E-47ED-7D20-FBA6-34B055F5C0A9}"/>
              </a:ext>
            </a:extLst>
          </p:cNvPr>
          <p:cNvSpPr/>
          <p:nvPr userDrawn="1"/>
        </p:nvSpPr>
        <p:spPr bwMode="gray">
          <a:xfrm>
            <a:off x="2878805" y="4126706"/>
            <a:ext cx="7440645" cy="47620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BF0EFDCD-E3C1-CB47-58C4-E628D0320AD9}"/>
              </a:ext>
            </a:extLst>
          </p:cNvPr>
          <p:cNvSpPr/>
          <p:nvPr userDrawn="1"/>
        </p:nvSpPr>
        <p:spPr bwMode="gray">
          <a:xfrm>
            <a:off x="2878805" y="4689840"/>
            <a:ext cx="7440645" cy="476200"/>
          </a:xfrm>
          <a:prstGeom prst="rect">
            <a:avLst/>
          </a:prstGeom>
          <a:noFill/>
          <a:ln w="3175" algn="ctr">
            <a:noFill/>
            <a:miter lim="800000"/>
            <a:headEnd/>
            <a:tailEnd/>
          </a:ln>
        </p:spPr>
        <p:txBody>
          <a:bodyPr rot="0" spcFirstLastPara="0" vertOverflow="overflow" horzOverflow="overflow" vert="horz" wrap="square" lIns="38856" tIns="38856" rIns="38856" bIns="3885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ja-JP" sz="120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983158CC-1186-FBC6-A499-510826AFE50A}"/>
              </a:ext>
            </a:extLst>
          </p:cNvPr>
          <p:cNvCxnSpPr>
            <a:cxnSpLocks/>
          </p:cNvCxnSpPr>
          <p:nvPr userDrawn="1"/>
        </p:nvCxnSpPr>
        <p:spPr>
          <a:xfrm>
            <a:off x="372374" y="2393836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ABAC2876-D0DF-51A6-3F25-524F6743D05F}"/>
              </a:ext>
            </a:extLst>
          </p:cNvPr>
          <p:cNvCxnSpPr>
            <a:cxnSpLocks/>
          </p:cNvCxnSpPr>
          <p:nvPr userDrawn="1"/>
        </p:nvCxnSpPr>
        <p:spPr>
          <a:xfrm>
            <a:off x="372374" y="295697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2FA860D-5CBA-500D-6EF2-2BDF3956B588}"/>
              </a:ext>
            </a:extLst>
          </p:cNvPr>
          <p:cNvCxnSpPr>
            <a:cxnSpLocks/>
          </p:cNvCxnSpPr>
          <p:nvPr userDrawn="1"/>
        </p:nvCxnSpPr>
        <p:spPr>
          <a:xfrm>
            <a:off x="372374" y="3520105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970A62E5-9888-54D5-040D-D463E660A676}"/>
              </a:ext>
            </a:extLst>
          </p:cNvPr>
          <p:cNvCxnSpPr>
            <a:cxnSpLocks/>
          </p:cNvCxnSpPr>
          <p:nvPr userDrawn="1"/>
        </p:nvCxnSpPr>
        <p:spPr>
          <a:xfrm>
            <a:off x="372374" y="4083239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48F559A-A581-51F0-4547-63B30765CDE3}"/>
              </a:ext>
            </a:extLst>
          </p:cNvPr>
          <p:cNvCxnSpPr>
            <a:cxnSpLocks/>
          </p:cNvCxnSpPr>
          <p:nvPr userDrawn="1"/>
        </p:nvCxnSpPr>
        <p:spPr>
          <a:xfrm>
            <a:off x="372374" y="4646373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3B8A9FAF-D3FE-4D08-58F8-F9970C793E15}"/>
              </a:ext>
            </a:extLst>
          </p:cNvPr>
          <p:cNvCxnSpPr>
            <a:cxnSpLocks/>
          </p:cNvCxnSpPr>
          <p:nvPr userDrawn="1"/>
        </p:nvCxnSpPr>
        <p:spPr>
          <a:xfrm>
            <a:off x="372374" y="5209507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02864B79-981F-62BE-05FC-E7EA95C68134}"/>
              </a:ext>
            </a:extLst>
          </p:cNvPr>
          <p:cNvCxnSpPr>
            <a:cxnSpLocks/>
          </p:cNvCxnSpPr>
          <p:nvPr userDrawn="1"/>
        </p:nvCxnSpPr>
        <p:spPr>
          <a:xfrm>
            <a:off x="372374" y="5772641"/>
            <a:ext cx="9947077" cy="0"/>
          </a:xfrm>
          <a:prstGeom prst="line">
            <a:avLst/>
          </a:prstGeom>
          <a:ln w="63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テキスト プレースホルダー 21">
            <a:extLst>
              <a:ext uri="{FF2B5EF4-FFF2-40B4-BE49-F238E27FC236}">
                <a16:creationId xmlns:a16="http://schemas.microsoft.com/office/drawing/2014/main" id="{5FF5A586-1E63-6093-D8A8-01FB307157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2371" y="187792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9" name="テキスト プレースホルダー 21">
            <a:extLst>
              <a:ext uri="{FF2B5EF4-FFF2-40B4-BE49-F238E27FC236}">
                <a16:creationId xmlns:a16="http://schemas.microsoft.com/office/drawing/2014/main" id="{9886EAC4-56E6-A470-D25E-B4971E0401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2371" y="2448688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1" name="テキスト プレースホルダー 21">
            <a:extLst>
              <a:ext uri="{FF2B5EF4-FFF2-40B4-BE49-F238E27FC236}">
                <a16:creationId xmlns:a16="http://schemas.microsoft.com/office/drawing/2014/main" id="{0298742C-477C-DA47-4C45-429630E28B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371" y="3008570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3" name="テキスト プレースホルダー 21">
            <a:extLst>
              <a:ext uri="{FF2B5EF4-FFF2-40B4-BE49-F238E27FC236}">
                <a16:creationId xmlns:a16="http://schemas.microsoft.com/office/drawing/2014/main" id="{6A5F1AB9-020C-DC1D-A6D5-62FFF4E7A4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2371" y="3563902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5" name="テキスト プレースホルダー 21">
            <a:extLst>
              <a:ext uri="{FF2B5EF4-FFF2-40B4-BE49-F238E27FC236}">
                <a16:creationId xmlns:a16="http://schemas.microsoft.com/office/drawing/2014/main" id="{F51157A9-B3ED-E7A1-0785-C9D8CD58689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2371" y="4134377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7" name="テキスト プレースホルダー 21">
            <a:extLst>
              <a:ext uri="{FF2B5EF4-FFF2-40B4-BE49-F238E27FC236}">
                <a16:creationId xmlns:a16="http://schemas.microsoft.com/office/drawing/2014/main" id="{DD6EE6D5-D60A-4218-F4A3-FDB64CA126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72371" y="4704336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49" name="テキスト プレースホルダー 21">
            <a:extLst>
              <a:ext uri="{FF2B5EF4-FFF2-40B4-BE49-F238E27FC236}">
                <a16:creationId xmlns:a16="http://schemas.microsoft.com/office/drawing/2014/main" id="{4D874385-46CC-A482-6FF9-35F96504E8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72371" y="5256653"/>
            <a:ext cx="2253635" cy="464400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50" name="テキスト プレースホルダー 21">
            <a:extLst>
              <a:ext uri="{FF2B5EF4-FFF2-40B4-BE49-F238E27FC236}">
                <a16:creationId xmlns:a16="http://schemas.microsoft.com/office/drawing/2014/main" id="{ECF5DDA6-8079-4D71-AC73-D736C0273CE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01754" y="188049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1" name="テキスト プレースホルダー 21">
            <a:extLst>
              <a:ext uri="{FF2B5EF4-FFF2-40B4-BE49-F238E27FC236}">
                <a16:creationId xmlns:a16="http://schemas.microsoft.com/office/drawing/2014/main" id="{16E02DBD-D2F5-FD99-BD10-02B7793A7FC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1754" y="245133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2" name="テキスト プレースホルダー 21">
            <a:extLst>
              <a:ext uri="{FF2B5EF4-FFF2-40B4-BE49-F238E27FC236}">
                <a16:creationId xmlns:a16="http://schemas.microsoft.com/office/drawing/2014/main" id="{67CC8E05-E338-8808-A442-E332CC0168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01754" y="3017823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3" name="テキスト プレースホルダー 21">
            <a:extLst>
              <a:ext uri="{FF2B5EF4-FFF2-40B4-BE49-F238E27FC236}">
                <a16:creationId xmlns:a16="http://schemas.microsoft.com/office/drawing/2014/main" id="{D7CE0BBA-CECF-BE0F-2AC9-BCC17BC1A9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701754" y="356088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4" name="テキスト プレースホルダー 21">
            <a:extLst>
              <a:ext uri="{FF2B5EF4-FFF2-40B4-BE49-F238E27FC236}">
                <a16:creationId xmlns:a16="http://schemas.microsoft.com/office/drawing/2014/main" id="{A80529D8-4542-0B42-EF0A-28535733D74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01754" y="4126711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5" name="テキスト プレースホルダー 21">
            <a:extLst>
              <a:ext uri="{FF2B5EF4-FFF2-40B4-BE49-F238E27FC236}">
                <a16:creationId xmlns:a16="http://schemas.microsoft.com/office/drawing/2014/main" id="{377BC62E-1DE4-73E1-553D-74D43474CF3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01754" y="4704336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56" name="テキスト プレースホルダー 21">
            <a:extLst>
              <a:ext uri="{FF2B5EF4-FFF2-40B4-BE49-F238E27FC236}">
                <a16:creationId xmlns:a16="http://schemas.microsoft.com/office/drawing/2014/main" id="{D163A31E-221D-7243-C778-04AAA242EBA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01754" y="5252979"/>
            <a:ext cx="7617696" cy="464400"/>
          </a:xfrm>
          <a:prstGeom prst="rect">
            <a:avLst/>
          </a:prstGeom>
        </p:spPr>
        <p:txBody>
          <a:bodyPr anchor="ctr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概要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E7321448-1FEF-F4CB-A133-93BB66C5D682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1">
            <a:extLst>
              <a:ext uri="{FF2B5EF4-FFF2-40B4-BE49-F238E27FC236}">
                <a16:creationId xmlns:a16="http://schemas.microsoft.com/office/drawing/2014/main" id="{14499B2E-AE87-915A-E29F-EB47DD248BE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14646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5E7C0BE8-C4C1-655F-58AB-A34A1B2244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4954FA32-019B-BAEC-33B0-938A8AFD48C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026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5CEC768C-F491-BA41-F138-79371E09C9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0FDAE523-6E2E-630F-6342-954C95C336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89569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F65F7BD-C395-778A-9F67-089D9DFF09FC}"/>
              </a:ext>
            </a:extLst>
          </p:cNvPr>
          <p:cNvCxnSpPr>
            <a:cxnSpLocks/>
          </p:cNvCxnSpPr>
          <p:nvPr userDrawn="1"/>
        </p:nvCxnSpPr>
        <p:spPr>
          <a:xfrm>
            <a:off x="1747409" y="272272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D841CA-3CE3-407B-5F90-25C21349EFF8}"/>
              </a:ext>
            </a:extLst>
          </p:cNvPr>
          <p:cNvCxnSpPr>
            <a:cxnSpLocks/>
          </p:cNvCxnSpPr>
          <p:nvPr userDrawn="1"/>
        </p:nvCxnSpPr>
        <p:spPr>
          <a:xfrm>
            <a:off x="1747409" y="4673109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6049726F-A426-AC70-3E33-35339727E990}"/>
              </a:ext>
            </a:extLst>
          </p:cNvPr>
          <p:cNvCxnSpPr>
            <a:cxnSpLocks/>
          </p:cNvCxnSpPr>
          <p:nvPr userDrawn="1"/>
        </p:nvCxnSpPr>
        <p:spPr>
          <a:xfrm>
            <a:off x="1747409" y="5570284"/>
            <a:ext cx="8572041" cy="0"/>
          </a:xfrm>
          <a:prstGeom prst="line">
            <a:avLst/>
          </a:prstGeom>
          <a:ln w="63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64491"/>
            <a:ext cx="1267387" cy="4951212"/>
          </a:xfrm>
          <a:prstGeom prst="rect">
            <a:avLst/>
          </a:prstGeom>
        </p:spPr>
        <p:txBody>
          <a:bodyPr vert="eaVert"/>
          <a:lstStyle>
            <a:lvl1pPr>
              <a:defRPr sz="1100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84571"/>
            <a:ext cx="1942789" cy="67567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8" name="テキスト プレースホルダー 21">
            <a:extLst>
              <a:ext uri="{FF2B5EF4-FFF2-40B4-BE49-F238E27FC236}">
                <a16:creationId xmlns:a16="http://schemas.microsoft.com/office/drawing/2014/main" id="{C559E0D8-5A6D-37B6-E0D8-56B866C8F3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747408" y="2785213"/>
            <a:ext cx="1942789" cy="1825411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29" name="テキスト プレースホルダー 21">
            <a:extLst>
              <a:ext uri="{FF2B5EF4-FFF2-40B4-BE49-F238E27FC236}">
                <a16:creationId xmlns:a16="http://schemas.microsoft.com/office/drawing/2014/main" id="{181F2885-FE2D-CE9E-E048-88070038A2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47408" y="4735601"/>
            <a:ext cx="1942789" cy="772206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0" name="テキスト プレースホルダー 21">
            <a:extLst>
              <a:ext uri="{FF2B5EF4-FFF2-40B4-BE49-F238E27FC236}">
                <a16:creationId xmlns:a16="http://schemas.microsoft.com/office/drawing/2014/main" id="{1573C6B2-A2B9-F423-1FCB-8A8826C248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747408" y="5632778"/>
            <a:ext cx="1942789" cy="128119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21921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2" name="テキスト プレースホルダー 21">
            <a:extLst>
              <a:ext uri="{FF2B5EF4-FFF2-40B4-BE49-F238E27FC236}">
                <a16:creationId xmlns:a16="http://schemas.microsoft.com/office/drawing/2014/main" id="{4C7CC88E-8D36-3B13-0374-F43AF5E727F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76599" y="2789437"/>
            <a:ext cx="6542851" cy="1816963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3" name="テキスト プレースホルダー 21">
            <a:extLst>
              <a:ext uri="{FF2B5EF4-FFF2-40B4-BE49-F238E27FC236}">
                <a16:creationId xmlns:a16="http://schemas.microsoft.com/office/drawing/2014/main" id="{78DCAC68-D581-352C-EF09-49999B9D23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492121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34" name="テキスト プレースホルダー 21">
            <a:extLst>
              <a:ext uri="{FF2B5EF4-FFF2-40B4-BE49-F238E27FC236}">
                <a16:creationId xmlns:a16="http://schemas.microsoft.com/office/drawing/2014/main" id="{E5C99897-79A0-B91D-29CE-36E037369A3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76599" y="5632777"/>
            <a:ext cx="6542851" cy="1281190"/>
          </a:xfrm>
          <a:prstGeom prst="rect">
            <a:avLst/>
          </a:prstGeom>
        </p:spPr>
        <p:txBody>
          <a:bodyPr anchor="ctr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2" name="テキスト プレースホルダー 25">
            <a:extLst>
              <a:ext uri="{FF2B5EF4-FFF2-40B4-BE49-F238E27FC236}">
                <a16:creationId xmlns:a16="http://schemas.microsoft.com/office/drawing/2014/main" id="{7A7F8C37-2253-6B74-A4AF-F3CBA90FE1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2730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4F100A6-EAEE-8A3E-9691-922327E5DC15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590E9083-711F-DB1E-5DA4-A42DCF0C37A3}"/>
              </a:ext>
            </a:extLst>
          </p:cNvPr>
          <p:cNvSpPr/>
          <p:nvPr userDrawn="1"/>
        </p:nvSpPr>
        <p:spPr>
          <a:xfrm>
            <a:off x="372374" y="1892376"/>
            <a:ext cx="9947077" cy="0"/>
          </a:xfrm>
          <a:custGeom>
            <a:avLst/>
            <a:gdLst/>
            <a:ahLst/>
            <a:cxnLst/>
            <a:rect l="l" t="t" r="r" b="b"/>
            <a:pathLst>
              <a:path w="4357370">
                <a:moveTo>
                  <a:pt x="0" y="0"/>
                </a:moveTo>
                <a:lnTo>
                  <a:pt x="4356862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 sz="1294">
              <a:latin typeface="+mn-ea"/>
              <a:ea typeface="+mn-ea"/>
            </a:endParaRPr>
          </a:p>
        </p:txBody>
      </p:sp>
      <p:sp>
        <p:nvSpPr>
          <p:cNvPr id="24" name="縦書きテキスト プレースホルダー 23">
            <a:extLst>
              <a:ext uri="{FF2B5EF4-FFF2-40B4-BE49-F238E27FC236}">
                <a16:creationId xmlns:a16="http://schemas.microsoft.com/office/drawing/2014/main" id="{8903D3D3-D520-1696-19D4-76EBF3182F56}"/>
              </a:ext>
            </a:extLst>
          </p:cNvPr>
          <p:cNvSpPr>
            <a:spLocks noGrp="1"/>
          </p:cNvSpPr>
          <p:nvPr>
            <p:ph type="body" orient="vert" sz="quarter" idx="11"/>
          </p:nvPr>
        </p:nvSpPr>
        <p:spPr>
          <a:xfrm>
            <a:off x="372369" y="1978099"/>
            <a:ext cx="1267387" cy="3287570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26" name="テキスト プレースホルダー 25">
            <a:extLst>
              <a:ext uri="{FF2B5EF4-FFF2-40B4-BE49-F238E27FC236}">
                <a16:creationId xmlns:a16="http://schemas.microsoft.com/office/drawing/2014/main" id="{F4A2E5E1-171D-88C9-1A49-73C56E6B2A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818" y="1552211"/>
            <a:ext cx="9948184" cy="327864"/>
          </a:xfrm>
          <a:prstGeom prst="rect">
            <a:avLst/>
          </a:prstGeom>
        </p:spPr>
        <p:txBody>
          <a:bodyPr anchor="ctr"/>
          <a:lstStyle>
            <a:lvl1pPr>
              <a:defRPr sz="1200"/>
            </a:lvl1pPr>
          </a:lstStyle>
          <a:p>
            <a:pPr lvl="0"/>
            <a:endParaRPr kumimoji="1" lang="ja-JP" altLang="en-US"/>
          </a:p>
        </p:txBody>
      </p:sp>
      <p:sp>
        <p:nvSpPr>
          <p:cNvPr id="27" name="テキスト プレースホルダー 21">
            <a:extLst>
              <a:ext uri="{FF2B5EF4-FFF2-40B4-BE49-F238E27FC236}">
                <a16:creationId xmlns:a16="http://schemas.microsoft.com/office/drawing/2014/main" id="{AAFA8793-0B70-CC4D-2BF8-E0FA575BD9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47408" y="1977484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31" name="テキスト プレースホルダー 21">
            <a:extLst>
              <a:ext uri="{FF2B5EF4-FFF2-40B4-BE49-F238E27FC236}">
                <a16:creationId xmlns:a16="http://schemas.microsoft.com/office/drawing/2014/main" id="{4D9DE6D2-A10D-D09D-7D6D-5BA3F4684E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76599" y="2136779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6" name="テキスト プレースホルダー 21">
            <a:extLst>
              <a:ext uri="{FF2B5EF4-FFF2-40B4-BE49-F238E27FC236}">
                <a16:creationId xmlns:a16="http://schemas.microsoft.com/office/drawing/2014/main" id="{061ED67D-67B2-2032-22FF-4AA22131C64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47408" y="2794841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8" name="テキスト プレースホルダー 21">
            <a:extLst>
              <a:ext uri="{FF2B5EF4-FFF2-40B4-BE49-F238E27FC236}">
                <a16:creationId xmlns:a16="http://schemas.microsoft.com/office/drawing/2014/main" id="{B877FF6E-08B8-C935-688F-6AD13B5222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76599" y="2951505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6068862F-1320-0D83-B4D9-3D2F611C001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747408" y="3612197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1" name="テキスト プレースホルダー 21">
            <a:extLst>
              <a:ext uri="{FF2B5EF4-FFF2-40B4-BE49-F238E27FC236}">
                <a16:creationId xmlns:a16="http://schemas.microsoft.com/office/drawing/2014/main" id="{1D4FA635-25E3-76A3-6D35-75CFD94BFCB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76599" y="3768862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3" name="テキスト プレースホルダー 21">
            <a:extLst>
              <a:ext uri="{FF2B5EF4-FFF2-40B4-BE49-F238E27FC236}">
                <a16:creationId xmlns:a16="http://schemas.microsoft.com/office/drawing/2014/main" id="{F4B6EFAB-CE9B-A484-47D0-3B1B5E1950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47408" y="4532610"/>
            <a:ext cx="1942789" cy="714300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4" name="テキスト プレースホルダー 21">
            <a:extLst>
              <a:ext uri="{FF2B5EF4-FFF2-40B4-BE49-F238E27FC236}">
                <a16:creationId xmlns:a16="http://schemas.microsoft.com/office/drawing/2014/main" id="{9E980958-5061-A879-C8D0-360D122CB0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76599" y="4692293"/>
            <a:ext cx="6542851" cy="400971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5" name="縦書きテキスト プレースホルダー 23">
            <a:extLst>
              <a:ext uri="{FF2B5EF4-FFF2-40B4-BE49-F238E27FC236}">
                <a16:creationId xmlns:a16="http://schemas.microsoft.com/office/drawing/2014/main" id="{CF989FFC-427E-EBAC-8501-2236F4632B1C}"/>
              </a:ext>
            </a:extLst>
          </p:cNvPr>
          <p:cNvSpPr>
            <a:spLocks noGrp="1"/>
          </p:cNvSpPr>
          <p:nvPr>
            <p:ph type="body" orient="vert" sz="quarter" idx="24"/>
          </p:nvPr>
        </p:nvSpPr>
        <p:spPr>
          <a:xfrm>
            <a:off x="371815" y="5411065"/>
            <a:ext cx="1267387" cy="1119484"/>
          </a:xfrm>
          <a:prstGeom prst="rect">
            <a:avLst/>
          </a:prstGeom>
        </p:spPr>
        <p:txBody>
          <a:bodyPr vert="eaVert"/>
          <a:lstStyle>
            <a:lvl1pPr>
              <a:defRPr sz="1079"/>
            </a:lvl1pPr>
            <a:lvl2pPr>
              <a:defRPr sz="1079"/>
            </a:lvl2pPr>
            <a:lvl3pPr>
              <a:defRPr sz="1079"/>
            </a:lvl3pPr>
            <a:lvl4pPr>
              <a:defRPr sz="1079"/>
            </a:lvl4pPr>
            <a:lvl5pPr>
              <a:defRPr sz="1079"/>
            </a:lvl5pPr>
          </a:lstStyle>
          <a:p>
            <a:pPr lvl="0"/>
            <a:endParaRPr kumimoji="1" lang="ja-JP" altLang="en-US"/>
          </a:p>
        </p:txBody>
      </p:sp>
      <p:sp>
        <p:nvSpPr>
          <p:cNvPr id="18" name="テキスト プレースホルダー 21">
            <a:extLst>
              <a:ext uri="{FF2B5EF4-FFF2-40B4-BE49-F238E27FC236}">
                <a16:creationId xmlns:a16="http://schemas.microsoft.com/office/drawing/2014/main" id="{DA0A0296-B356-E44A-D6E3-ED8E552EF5A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47408" y="5410453"/>
            <a:ext cx="1942789" cy="1119484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ja-JP" altLang="en-US"/>
              <a:t>見出し</a:t>
            </a:r>
          </a:p>
        </p:txBody>
      </p:sp>
      <p:sp>
        <p:nvSpPr>
          <p:cNvPr id="19" name="テキスト プレースホルダー 21">
            <a:extLst>
              <a:ext uri="{FF2B5EF4-FFF2-40B4-BE49-F238E27FC236}">
                <a16:creationId xmlns:a16="http://schemas.microsoft.com/office/drawing/2014/main" id="{D6DC1102-E82E-DFEA-4F16-5D88297094B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76599" y="5607614"/>
            <a:ext cx="6542851" cy="802695"/>
          </a:xfrm>
          <a:prstGeom prst="rect">
            <a:avLst/>
          </a:prstGeom>
        </p:spPr>
        <p:txBody>
          <a:bodyPr anchor="ctr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タイトル 2">
            <a:extLst>
              <a:ext uri="{FF2B5EF4-FFF2-40B4-BE49-F238E27FC236}">
                <a16:creationId xmlns:a16="http://schemas.microsoft.com/office/drawing/2014/main" id="{DD7E346F-9746-8261-9565-81C80A88A2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6" name="テキスト プレースホルダー 9">
            <a:extLst>
              <a:ext uri="{FF2B5EF4-FFF2-40B4-BE49-F238E27FC236}">
                <a16:creationId xmlns:a16="http://schemas.microsoft.com/office/drawing/2014/main" id="{C579C8C1-CCFA-BC2E-5132-95229A4EFD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9826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コネクタ: カギ線 25">
            <a:extLst>
              <a:ext uri="{FF2B5EF4-FFF2-40B4-BE49-F238E27FC236}">
                <a16:creationId xmlns:a16="http://schemas.microsoft.com/office/drawing/2014/main" id="{2886300F-13FA-3927-A5C6-F62DB5AC206A}"/>
              </a:ext>
            </a:extLst>
          </p:cNvPr>
          <p:cNvCxnSpPr>
            <a:cxnSpLocks/>
          </p:cNvCxnSpPr>
          <p:nvPr userDrawn="1"/>
        </p:nvCxnSpPr>
        <p:spPr>
          <a:xfrm rot="16200000" flipH="1">
            <a:off x="3750894" y="4158029"/>
            <a:ext cx="508976" cy="2681046"/>
          </a:xfrm>
          <a:prstGeom prst="bentConnector3">
            <a:avLst>
              <a:gd name="adj1" fmla="val 61456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コネクタ: カギ線 26">
            <a:extLst>
              <a:ext uri="{FF2B5EF4-FFF2-40B4-BE49-F238E27FC236}">
                <a16:creationId xmlns:a16="http://schemas.microsoft.com/office/drawing/2014/main" id="{EB680ACE-1822-C30F-278E-F49B9B2A6C58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431942" y="4158027"/>
            <a:ext cx="508976" cy="2681050"/>
          </a:xfrm>
          <a:prstGeom prst="bentConnector3">
            <a:avLst>
              <a:gd name="adj1" fmla="val 6145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C0E06A9-F6F1-84D3-2787-9B593196AB32}"/>
              </a:ext>
            </a:extLst>
          </p:cNvPr>
          <p:cNvSpPr/>
          <p:nvPr userDrawn="1"/>
        </p:nvSpPr>
        <p:spPr bwMode="auto">
          <a:xfrm>
            <a:off x="372373" y="1889148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94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5F25F2E-320B-3418-4AFA-4982F37B36C6}"/>
              </a:ext>
            </a:extLst>
          </p:cNvPr>
          <p:cNvSpPr/>
          <p:nvPr userDrawn="1"/>
        </p:nvSpPr>
        <p:spPr bwMode="auto">
          <a:xfrm>
            <a:off x="587106" y="4008430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2E7D10D-ABEF-1E63-8E1A-F46A814C1874}"/>
              </a:ext>
            </a:extLst>
          </p:cNvPr>
          <p:cNvSpPr/>
          <p:nvPr userDrawn="1"/>
        </p:nvSpPr>
        <p:spPr bwMode="auto">
          <a:xfrm>
            <a:off x="587106" y="2331249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F1DFB79-B6AD-FBFF-4CC7-AD3208B107EA}"/>
              </a:ext>
            </a:extLst>
          </p:cNvPr>
          <p:cNvSpPr/>
          <p:nvPr userDrawn="1"/>
        </p:nvSpPr>
        <p:spPr bwMode="auto">
          <a:xfrm>
            <a:off x="587107" y="2331249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3BAFEDF1-90B6-1B35-4470-FD909BE60B48}"/>
              </a:ext>
            </a:extLst>
          </p:cNvPr>
          <p:cNvSpPr/>
          <p:nvPr userDrawn="1"/>
        </p:nvSpPr>
        <p:spPr bwMode="auto">
          <a:xfrm>
            <a:off x="587107" y="4008430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6BC939C6-C97C-069F-2541-151E5F84005C}"/>
              </a:ext>
            </a:extLst>
          </p:cNvPr>
          <p:cNvSpPr/>
          <p:nvPr userDrawn="1"/>
        </p:nvSpPr>
        <p:spPr bwMode="auto">
          <a:xfrm>
            <a:off x="372372" y="5803024"/>
            <a:ext cx="9947077" cy="1103571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lIns="0" tIns="77713" rIns="0" rtlCol="0" anchor="t"/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511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BD84473-82E0-7497-33F6-24896601C03B}"/>
              </a:ext>
            </a:extLst>
          </p:cNvPr>
          <p:cNvSpPr/>
          <p:nvPr userDrawn="1"/>
        </p:nvSpPr>
        <p:spPr bwMode="auto">
          <a:xfrm>
            <a:off x="604981" y="6081794"/>
            <a:ext cx="9405675" cy="764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eaLnBrk="1" hangingPunct="1"/>
            <a:endParaRPr lang="en-US" altLang="ja-JP" sz="1727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D3EE612-D0E1-D729-15FB-820BA0E6D685}"/>
              </a:ext>
            </a:extLst>
          </p:cNvPr>
          <p:cNvSpPr txBox="1"/>
          <p:nvPr userDrawn="1"/>
        </p:nvSpPr>
        <p:spPr>
          <a:xfrm>
            <a:off x="587106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C9069BF6-44D0-0E17-E75C-7F4A190CD9AB}"/>
              </a:ext>
            </a:extLst>
          </p:cNvPr>
          <p:cNvCxnSpPr>
            <a:cxnSpLocks/>
          </p:cNvCxnSpPr>
          <p:nvPr userDrawn="1"/>
        </p:nvCxnSpPr>
        <p:spPr>
          <a:xfrm>
            <a:off x="587106" y="2230251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6D73AAA1-1AD8-CA74-7D75-5D4C126D7120}"/>
              </a:ext>
            </a:extLst>
          </p:cNvPr>
          <p:cNvSpPr txBox="1"/>
          <p:nvPr userDrawn="1"/>
        </p:nvSpPr>
        <p:spPr>
          <a:xfrm>
            <a:off x="3974987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en-US" altLang="ja-JP" sz="1079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08157C0D-E8FE-7DEE-0014-7C79935422F6}"/>
              </a:ext>
            </a:extLst>
          </p:cNvPr>
          <p:cNvSpPr txBox="1"/>
          <p:nvPr userDrawn="1"/>
        </p:nvSpPr>
        <p:spPr>
          <a:xfrm>
            <a:off x="7362864" y="6249126"/>
            <a:ext cx="2741853" cy="527977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ctr">
              <a:lnSpc>
                <a:spcPct val="110000"/>
              </a:lnSpc>
              <a:spcAft>
                <a:spcPts val="216"/>
              </a:spcAft>
            </a:pPr>
            <a:endParaRPr lang="ja-JP" altLang="en-US" sz="1100" b="1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9" name="テキスト プレースホルダー 28">
            <a:extLst>
              <a:ext uri="{FF2B5EF4-FFF2-40B4-BE49-F238E27FC236}">
                <a16:creationId xmlns:a16="http://schemas.microsoft.com/office/drawing/2014/main" id="{0CB8B34C-3ABB-B93F-EF4C-AE1B4D5AEF9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713" y="1914308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0" name="テキスト プレースホルダー 28">
            <a:extLst>
              <a:ext uri="{FF2B5EF4-FFF2-40B4-BE49-F238E27FC236}">
                <a16:creationId xmlns:a16="http://schemas.microsoft.com/office/drawing/2014/main" id="{206F2ED0-D68E-9CD2-01E0-1F48C80320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4976" y="296917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40A9C3A6-3DAE-4F0C-4EE1-0A6BB267B4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00" y="4527308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46E94FB5-0034-FDA0-93C6-CEEC1B48EA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55992" y="2355342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C4C82B23-91A3-C6A4-CA4B-F3F3E01D3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949632" y="4022005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E9A09D9-72C4-4BA4-1763-CED4C666008C}"/>
              </a:ext>
            </a:extLst>
          </p:cNvPr>
          <p:cNvSpPr/>
          <p:nvPr userDrawn="1"/>
        </p:nvSpPr>
        <p:spPr bwMode="auto">
          <a:xfrm>
            <a:off x="5640245" y="1894510"/>
            <a:ext cx="4584981" cy="35715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77713" rtlCol="0" anchor="t"/>
          <a:lstStyle/>
          <a:p>
            <a:pPr algn="ctr" eaLnBrk="1" hangingPunct="1"/>
            <a:endParaRPr kumimoji="1" lang="ja-JP" altLang="en-US" sz="1200" b="1">
              <a:solidFill>
                <a:schemeClr val="accent5"/>
              </a:solidFill>
              <a:latin typeface="+mn-ea"/>
              <a:ea typeface="+mn-ea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A350D32-5879-A78A-8607-ED0DB2D91D56}"/>
              </a:ext>
            </a:extLst>
          </p:cNvPr>
          <p:cNvSpPr/>
          <p:nvPr userDrawn="1"/>
        </p:nvSpPr>
        <p:spPr bwMode="auto">
          <a:xfrm>
            <a:off x="5854978" y="4013794"/>
            <a:ext cx="4155515" cy="13492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A1EA072-9AAC-D712-F489-0B775AA3E4E0}"/>
              </a:ext>
            </a:extLst>
          </p:cNvPr>
          <p:cNvSpPr/>
          <p:nvPr userDrawn="1"/>
        </p:nvSpPr>
        <p:spPr bwMode="auto">
          <a:xfrm>
            <a:off x="5854978" y="2336612"/>
            <a:ext cx="4155515" cy="158733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2578AD7-2987-9629-1644-09E4C4B8D14E}"/>
              </a:ext>
            </a:extLst>
          </p:cNvPr>
          <p:cNvSpPr/>
          <p:nvPr userDrawn="1"/>
        </p:nvSpPr>
        <p:spPr bwMode="auto">
          <a:xfrm>
            <a:off x="5854977" y="2336612"/>
            <a:ext cx="1165673" cy="15873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927EE20E-3EF2-9DDC-DBA9-C06E94C248FB}"/>
              </a:ext>
            </a:extLst>
          </p:cNvPr>
          <p:cNvSpPr/>
          <p:nvPr userDrawn="1"/>
        </p:nvSpPr>
        <p:spPr bwMode="auto">
          <a:xfrm>
            <a:off x="5854977" y="4013794"/>
            <a:ext cx="1165673" cy="1349233"/>
          </a:xfrm>
          <a:prstGeom prst="rect">
            <a:avLst/>
          </a:prstGeom>
          <a:solidFill>
            <a:schemeClr val="accent2">
              <a:lumMod val="5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tIns="0" bIns="0" rtlCol="0" anchor="ctr">
            <a:noAutofit/>
          </a:bodyPr>
          <a:lstStyle/>
          <a:p>
            <a:pPr algn="ctr" eaLnBrk="1" hangingPunct="1">
              <a:lnSpc>
                <a:spcPct val="110000"/>
              </a:lnSpc>
            </a:pPr>
            <a:endParaRPr kumimoji="1" lang="ja-JP" altLang="en-US" sz="1294" b="1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123980A4-3B2D-0173-8320-BF1C3180249E}"/>
              </a:ext>
            </a:extLst>
          </p:cNvPr>
          <p:cNvCxnSpPr>
            <a:cxnSpLocks/>
          </p:cNvCxnSpPr>
          <p:nvPr userDrawn="1"/>
        </p:nvCxnSpPr>
        <p:spPr>
          <a:xfrm>
            <a:off x="5854977" y="2235612"/>
            <a:ext cx="4155517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80FC823A-0C01-4685-E171-55F5BBBEC25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55585" y="1919672"/>
            <a:ext cx="4155071" cy="311487"/>
          </a:xfrm>
          <a:prstGeom prst="rect">
            <a:avLst/>
          </a:prstGeom>
        </p:spPr>
        <p:txBody>
          <a:bodyPr/>
          <a:lstStyle>
            <a:lvl1pPr algn="ctr">
              <a:defRPr sz="12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E35A79C7-DD19-1A17-9C3B-E9B56CA6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2850" y="2974536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EBC00822-F56E-EB02-4AAB-CFE4367D407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4975" y="4532667"/>
            <a:ext cx="1147798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AB99DEDA-5575-7946-D6C2-BE5BAE9E089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23865" y="2360704"/>
            <a:ext cx="2786626" cy="1541976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8486D03E-585C-3C6F-6B74-9DE1FC4E09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17505" y="4027367"/>
            <a:ext cx="2786626" cy="1335663"/>
          </a:xfrm>
          <a:prstGeom prst="rect">
            <a:avLst/>
          </a:prstGeom>
        </p:spPr>
        <p:txBody>
          <a:bodyPr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B295A3AF-8CAC-0272-5722-9F6C2E11757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2372" y="5814608"/>
            <a:ext cx="9947077" cy="311487"/>
          </a:xfrm>
          <a:prstGeom prst="rect">
            <a:avLst/>
          </a:prstGeom>
        </p:spPr>
        <p:txBody>
          <a:bodyPr/>
          <a:lstStyle>
            <a:lvl1pPr algn="ctr">
              <a:defRPr sz="1200">
                <a:solidFill>
                  <a:schemeClr val="bg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FEC24E91-37EE-1AC9-9F0C-2AF692945D5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4981" y="6259728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E66295AE-6189-76D4-DE67-F1F49E5F9EA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92860" y="6250394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100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0D681CB2-EC06-8B6A-90DA-E7FC145FD0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354127" y="6250395"/>
            <a:ext cx="2741853" cy="508037"/>
          </a:xfrm>
          <a:prstGeom prst="rect">
            <a:avLst/>
          </a:prstGeom>
        </p:spPr>
        <p:txBody>
          <a:bodyPr anchor="ctr"/>
          <a:lstStyle>
            <a:lvl1pPr algn="ctr">
              <a:defRPr sz="1079" b="1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" name="タイトル 2">
            <a:extLst>
              <a:ext uri="{FF2B5EF4-FFF2-40B4-BE49-F238E27FC236}">
                <a16:creationId xmlns:a16="http://schemas.microsoft.com/office/drawing/2014/main" id="{B1BE59EF-0FBD-70A8-19B0-4A623AF0A8C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28783C83-5035-0854-5DE2-DDC1E01667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21415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92096" y="7279854"/>
            <a:ext cx="990273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552A3197-BE69-1CA4-F912-949B3C74F8E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8681" y="1529265"/>
            <a:ext cx="1537470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CF1C4851-EFA4-806B-B525-C4FAB92E557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48836" y="1529265"/>
            <a:ext cx="8071169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A289ADBB-1D34-A76D-96AF-27F102D648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8681" y="2272700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53E058C2-9B89-95FE-44F8-152AA6B72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8681" y="3444161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C409F6FE-E480-198D-ED1C-60E55BDAF0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8681" y="4633584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9" name="テキスト プレースホルダー 28">
            <a:extLst>
              <a:ext uri="{FF2B5EF4-FFF2-40B4-BE49-F238E27FC236}">
                <a16:creationId xmlns:a16="http://schemas.microsoft.com/office/drawing/2014/main" id="{E64721A3-1DC6-C8E3-8D4D-FC83CCF6FCC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8681" y="5840976"/>
            <a:ext cx="1537470" cy="992082"/>
          </a:xfrm>
          <a:prstGeom prst="rect">
            <a:avLst/>
          </a:prstGeom>
        </p:spPr>
        <p:txBody>
          <a:bodyPr anchor="ctr"/>
          <a:lstStyle>
            <a:lvl1pPr algn="l">
              <a:defRPr sz="120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0" name="テキスト プレースホルダー 28">
            <a:extLst>
              <a:ext uri="{FF2B5EF4-FFF2-40B4-BE49-F238E27FC236}">
                <a16:creationId xmlns:a16="http://schemas.microsoft.com/office/drawing/2014/main" id="{03A5CEE0-EBF1-182E-84E2-EC60DC05BE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48836" y="227043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1" name="テキスト プレースホルダー 28">
            <a:extLst>
              <a:ext uri="{FF2B5EF4-FFF2-40B4-BE49-F238E27FC236}">
                <a16:creationId xmlns:a16="http://schemas.microsoft.com/office/drawing/2014/main" id="{2F5B87CB-B733-2AB2-8BA8-17A341BE4F0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48836" y="3444155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2" name="テキスト プレースホルダー 28">
            <a:extLst>
              <a:ext uri="{FF2B5EF4-FFF2-40B4-BE49-F238E27FC236}">
                <a16:creationId xmlns:a16="http://schemas.microsoft.com/office/drawing/2014/main" id="{8603FB9F-C07A-E123-7B29-CBB8800E0D8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248836" y="4641429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53" name="テキスト プレースホルダー 28">
            <a:extLst>
              <a:ext uri="{FF2B5EF4-FFF2-40B4-BE49-F238E27FC236}">
                <a16:creationId xmlns:a16="http://schemas.microsoft.com/office/drawing/2014/main" id="{F65B94B9-91F3-84F6-D3B8-1B58830A5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48836" y="5840970"/>
            <a:ext cx="8071169" cy="99434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FFDE2D23-1302-91FA-6BD9-23BBC85672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AA1655EA-9514-9A87-A39B-90C74A8ED3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7348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5" name="テキスト プレースホルダー 28">
            <a:extLst>
              <a:ext uri="{FF2B5EF4-FFF2-40B4-BE49-F238E27FC236}">
                <a16:creationId xmlns:a16="http://schemas.microsoft.com/office/drawing/2014/main" id="{305A2B8A-2F16-0C9C-AE4F-2A47B0D563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2374" y="1901168"/>
            <a:ext cx="9947077" cy="1244037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7" name="コンテンツ プレースホルダー 6">
            <a:extLst>
              <a:ext uri="{FF2B5EF4-FFF2-40B4-BE49-F238E27FC236}">
                <a16:creationId xmlns:a16="http://schemas.microsoft.com/office/drawing/2014/main" id="{AB182C06-9F36-205C-F693-BF1CCD8CEE07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371815" y="3663215"/>
            <a:ext cx="9948185" cy="3247860"/>
          </a:xfrm>
          <a:prstGeom prst="rect">
            <a:avLst/>
          </a:prstGeom>
        </p:spPr>
        <p:txBody>
          <a:bodyPr/>
          <a:lstStyle/>
          <a:p>
            <a:pPr lvl="0"/>
            <a:endParaRPr kumimoji="1" lang="ja-JP" altLang="en-US"/>
          </a:p>
        </p:txBody>
      </p:sp>
      <p:sp>
        <p:nvSpPr>
          <p:cNvPr id="6" name="タイトル 2">
            <a:extLst>
              <a:ext uri="{FF2B5EF4-FFF2-40B4-BE49-F238E27FC236}">
                <a16:creationId xmlns:a16="http://schemas.microsoft.com/office/drawing/2014/main" id="{9A6BF54F-CA68-64D7-D0D0-DF3ACF453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8" name="テキスト プレースホルダー 9">
            <a:extLst>
              <a:ext uri="{FF2B5EF4-FFF2-40B4-BE49-F238E27FC236}">
                <a16:creationId xmlns:a16="http://schemas.microsoft.com/office/drawing/2014/main" id="{F8FA63A2-76D7-724B-8A16-0671B49FB1E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698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12" name="テキスト プレースホルダー 28">
            <a:extLst>
              <a:ext uri="{FF2B5EF4-FFF2-40B4-BE49-F238E27FC236}">
                <a16:creationId xmlns:a16="http://schemas.microsoft.com/office/drawing/2014/main" id="{6A2B1E77-C011-7F60-5851-C658DB6F77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1818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4" name="テキスト プレースホルダー 28">
            <a:extLst>
              <a:ext uri="{FF2B5EF4-FFF2-40B4-BE49-F238E27FC236}">
                <a16:creationId xmlns:a16="http://schemas.microsoft.com/office/drawing/2014/main" id="{5B552327-C620-9DA9-9DBE-99F5B8DD399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656757" y="1904126"/>
            <a:ext cx="4662693" cy="352552"/>
          </a:xfrm>
          <a:prstGeom prst="rect">
            <a:avLst/>
          </a:prstGeom>
        </p:spPr>
        <p:txBody>
          <a:bodyPr anchor="b"/>
          <a:lstStyle>
            <a:lvl1pPr algn="l">
              <a:defRPr sz="12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5" name="テキスト プレースホルダー 28">
            <a:extLst>
              <a:ext uri="{FF2B5EF4-FFF2-40B4-BE49-F238E27FC236}">
                <a16:creationId xmlns:a16="http://schemas.microsoft.com/office/drawing/2014/main" id="{0577A597-55FA-A6C6-9E48-A8B2186ED29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1818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6" name="テキスト プレースホルダー 28">
            <a:extLst>
              <a:ext uri="{FF2B5EF4-FFF2-40B4-BE49-F238E27FC236}">
                <a16:creationId xmlns:a16="http://schemas.microsoft.com/office/drawing/2014/main" id="{4837578F-03BE-7F57-99E0-7156764C53C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56757" y="2340234"/>
            <a:ext cx="4662693" cy="1333278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7" name="テキスト プレースホルダー 28">
            <a:extLst>
              <a:ext uri="{FF2B5EF4-FFF2-40B4-BE49-F238E27FC236}">
                <a16:creationId xmlns:a16="http://schemas.microsoft.com/office/drawing/2014/main" id="{81356276-1ABF-4C4B-277E-7BE48AD779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1818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18" name="テキスト プレースホルダー 28">
            <a:extLst>
              <a:ext uri="{FF2B5EF4-FFF2-40B4-BE49-F238E27FC236}">
                <a16:creationId xmlns:a16="http://schemas.microsoft.com/office/drawing/2014/main" id="{CC16E610-62D8-0505-FEB5-65730D9C49A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56757" y="3779840"/>
            <a:ext cx="4662693" cy="2923724"/>
          </a:xfrm>
          <a:prstGeom prst="rect">
            <a:avLst/>
          </a:prstGeom>
        </p:spPr>
        <p:txBody>
          <a:bodyPr anchor="t"/>
          <a:lstStyle>
            <a:lvl1pPr algn="l">
              <a:defRPr sz="1100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37579EE9-DFA3-706C-681B-AC7DD01EA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5" name="テキスト プレースホルダー 9">
            <a:extLst>
              <a:ext uri="{FF2B5EF4-FFF2-40B4-BE49-F238E27FC236}">
                <a16:creationId xmlns:a16="http://schemas.microsoft.com/office/drawing/2014/main" id="{C25E5956-739F-88F8-8DAB-9ED7C47A32C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95787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93D3C67-79C3-3E72-9143-BD884D6CC226}"/>
              </a:ext>
            </a:extLst>
          </p:cNvPr>
          <p:cNvCxnSpPr>
            <a:cxnSpLocks/>
          </p:cNvCxnSpPr>
          <p:nvPr userDrawn="1"/>
        </p:nvCxnSpPr>
        <p:spPr>
          <a:xfrm>
            <a:off x="380528" y="3223014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65D1D32-4069-37F9-E126-EB252E700AEB}"/>
              </a:ext>
            </a:extLst>
          </p:cNvPr>
          <p:cNvCxnSpPr>
            <a:cxnSpLocks/>
          </p:cNvCxnSpPr>
          <p:nvPr userDrawn="1"/>
        </p:nvCxnSpPr>
        <p:spPr>
          <a:xfrm>
            <a:off x="380528" y="4164686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109F437-DF53-337F-1DA0-3C26F168EA77}"/>
              </a:ext>
            </a:extLst>
          </p:cNvPr>
          <p:cNvCxnSpPr>
            <a:cxnSpLocks/>
          </p:cNvCxnSpPr>
          <p:nvPr userDrawn="1"/>
        </p:nvCxnSpPr>
        <p:spPr>
          <a:xfrm>
            <a:off x="380528" y="5106359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00B6A3DE-4830-8C43-F0CE-B38F9FDC33B4}"/>
              </a:ext>
            </a:extLst>
          </p:cNvPr>
          <p:cNvCxnSpPr>
            <a:cxnSpLocks/>
          </p:cNvCxnSpPr>
          <p:nvPr userDrawn="1"/>
        </p:nvCxnSpPr>
        <p:spPr>
          <a:xfrm>
            <a:off x="380528" y="6048031"/>
            <a:ext cx="9932513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テキスト プレースホルダー 28">
            <a:extLst>
              <a:ext uri="{FF2B5EF4-FFF2-40B4-BE49-F238E27FC236}">
                <a16:creationId xmlns:a16="http://schemas.microsoft.com/office/drawing/2014/main" id="{7C6AF71F-5B73-B303-49B1-4859BB7977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79975" y="1904127"/>
            <a:ext cx="1745949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2" name="テキスト プレースホルダー 28">
            <a:extLst>
              <a:ext uri="{FF2B5EF4-FFF2-40B4-BE49-F238E27FC236}">
                <a16:creationId xmlns:a16="http://schemas.microsoft.com/office/drawing/2014/main" id="{0671FEFA-A791-F02D-7F31-BDA453D1009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659850" y="1904127"/>
            <a:ext cx="1901144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3" name="テキスト プレースホルダー 28">
            <a:extLst>
              <a:ext uri="{FF2B5EF4-FFF2-40B4-BE49-F238E27FC236}">
                <a16:creationId xmlns:a16="http://schemas.microsoft.com/office/drawing/2014/main" id="{3E33A723-37CC-1D3B-D8D4-2DD5BF6E206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136458" y="1904127"/>
            <a:ext cx="5183547" cy="344708"/>
          </a:xfrm>
          <a:prstGeom prst="rect">
            <a:avLst/>
          </a:prstGeom>
        </p:spPr>
        <p:txBody>
          <a:bodyPr anchor="b"/>
          <a:lstStyle>
            <a:lvl1pPr algn="l">
              <a:defRPr sz="1294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5" name="テキスト プレースホルダー 28">
            <a:extLst>
              <a:ext uri="{FF2B5EF4-FFF2-40B4-BE49-F238E27FC236}">
                <a16:creationId xmlns:a16="http://schemas.microsoft.com/office/drawing/2014/main" id="{2C00214A-3130-9DEB-48ED-61FBD7780D0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975" y="328787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6" name="テキスト プレースホルダー 28">
            <a:extLst>
              <a:ext uri="{FF2B5EF4-FFF2-40B4-BE49-F238E27FC236}">
                <a16:creationId xmlns:a16="http://schemas.microsoft.com/office/drawing/2014/main" id="{DE06DB77-ECD3-F934-1A05-474771C0652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975" y="4220212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7" name="テキスト プレースホルダー 28">
            <a:extLst>
              <a:ext uri="{FF2B5EF4-FFF2-40B4-BE49-F238E27FC236}">
                <a16:creationId xmlns:a16="http://schemas.microsoft.com/office/drawing/2014/main" id="{0B80CE35-2458-E822-D49B-C4110CD95A4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975" y="5161884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8" name="テキスト プレースホルダー 28">
            <a:extLst>
              <a:ext uri="{FF2B5EF4-FFF2-40B4-BE49-F238E27FC236}">
                <a16:creationId xmlns:a16="http://schemas.microsoft.com/office/drawing/2014/main" id="{B5F59DFC-E4E3-A953-B987-5DA40F1491A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975" y="6103558"/>
            <a:ext cx="1745949" cy="812151"/>
          </a:xfrm>
          <a:prstGeom prst="rect">
            <a:avLst/>
          </a:prstGeom>
        </p:spPr>
        <p:txBody>
          <a:bodyPr anchor="ctr"/>
          <a:lstStyle>
            <a:lvl1pPr algn="l">
              <a:defRPr sz="1294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9" name="テキスト プレースホルダー 28">
            <a:extLst>
              <a:ext uri="{FF2B5EF4-FFF2-40B4-BE49-F238E27FC236}">
                <a16:creationId xmlns:a16="http://schemas.microsoft.com/office/drawing/2014/main" id="{15065ABA-F688-2592-070A-220D3D0CA9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659850" y="2364627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0" name="テキスト プレースホルダー 28">
            <a:extLst>
              <a:ext uri="{FF2B5EF4-FFF2-40B4-BE49-F238E27FC236}">
                <a16:creationId xmlns:a16="http://schemas.microsoft.com/office/drawing/2014/main" id="{FEB3FC44-48E4-0CCA-5090-C2EAD6762F9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659850" y="328787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1" name="テキスト プレースホルダー 28">
            <a:extLst>
              <a:ext uri="{FF2B5EF4-FFF2-40B4-BE49-F238E27FC236}">
                <a16:creationId xmlns:a16="http://schemas.microsoft.com/office/drawing/2014/main" id="{CD6E8544-2858-A264-1108-B09E2E76928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659850" y="4220212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2" name="テキスト プレースホルダー 28">
            <a:extLst>
              <a:ext uri="{FF2B5EF4-FFF2-40B4-BE49-F238E27FC236}">
                <a16:creationId xmlns:a16="http://schemas.microsoft.com/office/drawing/2014/main" id="{660D42E4-AADA-70A0-2D5F-9559A4A9CAA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659850" y="5161883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3" name="テキスト プレースホルダー 28">
            <a:extLst>
              <a:ext uri="{FF2B5EF4-FFF2-40B4-BE49-F238E27FC236}">
                <a16:creationId xmlns:a16="http://schemas.microsoft.com/office/drawing/2014/main" id="{28833CD2-8693-9B01-E4FA-AAE3C8F6021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659850" y="6103556"/>
            <a:ext cx="1901144" cy="812151"/>
          </a:xfrm>
          <a:prstGeom prst="rect">
            <a:avLst/>
          </a:prstGeom>
        </p:spPr>
        <p:txBody>
          <a:bodyPr anchor="ctr"/>
          <a:lstStyle>
            <a:lvl1pPr algn="l">
              <a:defRPr sz="1133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4" name="テキスト プレースホルダー 28">
            <a:extLst>
              <a:ext uri="{FF2B5EF4-FFF2-40B4-BE49-F238E27FC236}">
                <a16:creationId xmlns:a16="http://schemas.microsoft.com/office/drawing/2014/main" id="{45A332F0-3090-E3F9-E7F4-507090874FE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6458" y="2360112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5" name="テキスト プレースホルダー 28">
            <a:extLst>
              <a:ext uri="{FF2B5EF4-FFF2-40B4-BE49-F238E27FC236}">
                <a16:creationId xmlns:a16="http://schemas.microsoft.com/office/drawing/2014/main" id="{FC378049-8651-9C3D-3AEB-576072A90A5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136458" y="3278539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6" name="テキスト プレースホルダー 28">
            <a:extLst>
              <a:ext uri="{FF2B5EF4-FFF2-40B4-BE49-F238E27FC236}">
                <a16:creationId xmlns:a16="http://schemas.microsoft.com/office/drawing/2014/main" id="{C523A17B-179F-6042-9CA5-DF5721B65374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36458" y="4220210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7" name="テキスト プレースホルダー 28">
            <a:extLst>
              <a:ext uri="{FF2B5EF4-FFF2-40B4-BE49-F238E27FC236}">
                <a16:creationId xmlns:a16="http://schemas.microsoft.com/office/drawing/2014/main" id="{85B5A84D-E7BC-0752-FC42-7CCB191DC575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136457" y="5161883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48" name="テキスト プレースホルダー 28">
            <a:extLst>
              <a:ext uri="{FF2B5EF4-FFF2-40B4-BE49-F238E27FC236}">
                <a16:creationId xmlns:a16="http://schemas.microsoft.com/office/drawing/2014/main" id="{D775D1DE-D9D8-F231-3C49-D86EEFA325E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6457" y="6103556"/>
            <a:ext cx="5183547" cy="812151"/>
          </a:xfrm>
          <a:prstGeom prst="rect">
            <a:avLst/>
          </a:prstGeom>
        </p:spPr>
        <p:txBody>
          <a:bodyPr anchor="t"/>
          <a:lstStyle>
            <a:lvl1pPr algn="l">
              <a:defRPr sz="1133" b="0">
                <a:solidFill>
                  <a:schemeClr val="tx1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kumimoji="1" lang="ja-JP" altLang="en-US"/>
              <a:t>テキスト入力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56EA3773-AB37-E42E-6552-07707DFB50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4" name="テキスト プレースホルダー 9">
            <a:extLst>
              <a:ext uri="{FF2B5EF4-FFF2-40B4-BE49-F238E27FC236}">
                <a16:creationId xmlns:a16="http://schemas.microsoft.com/office/drawing/2014/main" id="{EB5CEF1F-008A-5FD6-2CCD-22BA9E387F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356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0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chemeClr val="tx1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sp>
        <p:nvSpPr>
          <p:cNvPr id="5" name="コンテンツ プレースホルダー 4">
            <a:extLst>
              <a:ext uri="{FF2B5EF4-FFF2-40B4-BE49-F238E27FC236}">
                <a16:creationId xmlns:a16="http://schemas.microsoft.com/office/drawing/2014/main" id="{7FA14615-8937-AB66-45BE-D0C9F1F9B8AE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371815" y="1989828"/>
            <a:ext cx="9948185" cy="4528642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プレースホルダー 25">
            <a:extLst>
              <a:ext uri="{FF2B5EF4-FFF2-40B4-BE49-F238E27FC236}">
                <a16:creationId xmlns:a16="http://schemas.microsoft.com/office/drawing/2014/main" id="{6BE7D545-9F9D-E139-6558-36F7BD36E00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2151" y="1562991"/>
            <a:ext cx="4974091" cy="327864"/>
          </a:xfrm>
          <a:prstGeom prst="rect">
            <a:avLst/>
          </a:prstGeom>
        </p:spPr>
        <p:txBody>
          <a:bodyPr anchor="ctr"/>
          <a:lstStyle>
            <a:lvl1pPr>
              <a:defRPr sz="1727"/>
            </a:lvl1pPr>
          </a:lstStyle>
          <a:p>
            <a:pPr lvl="0"/>
            <a:endParaRPr kumimoji="1" lang="ja-JP" altLang="en-US"/>
          </a:p>
        </p:txBody>
      </p:sp>
      <p:sp>
        <p:nvSpPr>
          <p:cNvPr id="4" name="タイトル 2">
            <a:extLst>
              <a:ext uri="{FF2B5EF4-FFF2-40B4-BE49-F238E27FC236}">
                <a16:creationId xmlns:a16="http://schemas.microsoft.com/office/drawing/2014/main" id="{430F647E-6A47-CDDA-DD73-CBE8CB0004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8686" y="375818"/>
            <a:ext cx="9947077" cy="373193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>
              <a:defRPr sz="2200" b="1">
                <a:latin typeface="+mj-ea"/>
                <a:ea typeface="+mj-ea"/>
              </a:defRPr>
            </a:lvl1pPr>
          </a:lstStyle>
          <a:p>
            <a:r>
              <a:rPr kumimoji="1" lang="ja-JP" altLang="en-US"/>
              <a:t>タイトルを入力（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22pt</a:t>
            </a:r>
            <a:r>
              <a:rPr kumimoji="1" lang="ja-JP" altLang="en-US"/>
              <a:t>）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8F81FD7-6997-4ED5-FE02-23F7877D4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8686" y="902802"/>
            <a:ext cx="9947077" cy="45538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sz="1400" b="0"/>
            </a:lvl1pPr>
          </a:lstStyle>
          <a:p>
            <a:pPr lvl="0"/>
            <a:r>
              <a:rPr kumimoji="1" lang="ja-JP" altLang="en-US"/>
              <a:t>キーメッセージを入力（</a:t>
            </a:r>
            <a:r>
              <a:rPr kumimoji="1" lang="en-US" altLang="ja-JP"/>
              <a:t>Yu</a:t>
            </a:r>
            <a:r>
              <a:rPr kumimoji="1" lang="ja-JP" altLang="en-US"/>
              <a:t> </a:t>
            </a:r>
            <a:r>
              <a:rPr kumimoji="1" lang="en-US" altLang="ja-JP"/>
              <a:t>Gothic</a:t>
            </a:r>
            <a:r>
              <a:rPr kumimoji="1" lang="ja-JP" altLang="en-US"/>
              <a:t> </a:t>
            </a:r>
            <a:r>
              <a:rPr kumimoji="1" lang="en-US" altLang="ja-JP"/>
              <a:t>UI</a:t>
            </a:r>
            <a:r>
              <a:rPr kumimoji="1" lang="ja-JP" altLang="en-US"/>
              <a:t> </a:t>
            </a:r>
            <a:r>
              <a:rPr kumimoji="1" lang="en-US" altLang="ja-JP"/>
              <a:t>14pt</a:t>
            </a:r>
            <a:r>
              <a:rPr kumimoji="1" lang="ja-JP" altLang="en-US"/>
              <a:t>）</a:t>
            </a:r>
            <a:br>
              <a:rPr kumimoji="1" lang="en-US" altLang="ja-JP"/>
            </a:br>
            <a:r>
              <a:rPr kumimoji="1" lang="en-US" altLang="ja-JP"/>
              <a:t>2</a:t>
            </a:r>
            <a:r>
              <a:rPr kumimoji="1" lang="ja-JP" altLang="en-US"/>
              <a:t>行以内で簡潔に記載、体言止めは</a:t>
            </a:r>
            <a:r>
              <a:rPr kumimoji="1" lang="en-US" altLang="ja-JP"/>
              <a:t>NG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0031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751729D-1CD8-D346-B8EA-0ED0FE534760}"/>
              </a:ext>
            </a:extLst>
          </p:cNvPr>
          <p:cNvSpPr/>
          <p:nvPr userDrawn="1"/>
        </p:nvSpPr>
        <p:spPr>
          <a:xfrm>
            <a:off x="9481227" y="7279854"/>
            <a:ext cx="1001137" cy="1547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r">
              <a:lnSpc>
                <a:spcPct val="110000"/>
              </a:lnSpc>
              <a:spcAft>
                <a:spcPts val="648"/>
              </a:spcAft>
            </a:pPr>
            <a:fld id="{E3F3C77D-8F0F-4AE3-837E-3E357091CCF2}" type="slidenum">
              <a:rPr kumimoji="1" lang="en-US" altLang="ja-JP" sz="971" smtClean="0">
                <a:solidFill>
                  <a:schemeClr val="tx1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pPr algn="r">
                <a:lnSpc>
                  <a:spcPct val="110000"/>
                </a:lnSpc>
                <a:spcAft>
                  <a:spcPts val="648"/>
                </a:spcAft>
              </a:pPr>
              <a:t>‹#›</a:t>
            </a:fld>
            <a:endParaRPr kumimoji="1" lang="ja-JP" altLang="en-US" sz="971">
              <a:solidFill>
                <a:schemeClr val="tx1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" name="テキスト プレースホルダー 21">
            <a:extLst>
              <a:ext uri="{FF2B5EF4-FFF2-40B4-BE49-F238E27FC236}">
                <a16:creationId xmlns:a16="http://schemas.microsoft.com/office/drawing/2014/main" id="{3154F7E2-03E4-EE50-0A49-8BF6FA554FB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35"/>
            <a:ext cx="9947077" cy="400971"/>
          </a:xfrm>
          <a:prstGeom prst="rect">
            <a:avLst/>
          </a:prstGeom>
        </p:spPr>
        <p:txBody>
          <a:bodyPr anchor="ctr"/>
          <a:lstStyle>
            <a:lvl1pPr algn="l">
              <a:defRPr sz="648" b="0">
                <a:solidFill>
                  <a:srgbClr val="83302D"/>
                </a:solidFill>
              </a:defRPr>
            </a:lvl1pPr>
            <a:lvl2pPr algn="ctr">
              <a:defRPr sz="1294">
                <a:solidFill>
                  <a:schemeClr val="bg1"/>
                </a:solidFill>
              </a:defRPr>
            </a:lvl2pPr>
            <a:lvl3pPr algn="ctr">
              <a:defRPr sz="1294">
                <a:solidFill>
                  <a:schemeClr val="bg1"/>
                </a:solidFill>
              </a:defRPr>
            </a:lvl3pPr>
            <a:lvl4pPr algn="ctr">
              <a:defRPr sz="1294">
                <a:solidFill>
                  <a:schemeClr val="bg1"/>
                </a:solidFill>
              </a:defRPr>
            </a:lvl4pPr>
            <a:lvl5pPr algn="ctr">
              <a:defRPr sz="1294">
                <a:solidFill>
                  <a:schemeClr val="bg1"/>
                </a:solidFill>
              </a:defRPr>
            </a:lvl5pPr>
          </a:lstStyle>
          <a:p>
            <a:pPr lvl="0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95BBAA24-0945-1790-3F89-C4AAA81EAE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32780" y="1712751"/>
            <a:ext cx="2108070" cy="137879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A927B60-48EC-C573-A0C9-7715B26A6B7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32780" y="6180883"/>
            <a:ext cx="2601410" cy="1378792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8E74A04-B0F8-C272-23BE-BEF81F69AE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86261" y="842843"/>
            <a:ext cx="3756089" cy="632915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068045F-8308-DF4E-06E9-DF0AC69C4A1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986260" y="471960"/>
            <a:ext cx="3756089" cy="110383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8874117-869C-982E-E0C3-617FA0BCD9F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032780" y="3203598"/>
            <a:ext cx="2371252" cy="155881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878A5A-6DD6-2B64-2E1C-0B8AB11A1B43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032780" y="4944668"/>
            <a:ext cx="3925475" cy="1053963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9D0FE6D3-9A04-3A18-C6EA-068B1E407517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986260" y="7741927"/>
            <a:ext cx="2991267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7812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97031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429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37">
            <a:extLst>
              <a:ext uri="{FF2B5EF4-FFF2-40B4-BE49-F238E27FC236}">
                <a16:creationId xmlns:a16="http://schemas.microsoft.com/office/drawing/2014/main" id="{33068C88-E650-9969-F738-FEABBDF1F671}"/>
              </a:ext>
            </a:extLst>
          </p:cNvPr>
          <p:cNvSpPr txBox="1">
            <a:spLocks noChangeArrowheads="1"/>
          </p:cNvSpPr>
          <p:nvPr userDrawn="1"/>
        </p:nvSpPr>
        <p:spPr bwMode="gray">
          <a:xfrm>
            <a:off x="371817" y="7354490"/>
            <a:ext cx="2467214" cy="152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 anchorCtr="0">
            <a:noAutofit/>
          </a:bodyPr>
          <a:lstStyle/>
          <a:p>
            <a:pPr algn="l" rtl="0" eaLnBrk="0" fontAlgn="base" hangingPunct="0">
              <a:spcBef>
                <a:spcPts val="0"/>
              </a:spcBef>
              <a:spcAft>
                <a:spcPct val="0"/>
              </a:spcAft>
            </a:pPr>
            <a:r>
              <a:rPr lang="en-US" altLang="ja-JP" sz="971" kern="12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Arial" charset="0"/>
              </a:rPr>
              <a:t>© 2025. For information, contact ROLEUP inc</a:t>
            </a:r>
          </a:p>
        </p:txBody>
      </p:sp>
      <p:sp>
        <p:nvSpPr>
          <p:cNvPr id="20" name="object 3">
            <a:extLst>
              <a:ext uri="{FF2B5EF4-FFF2-40B4-BE49-F238E27FC236}">
                <a16:creationId xmlns:a16="http://schemas.microsoft.com/office/drawing/2014/main" id="{E1D9ACD2-62D2-4C67-B566-CC88E8FA4C94}"/>
              </a:ext>
            </a:extLst>
          </p:cNvPr>
          <p:cNvSpPr txBox="1"/>
          <p:nvPr userDrawn="1"/>
        </p:nvSpPr>
        <p:spPr>
          <a:xfrm>
            <a:off x="4452230" y="7354490"/>
            <a:ext cx="1787365" cy="15266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defPPr>
              <a:defRPr kern="0"/>
            </a:defPPr>
            <a:lvl1pPr marL="12700">
              <a:lnSpc>
                <a:spcPct val="100000"/>
              </a:lnSpc>
              <a:spcBef>
                <a:spcPts val="100"/>
              </a:spcBef>
              <a:defRPr sz="800" b="0" i="1">
                <a:latin typeface="Calibri Light"/>
                <a:cs typeface="Calibri Light"/>
              </a:defRPr>
            </a:lvl1pPr>
          </a:lstStyle>
          <a:p>
            <a:pPr algn="ctr"/>
            <a:r>
              <a:rPr sz="971">
                <a:solidFill>
                  <a:schemeClr val="tx1"/>
                </a:solidFill>
                <a:latin typeface="+mn-ea"/>
                <a:ea typeface="+mn-ea"/>
              </a:rPr>
              <a:t>Strictly Private and Confidential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B35A37F-2564-B06C-D082-5A57A191F1EC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55013" y="195897"/>
            <a:ext cx="1697538" cy="49856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79" r:id="rId4"/>
    <p:sldLayoutId id="2147483680" r:id="rId5"/>
    <p:sldLayoutId id="2147483684" r:id="rId6"/>
    <p:sldLayoutId id="2147483681" r:id="rId7"/>
    <p:sldLayoutId id="2147483682" r:id="rId8"/>
    <p:sldLayoutId id="2147483683" r:id="rId9"/>
    <p:sldLayoutId id="2147483685" r:id="rId10"/>
    <p:sldLayoutId id="2147483693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4" r:id="rId19"/>
    <p:sldLayoutId id="2147483695" r:id="rId20"/>
  </p:sldLayoutIdLst>
  <p:hf hdr="0" ftr="0" dt="0"/>
  <p:txStyles>
    <p:titleStyle>
      <a:lvl1pPr>
        <a:defRPr sz="1727" b="0">
          <a:latin typeface="+mj-lt"/>
          <a:ea typeface="+mj-ea"/>
          <a:cs typeface="+mj-cs"/>
        </a:defRPr>
      </a:lvl1pPr>
    </p:titleStyle>
    <p:bodyStyle>
      <a:lvl1pPr marL="0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1pPr>
      <a:lvl2pPr marL="49343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2pPr>
      <a:lvl3pPr marL="986879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3pPr>
      <a:lvl4pPr marL="1480315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4pPr>
      <a:lvl5pPr marL="1973754" indent="0">
        <a:lnSpc>
          <a:spcPct val="110000"/>
        </a:lnSpc>
        <a:spcAft>
          <a:spcPts val="0"/>
        </a:spcAft>
        <a:buFont typeface="Arial" panose="020B0604020202020204" pitchFamily="34" charset="0"/>
        <a:buNone/>
        <a:defRPr sz="2159" b="1">
          <a:latin typeface="+mn-ea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93439">
        <a:defRPr>
          <a:latin typeface="+mn-lt"/>
          <a:ea typeface="+mn-ea"/>
          <a:cs typeface="+mn-cs"/>
        </a:defRPr>
      </a:lvl2pPr>
      <a:lvl3pPr marL="986879">
        <a:defRPr>
          <a:latin typeface="+mn-lt"/>
          <a:ea typeface="+mn-ea"/>
          <a:cs typeface="+mn-cs"/>
        </a:defRPr>
      </a:lvl3pPr>
      <a:lvl4pPr marL="1480315">
        <a:defRPr>
          <a:latin typeface="+mn-lt"/>
          <a:ea typeface="+mn-ea"/>
          <a:cs typeface="+mn-cs"/>
        </a:defRPr>
      </a:lvl4pPr>
      <a:lvl5pPr marL="1973754">
        <a:defRPr>
          <a:latin typeface="+mn-lt"/>
          <a:ea typeface="+mn-ea"/>
          <a:cs typeface="+mn-cs"/>
        </a:defRPr>
      </a:lvl5pPr>
      <a:lvl6pPr marL="2467194">
        <a:defRPr>
          <a:latin typeface="+mn-lt"/>
          <a:ea typeface="+mn-ea"/>
          <a:cs typeface="+mn-cs"/>
        </a:defRPr>
      </a:lvl6pPr>
      <a:lvl7pPr marL="2960631">
        <a:defRPr>
          <a:latin typeface="+mn-lt"/>
          <a:ea typeface="+mn-ea"/>
          <a:cs typeface="+mn-cs"/>
        </a:defRPr>
      </a:lvl7pPr>
      <a:lvl8pPr marL="3454069">
        <a:defRPr>
          <a:latin typeface="+mn-lt"/>
          <a:ea typeface="+mn-ea"/>
          <a:cs typeface="+mn-cs"/>
        </a:defRPr>
      </a:lvl8pPr>
      <a:lvl9pPr marL="3947509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368" userDrawn="1">
          <p15:clr>
            <a:srgbClr val="F26B43"/>
          </p15:clr>
        </p15:guide>
        <p15:guide id="3" pos="6501" userDrawn="1">
          <p15:clr>
            <a:srgbClr val="F26B43"/>
          </p15:clr>
        </p15:guide>
        <p15:guide id="4" pos="234" userDrawn="1">
          <p15:clr>
            <a:srgbClr val="F26B43"/>
          </p15:clr>
        </p15:guide>
        <p15:guide id="5" orient="horz" pos="231" userDrawn="1">
          <p15:clr>
            <a:srgbClr val="F26B43"/>
          </p15:clr>
        </p15:guide>
        <p15:guide id="6" orient="horz" pos="4356" userDrawn="1">
          <p15:clr>
            <a:srgbClr val="F26B43"/>
          </p15:clr>
        </p15:guide>
        <p15:guide id="7" orient="horz" pos="556" userDrawn="1">
          <p15:clr>
            <a:srgbClr val="F26B43"/>
          </p15:clr>
        </p15:guide>
        <p15:guide id="8" orient="horz" pos="1181" userDrawn="1">
          <p15:clr>
            <a:srgbClr val="F26B43"/>
          </p15:clr>
        </p15:guide>
        <p15:guide id="9" orient="horz" pos="4406" userDrawn="1">
          <p15:clr>
            <a:srgbClr val="F26B43"/>
          </p15:clr>
        </p15:guide>
      </p15:sldGuideLst>
    </p:ext>
  </p:extLst>
</p:sldMaster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ns2:creationId id="{2D3A9AF4-39CE-8647-BCF8-E20271877CA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ja-JP" spc="-54"/>
              <a:t/>
            </a:r>
            <a:r>
              <a:rPr lang="ja-JP" altLang="en-US" spc="-54"/>
              <a:t/>
            </a:r>
            <a:r>
              <a:rPr lang="en-US" altLang="ja-JP" spc="-54"/>
              <a:t/>
            </a:r>
            <a:r>
              <a:rPr lang="ja-JP" altLang="en-US" spc="-54"/>
              <a:t/>
            </a:r>
            <a:r>
              <a:rPr lang="en-US" altLang="ja-JP" spc="-54"/>
              <a:t/>
            </a:r>
            <a:r>
              <a:rPr lang="ja-JP" altLang="en-US" spc="-54"/>
              <a:t/>
            </a:r>
            <a:br>
              <a:rPr lang="ja-JP" altLang="en-US" sz="2200" spc="-54"/>
            </a:br>
            <a:endParaRPr kumimoji="1" lang="ja-JP" altLang="en-US" sz="2200"/>
          </a:p>
        </p:txBody>
      </p:sp>
      <p:sp>
        <p:nvSpPr>
          <p:cNvPr id="5" name="Text Placeholder 2">
            <a:extLst>
              <a:ext uri="{FF2B5EF4-FFF2-40B4-BE49-F238E27FC236}">
                <ns2:creationId id="{A24B7D6B-A12A-48E2-45AF-89F61456B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8686" y="902802"/>
            <a:ext cx="9947077" cy="218393"/>
          </a:xfrm>
          <a:prstGeom prst="rect">
            <a:avLst/>
          </a:prstGeom>
        </p:spPr>
        <p:txBody>
          <a:bodyPr/>
          <a:lstStyle/>
          <a:p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en-US" altLang="ja-JP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r>
              <a:rPr lang="ja-JP" altLang="en-US" b="1">
                <a:latin typeface="Yu Gothic UI" panose="020B0500000000000000" pitchFamily="50" charset="-128"/>
                <a:ea typeface="Yu Gothic UI" panose="020B0500000000000000" pitchFamily="50" charset="-128"/>
              </a:rPr>
              <a:t/>
            </a:r>
            <a:endParaRPr lang="en-US" altLang="ja-JP" sz="1400" b="1"/>
          </a:p>
        </p:txBody>
      </p:sp>
      <p:sp>
        <p:nvSpPr>
          <p:cNvPr id="72" name="object 8">
            <a:extLst>
              <a:ext uri="{FF2B5EF4-FFF2-40B4-BE49-F238E27FC236}">
                <ns2:creationId id="{B0A505AA-D5A3-ED23-62DD-B4EEEFCF7276}"/>
              </a:ext>
            </a:extLst>
          </p:cNvPr>
          <p:cNvSpPr/>
          <p:nvPr/>
        </p:nvSpPr>
        <p:spPr>
          <a:xfrm flipV="1">
            <a:off x="371474" y="1649191"/>
            <a:ext cx="9910172" cy="51197"/>
          </a:xfrm>
          <a:custGeom>
            <a:avLst/>
            <a:gdLst/>
            <a:ahLst/>
            <a:cxnLst/>
            <a:rect l="l" t="t" r="r" b="b"/>
            <a:pathLst>
              <a:path w="9072880">
                <a:moveTo>
                  <a:pt x="0" y="0"/>
                </a:moveTo>
                <a:lnTo>
                  <a:pt x="9072499" y="0"/>
                </a:lnTo>
              </a:path>
            </a:pathLst>
          </a:custGeom>
          <a:ln w="19050">
            <a:solidFill>
              <a:schemeClr val="accent2"/>
            </a:solidFill>
          </a:ln>
        </p:spPr>
        <p:txBody>
          <a:bodyPr wrap="square" lIns="0" tIns="0" rIns="0" bIns="0" rtlCol="0"/>
          <a:lstStyle/>
          <a:p>
            <a:endParaRPr>
              <a:solidFill>
                <a:schemeClr val="accent6"/>
              </a:solidFill>
              <a:highlight>
                <a:srgbClr val="F79646"/>
              </a:highlight>
            </a:endParaRPr>
          </a:p>
        </p:txBody>
      </p:sp>
      <p:sp>
        <p:nvSpPr>
          <p:cNvPr id="2" name="正方形/長方形 1">
            <a:extLst>
              <a:ext uri="{FF2B5EF4-FFF2-40B4-BE49-F238E27FC236}">
                <ns2:creationId id="{62934B7B-0367-8E72-C014-AADB59D83CF7}"/>
              </a:ext>
            </a:extLst>
          </p:cNvPr>
          <p:cNvSpPr/>
          <p:nvPr/>
        </p:nvSpPr>
        <p:spPr>
          <a:xfrm>
            <a:off x="382151" y="1756847"/>
            <a:ext cx="9948863" cy="51559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kumimoji="1" lang="en-US" altLang="ja-JP" sz="1295" b="1">
                <a:solidFill>
                  <a:schemeClr val="tx1"/>
                </a:solidFill>
              </a:rPr>
              <a:t/>
            </a:r>
            <a:r>
              <a:rPr kumimoji="1" lang="ja-JP" altLang="en-US" sz="1295" b="1">
                <a:solidFill>
                  <a:schemeClr val="tx1"/>
                </a:solidFill>
              </a:rPr>
              <a:t/>
            </a:r>
            <a:r>
              <a:rPr kumimoji="1" lang="en-US" altLang="ja-JP" sz="1295" b="1">
                <a:solidFill>
                  <a:schemeClr val="tx1"/>
                </a:solidFill>
              </a:rPr>
              <a:t/>
            </a: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marL="185046" indent="-185046" algn="l">
              <a:buFont typeface="Wingdings" panose="05000000000000000000" pitchFamily="2" charset="2"/>
              <a:buChar char="l"/>
            </a:pP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 b="1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r>
              <a:rPr kumimoji="1" lang="en-US" altLang="ja-JP" sz="1295">
                <a:solidFill>
                  <a:schemeClr val="tx1"/>
                </a:solidFill>
              </a:rPr>
              <a:t/>
            </a:r>
            <a:r>
              <a:rPr kumimoji="1" lang="ja-JP" altLang="en-US" sz="1295">
                <a:solidFill>
                  <a:schemeClr val="tx1"/>
                </a:solidFill>
              </a:rPr>
              <a:t/>
            </a:r>
            <a:endParaRPr kumimoji="1" lang="en-US" altLang="ja-JP" sz="1295">
              <a:solidFill>
                <a:schemeClr val="tx1"/>
              </a:solidFill>
            </a:endParaRPr>
          </a:p>
          <a:p>
            <a:pPr algn="l"/>
            <a:endParaRPr kumimoji="1" lang="en-US" altLang="ja-JP" sz="1295">
              <a:solidFill>
                <a:schemeClr val="tx1"/>
              </a:solidFill>
            </a:endParaRPr>
          </a:p>
        </p:txBody>
      </p:sp>
      <p:sp>
        <p:nvSpPr>
          <p:cNvPr id="7" name="Source 3">
            <a:extLst>
              <a:ext uri="{FF2B5EF4-FFF2-40B4-BE49-F238E27FC236}">
                <ns2:creationId id="{1C09DB4E-F801-3B4A-ECC6-5DA3545EF22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2373" y="6924929"/>
            <a:ext cx="9947077" cy="400971"/>
          </a:xfrm>
        </p:spPr>
        <p:txBody>
          <a:bodyPr numCol="2" anchor="t" anchorCtr="0"/>
          <a:lstStyle/>
          <a:p>
            <a:r>
              <a:rPr kumimoji="1" lang="ja-JP" altLang="en-US" sz="600"/>
              <a:t/>
            </a:r>
            <a:endParaRPr kumimoji="1" lang="en-US" altLang="ja-JP" sz="600"/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  <a:r>
              <a:rPr kumimoji="1" lang="en-US" altLang="ja-JP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ja-JP" altLang="en-US" sz="600"/>
              <a:t/>
            </a:r>
          </a:p>
          <a:p>
            <a:r>
              <a:rPr kumimoji="1" lang="ja-JP" altLang="en-US" sz="600"/>
              <a:t/>
            </a:r>
          </a:p>
          <a:p>
            <a:pPr marL="246720" indent="-246720">
              <a:buFont typeface="+mj-lt"/>
              <a:buAutoNum type="arabicPeriod"/>
            </a:pPr>
            <a:r>
              <a:rPr kumimoji="1" lang="en-US" altLang="ja-JP" sz="600"/>
              <a:t/>
            </a:r>
            <a:endParaRPr kumimoji="1" lang="ja-JP" altLang="en-US" sz="600"/>
          </a:p>
        </p:txBody>
      </p:sp>
    </p:spTree>
    <p:extLst>
      <p:ext uri="{BB962C8B-B14F-4D97-AF65-F5344CB8AC3E}">
        <ns3:creationId val="289356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OLEUP標準カラー">
      <a:dk1>
        <a:sysClr val="windowText" lastClr="000000"/>
      </a:dk1>
      <a:lt1>
        <a:srgbClr val="FFFFFF"/>
      </a:lt1>
      <a:dk2>
        <a:srgbClr val="C78624"/>
      </a:dk2>
      <a:lt2>
        <a:srgbClr val="AF7026"/>
      </a:lt2>
      <a:accent1>
        <a:srgbClr val="7C4C2C"/>
      </a:accent1>
      <a:accent2>
        <a:srgbClr val="897141"/>
      </a:accent2>
      <a:accent3>
        <a:srgbClr val="604C3F"/>
      </a:accent3>
      <a:accent4>
        <a:srgbClr val="CDCECE"/>
      </a:accent4>
      <a:accent5>
        <a:srgbClr val="3E3A39"/>
      </a:accent5>
      <a:accent6>
        <a:srgbClr val="241A17"/>
      </a:accent6>
      <a:hlink>
        <a:srgbClr val="897141"/>
      </a:hlink>
      <a:folHlink>
        <a:srgbClr val="897141"/>
      </a:folHlink>
    </a:clrScheme>
    <a:fontScheme name="Yu Gothic UI">
      <a:majorFont>
        <a:latin typeface="Yu Gothic UI"/>
        <a:ea typeface="Yu Gothic UI"/>
        <a:cs typeface=""/>
      </a:majorFont>
      <a:minorFont>
        <a:latin typeface="Yu Gothic UI"/>
        <a:ea typeface="Yu Gothic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>
          <a:noFill/>
        </a:ln>
      </a:spPr>
      <a:bodyPr rtlCol="0" anchor="ctr"/>
      <a:lstStyle>
        <a:defPPr algn="ctr">
          <a:lnSpc>
            <a:spcPct val="110000"/>
          </a:lnSpc>
          <a:spcAft>
            <a:spcPts val="600"/>
          </a:spcAft>
          <a:defRPr kumimoji="1" dirty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c03855f-4e58-4bd4-8ce9-3e5191a2da57">
      <Terms xmlns="http://schemas.microsoft.com/office/infopath/2007/PartnerControls"/>
    </lcf76f155ced4ddcb4097134ff3c332f>
    <TaxCatchAll xmlns="e1d10421-5d3e-41ae-890f-88fa571bd15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FF2E54248E46B4DAF6EB6C044AEA5B0" ma:contentTypeVersion="14" ma:contentTypeDescription="新しいドキュメントを作成します。" ma:contentTypeScope="" ma:versionID="01b29ea40b42ed6e5ad7f8eb530f8bb8">
  <xsd:schema xmlns:xsd="http://www.w3.org/2001/XMLSchema" xmlns:xs="http://www.w3.org/2001/XMLSchema" xmlns:p="http://schemas.microsoft.com/office/2006/metadata/properties" xmlns:ns2="ec03855f-4e58-4bd4-8ce9-3e5191a2da57" xmlns:ns3="e1d10421-5d3e-41ae-890f-88fa571bd150" targetNamespace="http://schemas.microsoft.com/office/2006/metadata/properties" ma:root="true" ma:fieldsID="c0232e2fda7e428c6f9dda7c9ee2a892" ns2:_="" ns3:_="">
    <xsd:import namespace="ec03855f-4e58-4bd4-8ce9-3e5191a2da57"/>
    <xsd:import namespace="e1d10421-5d3e-41ae-890f-88fa571bd15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03855f-4e58-4bd4-8ce9-3e5191a2da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画像タグ" ma:readOnly="false" ma:fieldId="{5cf76f15-5ced-4ddc-b409-7134ff3c332f}" ma:taxonomyMulti="true" ma:sspId="2582bdd4-a831-48fc-b722-5d926f6ae8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d10421-5d3e-41ae-890f-88fa571bd15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09e05a79-32c0-4197-b786-bed0ad723bc2}" ma:internalName="TaxCatchAll" ma:showField="CatchAllData" ma:web="e1d10421-5d3e-41ae-890f-88fa571bd15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EACAEC8-709A-40FA-8B5E-1F8781538527}">
  <ds:schemaRefs>
    <ds:schemaRef ds:uri="e1d10421-5d3e-41ae-890f-88fa571bd150"/>
    <ds:schemaRef ds:uri="ec03855f-4e58-4bd4-8ce9-3e5191a2da5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9F8B655-F016-4DDD-9774-1583C098AF0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6247A19-ACB9-4958-993B-9F92F76C95B5}">
  <ds:schemaRefs>
    <ds:schemaRef ds:uri="e1d10421-5d3e-41ae-890f-88fa571bd150"/>
    <ds:schemaRef ds:uri="ec03855f-4e58-4bd4-8ce9-3e5191a2da5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1064</Words>
  <Application>Microsoft Macintosh PowerPoint</Application>
  <PresentationFormat>ユーザー設定</PresentationFormat>
  <Paragraphs>217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1" baseType="lpstr">
      <vt:lpstr>Yu Gothic UI</vt:lpstr>
      <vt:lpstr>游ゴシック</vt:lpstr>
      <vt:lpstr>Arial</vt:lpstr>
      <vt:lpstr>Wingdings</vt:lpstr>
      <vt:lpstr>Wingdings 2</vt:lpstr>
      <vt:lpstr>Office Theme</vt:lpstr>
      <vt:lpstr>PowerPoint プレゼンテーション</vt:lpstr>
      <vt:lpstr>標準カラーパレット </vt:lpstr>
      <vt:lpstr>Title（Yu Gothic UI フォント22pt） </vt:lpstr>
      <vt:lpstr>スライドレイアウト① </vt:lpstr>
      <vt:lpstr>スライドレイアウト② </vt:lpstr>
      <vt:lpstr>スライドレイアウト③ </vt:lpstr>
      <vt:lpstr>スライドレイアウト④ </vt:lpstr>
      <vt:lpstr>スライドレイアウト⑥ </vt:lpstr>
      <vt:lpstr>スライドレイアウト⑦ </vt:lpstr>
      <vt:lpstr>スライドレイアウト⑧ </vt:lpstr>
      <vt:lpstr>スライドレイアウト⑨ </vt:lpstr>
      <vt:lpstr>スライドレイアウト⑩ </vt:lpstr>
      <vt:lpstr>スライドレイアウト⑪ </vt:lpstr>
      <vt:lpstr>目次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kyouyou13</dc:creator>
  <cp:lastModifiedBy>中丸 峻一</cp:lastModifiedBy>
  <cp:revision>2</cp:revision>
  <cp:lastPrinted>2025-09-22T09:16:40Z</cp:lastPrinted>
  <dcterms:created xsi:type="dcterms:W3CDTF">2022-05-20T02:40:37Z</dcterms:created>
  <dcterms:modified xsi:type="dcterms:W3CDTF">2026-05-01T08:35:10Z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2022-05-16T00:00:00Z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2022-05-20T00:00:00Z</vt:filetime>
  </property>
  <property fmtid="{D5CDD505-2E9C-101B-9397-08002B2CF9AE}" pid="5" name="MediaServiceImageTags">
    <vt:lpwstr/>
  </property>
  <property fmtid="{D5CDD505-2E9C-101B-9397-08002B2CF9AE}" pid="6" name="ContentTypeId">
    <vt:lpwstr>0x010100FFF2E54248E46B4DAF6EB6C044AEA5B0</vt:lpwstr>
  </property>
</Properties>
</file>