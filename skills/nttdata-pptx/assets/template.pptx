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71" r:id="rId4"/>
  </p:sldMasterIdLst>
  <p:notesMasterIdLst>
    <p:notesMasterId r:id="rId7"/>
  </p:notesMasterIdLst>
  <p:handoutMasterIdLst>
    <p:handoutMasterId r:id="rId8"/>
  </p:handoutMasterIdLst>
  <p:sldIdLst>
    <p:sldId id="2147480763" r:id="rId5"/>
    <p:sldId id="2147480795" r:id="rId6"/>
  </p:sldIdLst>
  <p:sldSz cx="12192000" cy="6858000"/>
  <p:notesSz cx="6858000" cy="9144000"/>
  <p:custDataLst>
    <p:tags r:id="rId9"/>
  </p:custDataLst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作成者" initials="A" lastIdx="0" clrIdx="1"/>
  <p:cmAuthor id="3" name="QAD 上原 光徳/Uehara, Mitsunori (NTT DATA)" initials="Q上光M(D" lastIdx="3" clrIdx="2">
    <p:extLst>
      <p:ext uri="{19B8F6BF-5375-455C-9EA6-DF929625EA0E}">
        <p15:presenceInfo xmlns:p15="http://schemas.microsoft.com/office/powerpoint/2012/main" userId="S::Mitsunori.Uehara@jp.nttdata.com::37b1c3ba-4dc0-4ab6-8ca6-e39079f72e79" providerId="AD"/>
      </p:ext>
    </p:extLst>
  </p:cmAuthor>
  <p:cmAuthor id="4" name="TIG 片岡 瑠美/Kataoka, Rumi (NTT DATA)" initials="T片瑠R(D" lastIdx="1" clrIdx="3">
    <p:extLst>
      <p:ext uri="{19B8F6BF-5375-455C-9EA6-DF929625EA0E}">
        <p15:presenceInfo xmlns:p15="http://schemas.microsoft.com/office/powerpoint/2012/main" userId="TIG 片岡 瑠美/Kataoka, Rumi (NTT DATA)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FF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5AD"/>
    <a:srgbClr val="595959"/>
    <a:srgbClr val="7F7F7F"/>
    <a:srgbClr val="000000"/>
    <a:srgbClr val="CC99FF"/>
    <a:srgbClr val="FFCCFF"/>
    <a:srgbClr val="404040"/>
    <a:srgbClr val="C0C0C0"/>
    <a:srgbClr val="A3DAFE"/>
    <a:srgbClr val="FF7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AB597D5-9071-564E-96FC-B48D0DB82EA1}" v="6" dt="2026-03-01T03:44:34.3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間スタイル 2 - アクセント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06799F8-075E-4A3A-A7F6-7FBC6576F1A4}" styleName="テーマ スタイル 2 - アクセント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テーマ スタイル 1 - アクセント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スタイル (淡色)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035"/>
    <p:restoredTop sz="96250"/>
  </p:normalViewPr>
  <p:slideViewPr>
    <p:cSldViewPr snapToGrid="0">
      <p:cViewPr varScale="1">
        <p:scale>
          <a:sx n="101" d="100"/>
          <a:sy n="101" d="100"/>
        </p:scale>
        <p:origin x="224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tags" Target="tags/tag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BDCB57-7B26-864A-85AB-1FE6E8A71097}" type="datetimeFigureOut">
              <a:rPr kumimoji="1" lang="ja-JP" altLang="en-US" smtClean="0">
                <a:latin typeface="+mn-ea"/>
              </a:rPr>
              <a:t>2026/3/10</a:t>
            </a:fld>
            <a:endParaRPr kumimoji="1" lang="ja-JP" altLang="en-US">
              <a:latin typeface="+mn-ea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41B73B-8F91-6845-8B45-1448A7A46D6E}" type="slidenum">
              <a:rPr kumimoji="1" lang="ja-JP" altLang="en-US" smtClean="0">
                <a:latin typeface="+mn-ea"/>
              </a:rPr>
              <a:t>‹#›</a:t>
            </a:fld>
            <a:endParaRPr kumimoji="1" lang="ja-JP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7408550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7B8588-1665-0A4A-AD47-68FFFFC620D1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30237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3887785"/>
            <a:ext cx="5486400" cy="462597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9AAED7-EB68-B44B-A29A-E9CFE7A114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39408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630238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AAED7-EB68-B44B-A29A-E9CFE7A1147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10820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26A9CB88-735E-6849-3DE2-E60599824D0A}"/>
              </a:ext>
            </a:extLst>
          </p:cNvPr>
          <p:cNvGraphicFramePr>
            <a:graphicFrameLocks noChangeAspect="1"/>
          </p:cNvGraphicFramePr>
          <p:nvPr userDrawn="1"/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6A9CB88-735E-6849-3DE2-E60599824D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659282D-E203-D490-4B15-F802032603A3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  <p:sp>
        <p:nvSpPr>
          <p:cNvPr id="2" name="タイトル 5">
            <a:extLst>
              <a:ext uri="{FF2B5EF4-FFF2-40B4-BE49-F238E27FC236}">
                <a16:creationId xmlns:a16="http://schemas.microsoft.com/office/drawing/2014/main" id="{62D4FB49-8661-3625-B1BB-3E9C6AC2C0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554966"/>
            <a:ext cx="11448000" cy="400110"/>
          </a:xfrm>
          <a:prstGeom prst="rect">
            <a:avLst/>
          </a:prstGeom>
        </p:spPr>
        <p:txBody>
          <a:bodyPr vert="horz" tIns="0" bIns="0" anchor="b" anchorCtr="0">
            <a:spAutoFit/>
          </a:bodyPr>
          <a:lstStyle>
            <a:lvl1pPr>
              <a:defRPr sz="2600">
                <a:solidFill>
                  <a:schemeClr val="accent1"/>
                </a:solidFill>
              </a:defRPr>
            </a:lvl1pPr>
          </a:lstStyle>
          <a:p>
            <a:r>
              <a:rPr kumimoji="1" lang="en-US" altLang="ja-JP"/>
              <a:t>Main Message</a:t>
            </a:r>
            <a:endParaRPr kumimoji="1" lang="ja-JP" altLang="en-US"/>
          </a:p>
        </p:txBody>
      </p:sp>
      <p:sp>
        <p:nvSpPr>
          <p:cNvPr id="8" name="テキスト プレースホルダー 2">
            <a:extLst>
              <a:ext uri="{FF2B5EF4-FFF2-40B4-BE49-F238E27FC236}">
                <a16:creationId xmlns:a16="http://schemas.microsoft.com/office/drawing/2014/main" id="{F7BBF3A6-210B-D5EF-F749-86E85CAF3D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4" y="979385"/>
            <a:ext cx="11448000" cy="2880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b="1">
                <a:solidFill>
                  <a:schemeClr val="accent2"/>
                </a:solidFill>
              </a:defRPr>
            </a:lvl1pPr>
          </a:lstStyle>
          <a:p>
            <a:pPr lvl="0"/>
            <a:r>
              <a:rPr kumimoji="1" lang="en-US" altLang="ja-JP"/>
              <a:t>Chart Title</a:t>
            </a:r>
            <a:endParaRPr kumimoji="1" lang="ja-JP" altLang="en-US"/>
          </a:p>
        </p:txBody>
      </p:sp>
      <p:sp>
        <p:nvSpPr>
          <p:cNvPr id="10" name="コンテンツ プレースホルダー 4">
            <a:extLst>
              <a:ext uri="{FF2B5EF4-FFF2-40B4-BE49-F238E27FC236}">
                <a16:creationId xmlns:a16="http://schemas.microsoft.com/office/drawing/2014/main" id="{447B21C3-A705-704B-2D1E-74B76A5A0E2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1474" y="1377538"/>
            <a:ext cx="11449051" cy="4857662"/>
          </a:xfrm>
          <a:prstGeom prst="rect">
            <a:avLst/>
          </a:prstGeom>
        </p:spPr>
        <p:txBody>
          <a:bodyPr tIns="0" bIns="0"/>
          <a:lstStyle>
            <a:lvl1pPr>
              <a:defRPr sz="1600">
                <a:solidFill>
                  <a:schemeClr val="accent1"/>
                </a:solidFill>
              </a:defRPr>
            </a:lvl1pPr>
            <a:lvl2pPr>
              <a:defRPr sz="1600">
                <a:solidFill>
                  <a:schemeClr val="accent1"/>
                </a:solidFill>
              </a:defRPr>
            </a:lvl2pPr>
            <a:lvl3pPr marL="540000" indent="-180000">
              <a:buFont typeface="Wingdings" pitchFamily="2" charset="2"/>
              <a:buChar char="Ø"/>
              <a:defRPr sz="1600">
                <a:solidFill>
                  <a:schemeClr val="accent1"/>
                </a:solidFill>
              </a:defRPr>
            </a:lvl3pPr>
            <a:lvl4pPr marL="720000" indent="-180000">
              <a:buFont typeface="Wingdings" pitchFamily="2" charset="2"/>
              <a:buChar char="ü"/>
              <a:defRPr sz="1600">
                <a:solidFill>
                  <a:schemeClr val="accent1"/>
                </a:solidFill>
              </a:defRPr>
            </a:lvl4pPr>
            <a:lvl5pPr marL="900000" indent="-180000">
              <a:buFont typeface="Wingdings" pitchFamily="2" charset="2"/>
              <a:buChar char="§"/>
              <a:defRPr sz="1600">
                <a:solidFill>
                  <a:schemeClr val="accent1"/>
                </a:solidFill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8587616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写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プレースホルダー 11">
            <a:extLst>
              <a:ext uri="{FF2B5EF4-FFF2-40B4-BE49-F238E27FC236}">
                <a16:creationId xmlns:a16="http://schemas.microsoft.com/office/drawing/2014/main" id="{B9C53D06-752E-85FD-A977-11E1C960068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20230" t="11412" r="-8" b="47761"/>
          <a:stretch/>
        </p:blipFill>
        <p:spPr>
          <a:xfrm>
            <a:off x="0" y="3351600"/>
            <a:ext cx="12193200" cy="35100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57B54130-C13B-014A-F9F3-0C8FCD6D243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068400" y="3733200"/>
            <a:ext cx="2743200" cy="2743200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D0D95E3-21F4-A71F-7D73-FE15E156422C}"/>
              </a:ext>
            </a:extLst>
          </p:cNvPr>
          <p:cNvSpPr txBox="1"/>
          <p:nvPr userDrawn="1"/>
        </p:nvSpPr>
        <p:spPr>
          <a:xfrm>
            <a:off x="2919470" y="7465383"/>
            <a:ext cx="6797407" cy="297455"/>
          </a:xfrm>
          <a:prstGeom prst="rect">
            <a:avLst/>
          </a:prstGeom>
          <a:noFill/>
        </p:spPr>
        <p:txBody>
          <a:bodyPr wrap="square" lIns="0" rIns="0" rtlCol="0">
            <a:noAutofit/>
          </a:bodyPr>
          <a:lstStyle/>
          <a:p>
            <a:pPr marL="0" marR="0" lvl="0" indent="0" algn="ctr" defTabSz="288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>
                <a:solidFill>
                  <a:srgbClr val="C00000"/>
                </a:solidFill>
                <a:latin typeface="+mn-ea"/>
              </a:rPr>
              <a:t>写真の差し替えはマスタより行ってください。</a:t>
            </a:r>
            <a:endParaRPr kumimoji="1" lang="ja-JP" altLang="en-US">
              <a:solidFill>
                <a:srgbClr val="C00000"/>
              </a:solidFill>
            </a:endParaRPr>
          </a:p>
          <a:p>
            <a:pPr algn="ctr" defTabSz="288000"/>
            <a:endParaRPr kumimoji="1" lang="ja-JP" altLang="en-US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D9542F4-2785-BB77-7E12-1225021C408C}"/>
              </a:ext>
            </a:extLst>
          </p:cNvPr>
          <p:cNvSpPr txBox="1"/>
          <p:nvPr userDrawn="1"/>
        </p:nvSpPr>
        <p:spPr>
          <a:xfrm>
            <a:off x="370800" y="3146400"/>
            <a:ext cx="4852800" cy="900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marL="0" marR="0" lvl="0" indent="0" algn="l" defTabSz="288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000">
                <a:solidFill>
                  <a:srgbClr val="6B6B6B"/>
                </a:solidFill>
              </a:rPr>
              <a:t>© 2026 NTT DATA Japan Corporation</a:t>
            </a:r>
          </a:p>
        </p:txBody>
      </p:sp>
      <p:sp>
        <p:nvSpPr>
          <p:cNvPr id="2" name="タイトル 2">
            <a:extLst>
              <a:ext uri="{FF2B5EF4-FFF2-40B4-BE49-F238E27FC236}">
                <a16:creationId xmlns:a16="http://schemas.microsoft.com/office/drawing/2014/main" id="{6E2DD10F-9530-7664-057B-B2159A9B3A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752400"/>
            <a:ext cx="11440800" cy="396000"/>
          </a:xfrm>
          <a:prstGeom prst="rect">
            <a:avLst/>
          </a:prstGeom>
        </p:spPr>
        <p:txBody>
          <a:bodyPr lIns="0" rIns="0" anchor="b" anchorCtr="0"/>
          <a:lstStyle/>
          <a:p>
            <a:pPr lvl="0"/>
            <a:r>
              <a:rPr kumimoji="1" lang="ja-JP" altLang="en-US"/>
              <a:t>○○○○御中</a:t>
            </a:r>
          </a:p>
        </p:txBody>
      </p:sp>
      <p:sp>
        <p:nvSpPr>
          <p:cNvPr id="3" name="テキスト プレースホルダー 6">
            <a:extLst>
              <a:ext uri="{FF2B5EF4-FFF2-40B4-BE49-F238E27FC236}">
                <a16:creationId xmlns:a16="http://schemas.microsoft.com/office/drawing/2014/main" id="{68755F9C-61CE-506D-3491-59AA8741F6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800" y="1143727"/>
            <a:ext cx="11440800" cy="1422244"/>
          </a:xfrm>
          <a:prstGeom prst="rect">
            <a:avLst/>
          </a:prstGeom>
        </p:spPr>
        <p:txBody>
          <a:bodyPr lIns="0" tIns="46800" rIns="0" anchor="b"/>
          <a:lstStyle>
            <a:lvl1pPr>
              <a:lnSpc>
                <a:spcPct val="80000"/>
              </a:lnSpc>
              <a:defRPr sz="4400" b="1">
                <a:solidFill>
                  <a:schemeClr val="accent1"/>
                </a:solidFill>
              </a:defRPr>
            </a:lvl1pPr>
          </a:lstStyle>
          <a:p>
            <a:pPr lvl="0"/>
            <a:r>
              <a:rPr kumimoji="1" lang="ja-JP" altLang="en-US"/>
              <a:t>［タイトル］</a:t>
            </a:r>
          </a:p>
        </p:txBody>
      </p:sp>
      <p:sp>
        <p:nvSpPr>
          <p:cNvPr id="4" name="テキスト プレースホルダー 10">
            <a:extLst>
              <a:ext uri="{FF2B5EF4-FFF2-40B4-BE49-F238E27FC236}">
                <a16:creationId xmlns:a16="http://schemas.microsoft.com/office/drawing/2014/main" id="{129B1BAA-5126-4805-070E-09CC7DAA635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0800" y="2565971"/>
            <a:ext cx="11440800" cy="375900"/>
          </a:xfrm>
          <a:prstGeom prst="rect">
            <a:avLst/>
          </a:prstGeom>
        </p:spPr>
        <p:txBody>
          <a:bodyPr lIns="0" tIns="46800" rIns="0"/>
          <a:lstStyle>
            <a:lvl1pPr>
              <a:defRPr>
                <a:solidFill>
                  <a:schemeClr val="accent1"/>
                </a:solidFill>
              </a:defRPr>
            </a:lvl1pPr>
            <a:lvl5pPr marL="2438216" indent="0">
              <a:buNone/>
              <a:defRPr/>
            </a:lvl5pPr>
          </a:lstStyle>
          <a:p>
            <a:pPr lvl="0"/>
            <a:r>
              <a:rPr kumimoji="1" lang="en-US" altLang="ja-JP"/>
              <a:t>2026</a:t>
            </a:r>
            <a:r>
              <a:rPr kumimoji="1" lang="ja-JP" altLang="en-US"/>
              <a:t>年〇月〇日　株式会社</a:t>
            </a:r>
            <a:r>
              <a:rPr kumimoji="1" lang="en-US" altLang="ja-JP"/>
              <a:t>NTT</a:t>
            </a:r>
            <a:r>
              <a:rPr kumimoji="1" lang="ja-JP" altLang="en-US"/>
              <a:t>データ ○○○○○○</a:t>
            </a:r>
          </a:p>
        </p:txBody>
      </p:sp>
    </p:spTree>
    <p:extLst>
      <p:ext uri="{BB962C8B-B14F-4D97-AF65-F5344CB8AC3E}">
        <p14:creationId xmlns:p14="http://schemas.microsoft.com/office/powerpoint/2010/main" val="34593296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10807434-350C-4893-6E94-4C9EB9C03B8B}"/>
              </a:ext>
            </a:extLst>
          </p:cNvPr>
          <p:cNvGraphicFramePr>
            <a:graphicFrameLocks noChangeAspect="1"/>
          </p:cNvGraphicFramePr>
          <p:nvPr userDrawn="1"/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0807434-350C-4893-6E94-4C9EB9C03B8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037A440-03F7-DC4B-BD06-698F971DD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164693"/>
            <a:ext cx="11376026" cy="41253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DD323A-9269-AE42-951E-F08FD291D3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692150"/>
            <a:ext cx="11387161" cy="579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D1D4E16-E062-D856-6161-F5C259925C14}"/>
              </a:ext>
            </a:extLst>
          </p:cNvPr>
          <p:cNvSpPr txBox="1"/>
          <p:nvPr userDrawn="1"/>
        </p:nvSpPr>
        <p:spPr>
          <a:xfrm>
            <a:off x="370800" y="6562800"/>
            <a:ext cx="4852800" cy="900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marL="0" marR="0" lvl="0" indent="0" algn="l" defTabSz="288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000">
                <a:solidFill>
                  <a:srgbClr val="6B6B6B"/>
                </a:solidFill>
              </a:rPr>
              <a:t>© 2026 NTT DATA Japan Corporation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33E53550-F5D0-7FBB-5328-17A5EB036265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438268" y="6393775"/>
            <a:ext cx="1475058" cy="373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7353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72" r:id="rId1"/>
    <p:sldLayoutId id="2147484078" r:id="rId2"/>
  </p:sldLayoutIdLst>
  <p:hf hdr="0" dt="0"/>
  <p:txStyles>
    <p:titleStyle>
      <a:lvl1pPr algn="l" defTabSz="609555" rtl="0" eaLnBrk="1" fontAlgn="base" hangingPunct="1">
        <a:spcBef>
          <a:spcPct val="0"/>
        </a:spcBef>
        <a:spcAft>
          <a:spcPct val="0"/>
        </a:spcAft>
        <a:defRPr kumimoji="1" sz="2400" b="1" i="0" kern="1200" spc="0" baseline="0">
          <a:solidFill>
            <a:schemeClr val="accent1"/>
          </a:solidFill>
          <a:latin typeface="+mj-ea"/>
          <a:ea typeface="+mj-ea"/>
          <a:cs typeface="HGPGothicE" charset="-128"/>
        </a:defRPr>
      </a:lvl1pPr>
      <a:lvl2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2pPr>
      <a:lvl3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3pPr>
      <a:lvl4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4pPr>
      <a:lvl5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5pPr>
      <a:lvl6pPr marL="609555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6pPr>
      <a:lvl7pPr marL="1219110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7pPr>
      <a:lvl8pPr marL="1828664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8pPr>
      <a:lvl9pPr marL="2438218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9pPr>
    </p:titleStyle>
    <p:bodyStyle>
      <a:lvl1pPr marL="0" indent="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None/>
        <a:tabLst/>
        <a:defRPr kumimoji="1" sz="1800" kern="1200">
          <a:solidFill>
            <a:schemeClr val="accent1"/>
          </a:solidFill>
          <a:latin typeface="+mn-ea"/>
          <a:ea typeface="+mn-ea"/>
          <a:cs typeface="Arial"/>
        </a:defRPr>
      </a:lvl1pPr>
      <a:lvl2pPr marL="36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accent1"/>
          </a:solidFill>
          <a:latin typeface="+mn-ea"/>
          <a:ea typeface="+mn-ea"/>
          <a:cs typeface="Arial"/>
        </a:defRPr>
      </a:lvl2pPr>
      <a:lvl3pPr marL="54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accent1"/>
          </a:solidFill>
          <a:latin typeface="+mn-ea"/>
          <a:ea typeface="+mn-ea"/>
          <a:cs typeface="Arial"/>
        </a:defRPr>
      </a:lvl3pPr>
      <a:lvl4pPr marL="72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accent1"/>
          </a:solidFill>
          <a:latin typeface="+mn-ea"/>
          <a:ea typeface="+mn-ea"/>
          <a:cs typeface="Arial"/>
        </a:defRPr>
      </a:lvl4pPr>
      <a:lvl5pPr marL="90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accent1"/>
          </a:solidFill>
          <a:latin typeface="+mn-ea"/>
          <a:ea typeface="+mn-ea"/>
          <a:cs typeface="Arial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B1FC3D-DE95-D14D-5842-20E436F1FC3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EBCC2F-F1FA-B9AC-C0E0-80F70A9DC44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521436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FFDCA-A829-32D1-AF6A-62196A7EC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5C3160-733C-D052-8C4D-30178D28F4B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C78A8C-82DF-881F-A078-711B7F41359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80145663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829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bNumberIsYear val=&quot;0&quot;/&gt;&lt;m_strFormatTime&gt;%d/%m/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d.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4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</p:tagLst>
</file>

<file path=ppt/theme/theme1.xml><?xml version="1.0" encoding="utf-8"?>
<a:theme xmlns:a="http://schemas.openxmlformats.org/drawingml/2006/main" name="1_コンテンツ_Light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3175">
          <a:solidFill>
            <a:schemeClr val="tx1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rIns="0" rtlCol="0">
        <a:spAutoFit/>
      </a:bodyPr>
      <a:lstStyle>
        <a:defPPr algn="l" defTabSz="288000">
          <a:defRPr kumimoji="1" sz="1600">
            <a:latin typeface="+mn-ea"/>
          </a:defRPr>
        </a:defPPr>
      </a:lstStyle>
    </a:tx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NTT_DATA_Template_1609_JP.potx" id="{1EE4CAFD-5AE2-4E1A-8481-AE49321A04D9}" vid="{C426D7B0-6ED6-450F-975A-2903BD4810FA}"/>
    </a:ext>
  </a:extLst>
</a:theme>
</file>

<file path=ppt/theme/theme2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DBFA6A1-4DFF-0547-A259-06F47DFE0BE9}">
  <we:reference id="wa200010001" version="1.0.0.0" store="en-US" storeType="OMEX"/>
  <we:alternateReferences>
    <we:reference id="WA200010001" version="1.0.0.0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89E5ACB7EEC446B5C0A053F7ABC581" ma:contentTypeVersion="12" ma:contentTypeDescription="Create a new document." ma:contentTypeScope="" ma:versionID="7330115d504abb1c318b271ce926d0ab">
  <xsd:schema xmlns:xsd="http://www.w3.org/2001/XMLSchema" xmlns:xs="http://www.w3.org/2001/XMLSchema" xmlns:p="http://schemas.microsoft.com/office/2006/metadata/properties" xmlns:ns2="17f56e19-48dc-4865-971f-f3b491f58a87" xmlns:ns3="0ae734c6-b731-48fe-9f9a-77498299e3e1" targetNamespace="http://schemas.microsoft.com/office/2006/metadata/properties" ma:root="true" ma:fieldsID="ecd334d85c43ef2c0484684d04e85066" ns2:_="" ns3:_="">
    <xsd:import namespace="17f56e19-48dc-4865-971f-f3b491f58a87"/>
    <xsd:import namespace="0ae734c6-b731-48fe-9f9a-77498299e3e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f56e19-48dc-4865-971f-f3b491f58a8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0a46d487-6153-4679-b33a-1c23836d6ac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e734c6-b731-48fe-9f9a-77498299e3e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ed946c69-c5f6-49a2-9b20-89fcb4f2bd81}" ma:internalName="TaxCatchAll" ma:showField="CatchAllData" ma:web="0ae734c6-b731-48fe-9f9a-77498299e3e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7f56e19-48dc-4865-971f-f3b491f58a87">
      <Terms xmlns="http://schemas.microsoft.com/office/infopath/2007/PartnerControls"/>
    </lcf76f155ced4ddcb4097134ff3c332f>
    <TaxCatchAll xmlns="0ae734c6-b731-48fe-9f9a-77498299e3e1" xsi:nil="true"/>
  </documentManagement>
</p:properties>
</file>

<file path=customXml/itemProps1.xml><?xml version="1.0" encoding="utf-8"?>
<ds:datastoreItem xmlns:ds="http://schemas.openxmlformats.org/officeDocument/2006/customXml" ds:itemID="{5548F579-53B8-4B8C-9F58-0D818877B6A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B0DCAAC-CE83-4153-94F5-09C8FE2200F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7f56e19-48dc-4865-971f-f3b491f58a87"/>
    <ds:schemaRef ds:uri="0ae734c6-b731-48fe-9f9a-77498299e3e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0F19364-6506-4AE9-B1C7-2E3E6444FD05}">
  <ds:schemaRefs>
    <ds:schemaRef ds:uri="http://purl.org/dc/dcmitype/"/>
    <ds:schemaRef ds:uri="17f56e19-48dc-4865-971f-f3b491f58a87"/>
    <ds:schemaRef ds:uri="http://schemas.microsoft.com/office/2006/documentManagement/types"/>
    <ds:schemaRef ds:uri="http://purl.org/dc/elements/1.1/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0ae734c6-b731-48fe-9f9a-77498299e3e1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CorpPresentation_Template_169_J</Template>
  <TotalTime>610</TotalTime>
  <Words>1</Words>
  <Application>Microsoft Macintosh PowerPoint</Application>
  <PresentationFormat>Widescreen</PresentationFormat>
  <Paragraphs>1</Paragraphs>
  <Slides>2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Meiryo UI</vt:lpstr>
      <vt:lpstr>Arial</vt:lpstr>
      <vt:lpstr>Wingdings</vt:lpstr>
      <vt:lpstr>1_コンテンツ_Light</vt:lpstr>
      <vt:lpstr>think-cell Slide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上原　光徳</dc:creator>
  <cp:lastModifiedBy>福元 允亮</cp:lastModifiedBy>
  <cp:revision>5</cp:revision>
  <cp:lastPrinted>2025-09-08T08:32:45Z</cp:lastPrinted>
  <dcterms:created xsi:type="dcterms:W3CDTF">2023-08-02T14:40:51Z</dcterms:created>
  <dcterms:modified xsi:type="dcterms:W3CDTF">2026-03-09T23:18:54Z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0x010100F389E5ACB7EEC446B5C0A053F7ABC581</vt:lpwstr>
  </property>
  <property fmtid="{D5CDD505-2E9C-101B-9397-08002B2CF9AE}" pid="3" name="MediaServiceImageTags">
    <vt:lpwstr/>
  </property>
</Properties>
</file>