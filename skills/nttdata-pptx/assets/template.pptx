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1" r:id="rId4"/>
  </p:sldMasterIdLst>
  <p:notesMasterIdLst>
    <p:notesMasterId r:id="rId7"/>
  </p:notesMasterIdLst>
  <p:handoutMasterIdLst>
    <p:handoutMasterId r:id="rId8"/>
  </p:handoutMasterIdLst>
  <p:sldIdLst>
    <p:sldId id="2147480763" r:id="rId5"/>
    <p:sldId id="2147480795" r:id="rId6"/>
  </p:sldIdLst>
  <p:sldSz cx="12192000" cy="6858000"/>
  <p:notesSz cx="6858000" cy="9144000"/>
  <p:custDataLst>
    <p:tags r:id="rId9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597D5-9071-564E-96FC-B48D0DB82EA1}" v="6" dt="2026-03-01T03:44:34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5"/>
    <p:restoredTop sz="96250"/>
  </p:normalViewPr>
  <p:slideViewPr>
    <p:cSldViewPr snapToGrid="0">
      <p:cViewPr varScale="1">
        <p:scale>
          <a:sx n="101" d="100"/>
          <a:sy n="101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2026/3/10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08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accent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accent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11">
            <a:extLst>
              <a:ext uri="{FF2B5EF4-FFF2-40B4-BE49-F238E27FC236}">
                <a16:creationId xmlns:a16="http://schemas.microsoft.com/office/drawing/2014/main" id="{B9C53D06-752E-85FD-A977-11E1C9600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230" t="11412" r="-8" b="47761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7B54130-C13B-014A-F9F3-0C8FCD6D24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8400" y="3733200"/>
            <a:ext cx="2743200" cy="27432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0D95E3-21F4-A71F-7D73-FE15E156422C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9542F4-2785-BB77-7E12-1225021C408C}"/>
              </a:ext>
            </a:extLst>
          </p:cNvPr>
          <p:cNvSpPr txBox="1"/>
          <p:nvPr userDrawn="1"/>
        </p:nvSpPr>
        <p:spPr>
          <a:xfrm>
            <a:off x="370800" y="31464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45932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E53550-F5D0-7FBB-5328-17A5EB0362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38268" y="6393775"/>
            <a:ext cx="1475058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8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1FC3D-DE95-D14D-5842-20E436F1FC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BCC2F-F1FA-B9AC-C0E0-80F70A9DC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52143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FDCA-A829-32D1-AF6A-62196A7E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C3160-733C-D052-8C4D-30178D28F4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78A8C-82DF-881F-A078-711B7F4135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014566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7330115d504abb1c318b271ce926d0ab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ecd334d85c43ef2c0484684d04e85066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0DCAAC-CE83-4153-94F5-09C8FE2200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17f56e19-48dc-4865-971f-f3b491f58a87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610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Meiryo UI</vt:lpstr>
      <vt:lpstr>Arial</vt:lpstr>
      <vt:lpstr>Wingdings</vt:lpstr>
      <vt:lpstr>1_コンテンツ_Light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5</cp:revision>
  <cp:lastPrinted>2025-09-08T08:32:45Z</cp:lastPrinted>
  <dcterms:created xsi:type="dcterms:W3CDTF">2023-08-02T14:40:51Z</dcterms:created>
  <dcterms:modified xsi:type="dcterms:W3CDTF">2026-03-09T23:18:54Z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