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5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0F6241-7E3F-F64A-942F-67BD3D5646CA}" v="58" dt="2026-03-14T07:31:16.6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84"/>
    <p:restoredTop sz="94708"/>
  </p:normalViewPr>
  <p:slideViewPr>
    <p:cSldViewPr snapToGrid="0">
      <p:cViewPr varScale="1">
        <p:scale>
          <a:sx n="68" d="100"/>
          <a:sy n="68" d="100"/>
        </p:scale>
        <p:origin x="216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4FB9097D-FD44-E242-A68C-2137823CC664}"/>
    <pc:docChg chg="undo custSel modSld">
      <pc:chgData name="福元 允亮" userId="12e1d508-426e-4c6a-b43b-7681266f9ca9" providerId="ADAL" clId="{4FB9097D-FD44-E242-A68C-2137823CC664}" dt="2026-03-12T04:26:49.545" v="184" actId="120"/>
      <pc:docMkLst>
        <pc:docMk/>
      </pc:docMkLst>
      <pc:sldChg chg="addSp delSp modSp mod">
        <pc:chgData name="福元 允亮" userId="12e1d508-426e-4c6a-b43b-7681266f9ca9" providerId="ADAL" clId="{4FB9097D-FD44-E242-A68C-2137823CC664}" dt="2026-03-12T04:26:49.545" v="184" actId="120"/>
        <pc:sldMkLst>
          <pc:docMk/>
          <pc:sldMk cId="3001053428" sldId="2147480764"/>
        </pc:sldMkLst>
      </pc:sldChg>
    </pc:docChg>
  </pc:docChgLst>
  <pc:docChgLst>
    <pc:chgData name="福元 允亮" userId="12e1d508-426e-4c6a-b43b-7681266f9ca9" providerId="ADAL" clId="{BA46FE6B-DFBB-DD4A-A67B-362D8C1E4B9F}"/>
    <pc:docChg chg="undo custSel modSld">
      <pc:chgData name="福元 允亮" userId="12e1d508-426e-4c6a-b43b-7681266f9ca9" providerId="ADAL" clId="{BA46FE6B-DFBB-DD4A-A67B-362D8C1E4B9F}" dt="2026-03-12T07:06:36.055" v="280" actId="3064"/>
      <pc:docMkLst>
        <pc:docMk/>
      </pc:docMkLst>
      <pc:sldChg chg="addSp delSp modSp mod">
        <pc:chgData name="福元 允亮" userId="12e1d508-426e-4c6a-b43b-7681266f9ca9" providerId="ADAL" clId="{BA46FE6B-DFBB-DD4A-A67B-362D8C1E4B9F}" dt="2026-03-12T07:06:36.055" v="280" actId="3064"/>
        <pc:sldMkLst>
          <pc:docMk/>
          <pc:sldMk cId="3001053428" sldId="2147480764"/>
        </pc:sldMkLst>
      </pc:sldChg>
    </pc:docChg>
  </pc:docChgLst>
  <pc:docChgLst>
    <pc:chgData name="福元 允亮" userId="12e1d508-426e-4c6a-b43b-7681266f9ca9" providerId="ADAL" clId="{400F6241-7E3F-F64A-942F-67BD3D5646CA}"/>
    <pc:docChg chg="undo custSel addSld delSld modSld">
      <pc:chgData name="福元 允亮" userId="12e1d508-426e-4c6a-b43b-7681266f9ca9" providerId="ADAL" clId="{400F6241-7E3F-F64A-942F-67BD3D5646CA}" dt="2026-03-14T07:43:02.696" v="314" actId="3064"/>
      <pc:docMkLst>
        <pc:docMk/>
      </pc:docMkLst>
      <pc:sldChg chg="addSp delSp modSp del mod">
        <pc:chgData name="福元 允亮" userId="12e1d508-426e-4c6a-b43b-7681266f9ca9" providerId="ADAL" clId="{400F6241-7E3F-F64A-942F-67BD3D5646CA}" dt="2026-03-14T07:31:19.745" v="281" actId="2696"/>
        <pc:sldMkLst>
          <pc:docMk/>
          <pc:sldMk cId="3001053428" sldId="2147480764"/>
        </pc:sldMkLst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4" creationId="{A41518AA-1C1A-DA33-6FA9-723EECF5C725}"/>
          </ac:spMkLst>
        </pc:spChg>
        <pc:spChg chg="add mod topLvl">
          <ac:chgData name="福元 允亮" userId="12e1d508-426e-4c6a-b43b-7681266f9ca9" providerId="ADAL" clId="{400F6241-7E3F-F64A-942F-67BD3D5646CA}" dt="2026-03-14T03:40:36.294" v="149" actId="403"/>
          <ac:spMkLst>
            <pc:docMk/>
            <pc:sldMk cId="3001053428" sldId="2147480764"/>
            <ac:spMk id="5" creationId="{51631ECB-3EEE-1B45-B1C4-D798412D701D}"/>
          </ac:spMkLst>
        </pc:spChg>
        <pc:spChg chg="add mod topLvl">
          <ac:chgData name="福元 允亮" userId="12e1d508-426e-4c6a-b43b-7681266f9ca9" providerId="ADAL" clId="{400F6241-7E3F-F64A-942F-67BD3D5646CA}" dt="2026-03-14T03:40:36.294" v="149" actId="403"/>
          <ac:spMkLst>
            <pc:docMk/>
            <pc:sldMk cId="3001053428" sldId="2147480764"/>
            <ac:spMk id="6" creationId="{23342DB1-E52B-BCA8-3C02-B6859453268A}"/>
          </ac:spMkLst>
        </pc:spChg>
        <pc:spChg chg="add mod topLvl">
          <ac:chgData name="福元 允亮" userId="12e1d508-426e-4c6a-b43b-7681266f9ca9" providerId="ADAL" clId="{400F6241-7E3F-F64A-942F-67BD3D5646CA}" dt="2026-03-14T03:40:36.294" v="149" actId="403"/>
          <ac:spMkLst>
            <pc:docMk/>
            <pc:sldMk cId="3001053428" sldId="2147480764"/>
            <ac:spMk id="7" creationId="{F3A32E4F-035F-8387-F4E4-7B5C166D7C1A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10" creationId="{416129BB-F894-C51D-D6D2-DA0DAAFDA083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11" creationId="{C8567CF8-291A-D428-8755-8F667602279B}"/>
          </ac:spMkLst>
        </pc:spChg>
        <pc:spChg chg="add mod">
          <ac:chgData name="福元 允亮" userId="12e1d508-426e-4c6a-b43b-7681266f9ca9" providerId="ADAL" clId="{400F6241-7E3F-F64A-942F-67BD3D5646CA}" dt="2026-03-14T03:40:41.212" v="150" actId="404"/>
          <ac:spMkLst>
            <pc:docMk/>
            <pc:sldMk cId="3001053428" sldId="2147480764"/>
            <ac:spMk id="17" creationId="{32AC5D82-CFD9-0E72-0D98-B3A4DB0E0E98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18" creationId="{C5780C6E-FAE4-EDA4-D73B-AA75E3CD5161}"/>
          </ac:spMkLst>
        </pc:spChg>
        <pc:spChg chg="add mod">
          <ac:chgData name="福元 允亮" userId="12e1d508-426e-4c6a-b43b-7681266f9ca9" providerId="ADAL" clId="{400F6241-7E3F-F64A-942F-67BD3D5646CA}" dt="2026-03-14T03:40:45.653" v="151" actId="404"/>
          <ac:spMkLst>
            <pc:docMk/>
            <pc:sldMk cId="3001053428" sldId="2147480764"/>
            <ac:spMk id="19" creationId="{37368B79-0C23-E8BB-EBB4-3DA1D0EF160F}"/>
          </ac:spMkLst>
        </pc:spChg>
        <pc:spChg chg="add mod">
          <ac:chgData name="福元 允亮" userId="12e1d508-426e-4c6a-b43b-7681266f9ca9" providerId="ADAL" clId="{400F6241-7E3F-F64A-942F-67BD3D5646CA}" dt="2026-03-14T03:40:50.077" v="152" actId="404"/>
          <ac:spMkLst>
            <pc:docMk/>
            <pc:sldMk cId="3001053428" sldId="2147480764"/>
            <ac:spMk id="20" creationId="{2429861F-DD00-C7C9-C90C-34E927001DC6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21" creationId="{461C2B07-B5D0-F3CF-428F-58D5CF9E615E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23" creationId="{CF5A2BEE-E40D-41A4-5432-F5E1E4EA7249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24" creationId="{0A33AA27-D06B-76A0-5E63-E60329755492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25" creationId="{EA20B274-E7EE-9086-404B-837948643604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26" creationId="{876A2651-5ACA-7D32-3293-3C028515778B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28" creationId="{A2733814-C9C4-33DA-D8C3-0790F6E66858}"/>
          </ac:spMkLst>
        </pc:spChg>
        <pc:grpChg chg="add del mod">
          <ac:chgData name="福元 允亮" userId="12e1d508-426e-4c6a-b43b-7681266f9ca9" providerId="ADAL" clId="{400F6241-7E3F-F64A-942F-67BD3D5646CA}" dt="2026-03-13T04:19:58.705" v="147" actId="165"/>
          <ac:grpSpMkLst>
            <pc:docMk/>
            <pc:sldMk cId="3001053428" sldId="2147480764"/>
            <ac:grpSpMk id="22" creationId="{A6B1A154-2BDE-A703-9BC6-081C8FADB489}"/>
          </ac:grpSpMkLst>
        </pc:grpChg>
        <pc:cxnChg chg="add mod topLvl">
          <ac:chgData name="福元 允亮" userId="12e1d508-426e-4c6a-b43b-7681266f9ca9" providerId="ADAL" clId="{400F6241-7E3F-F64A-942F-67BD3D5646CA}" dt="2026-03-13T04:19:58.705" v="147" actId="165"/>
          <ac:cxnSpMkLst>
            <pc:docMk/>
            <pc:sldMk cId="3001053428" sldId="2147480764"/>
            <ac:cxnSpMk id="12" creationId="{B2607941-6FF9-8D8A-33BC-CA2B0CACA894}"/>
          </ac:cxnSpMkLst>
        </pc:cxnChg>
        <pc:cxnChg chg="add mod topLvl">
          <ac:chgData name="福元 允亮" userId="12e1d508-426e-4c6a-b43b-7681266f9ca9" providerId="ADAL" clId="{400F6241-7E3F-F64A-942F-67BD3D5646CA}" dt="2026-03-13T04:19:58.705" v="147" actId="165"/>
          <ac:cxnSpMkLst>
            <pc:docMk/>
            <pc:sldMk cId="3001053428" sldId="2147480764"/>
            <ac:cxnSpMk id="13" creationId="{9ED3C6F8-A4B3-9213-2DA2-591DFDB98E5E}"/>
          </ac:cxnSpMkLst>
        </pc:cxnChg>
      </pc:sldChg>
      <pc:sldChg chg="addSp delSp modSp add mod">
        <pc:chgData name="福元 允亮" userId="12e1d508-426e-4c6a-b43b-7681266f9ca9" providerId="ADAL" clId="{400F6241-7E3F-F64A-942F-67BD3D5646CA}" dt="2026-03-14T07:43:02.696" v="314" actId="3064"/>
        <pc:sldMkLst>
          <pc:docMk/>
          <pc:sldMk cId="3627087379" sldId="2147480765"/>
        </pc:sldMkLst>
        <pc:spChg chg="mod">
          <ac:chgData name="福元 允亮" userId="12e1d508-426e-4c6a-b43b-7681266f9ca9" providerId="ADAL" clId="{400F6241-7E3F-F64A-942F-67BD3D5646CA}" dt="2026-03-14T07:29:20.867" v="235"/>
          <ac:spMkLst>
            <pc:docMk/>
            <pc:sldMk cId="3627087379" sldId="2147480765"/>
            <ac:spMk id="2" creationId="{65E45EB8-95EA-C8A3-8F9A-EDE0E32220E3}"/>
          </ac:spMkLst>
        </pc:spChg>
        <pc:spChg chg="mod">
          <ac:chgData name="福元 允亮" userId="12e1d508-426e-4c6a-b43b-7681266f9ca9" providerId="ADAL" clId="{400F6241-7E3F-F64A-942F-67BD3D5646CA}" dt="2026-03-14T07:29:20.867" v="236"/>
          <ac:spMkLst>
            <pc:docMk/>
            <pc:sldMk cId="3627087379" sldId="2147480765"/>
            <ac:spMk id="3" creationId="{FA1BF3BA-9606-0489-FBE2-DF0B9E4899FE}"/>
          </ac:spMkLst>
        </pc:spChg>
        <pc:spChg chg="del">
          <ac:chgData name="福元 允亮" userId="12e1d508-426e-4c6a-b43b-7681266f9ca9" providerId="ADAL" clId="{400F6241-7E3F-F64A-942F-67BD3D5646CA}" dt="2026-03-14T07:27:57.913" v="172" actId="478"/>
          <ac:spMkLst>
            <pc:docMk/>
            <pc:sldMk cId="3627087379" sldId="2147480765"/>
            <ac:spMk id="5" creationId="{86AD63DC-2CDA-BE45-B2E9-1AA305982DFC}"/>
          </ac:spMkLst>
        </pc:spChg>
        <pc:spChg chg="del">
          <ac:chgData name="福元 允亮" userId="12e1d508-426e-4c6a-b43b-7681266f9ca9" providerId="ADAL" clId="{400F6241-7E3F-F64A-942F-67BD3D5646CA}" dt="2026-03-14T07:27:57.913" v="172" actId="478"/>
          <ac:spMkLst>
            <pc:docMk/>
            <pc:sldMk cId="3627087379" sldId="2147480765"/>
            <ac:spMk id="6" creationId="{C8ACAD7E-DA88-8DC7-0F59-39978744A47A}"/>
          </ac:spMkLst>
        </pc:spChg>
        <pc:spChg chg="del">
          <ac:chgData name="福元 允亮" userId="12e1d508-426e-4c6a-b43b-7681266f9ca9" providerId="ADAL" clId="{400F6241-7E3F-F64A-942F-67BD3D5646CA}" dt="2026-03-14T07:27:57.913" v="172" actId="478"/>
          <ac:spMkLst>
            <pc:docMk/>
            <pc:sldMk cId="3627087379" sldId="2147480765"/>
            <ac:spMk id="7" creationId="{1619C347-03FE-F61E-6C1E-DCE0FA8407E0}"/>
          </ac:spMkLst>
        </pc:spChg>
        <pc:spChg chg="add del mod">
          <ac:chgData name="福元 允亮" userId="12e1d508-426e-4c6a-b43b-7681266f9ca9" providerId="ADAL" clId="{400F6241-7E3F-F64A-942F-67BD3D5646CA}" dt="2026-03-14T07:27:54.601" v="171" actId="478"/>
          <ac:spMkLst>
            <pc:docMk/>
            <pc:sldMk cId="3627087379" sldId="2147480765"/>
            <ac:spMk id="15" creationId="{4DD55D61-D3FE-8953-B783-A47224C0058E}"/>
          </ac:spMkLst>
        </pc:spChg>
        <pc:spChg chg="add mod">
          <ac:chgData name="福元 允亮" userId="12e1d508-426e-4c6a-b43b-7681266f9ca9" providerId="ADAL" clId="{400F6241-7E3F-F64A-942F-67BD3D5646CA}" dt="2026-03-14T07:42:56.204" v="313" actId="3064"/>
          <ac:spMkLst>
            <pc:docMk/>
            <pc:sldMk cId="3627087379" sldId="2147480765"/>
            <ac:spMk id="16" creationId="{1AE83125-31F5-737E-0228-BE3F9D717038}"/>
          </ac:spMkLst>
        </pc:spChg>
        <pc:spChg chg="mod">
          <ac:chgData name="福元 允亮" userId="12e1d508-426e-4c6a-b43b-7681266f9ca9" providerId="ADAL" clId="{400F6241-7E3F-F64A-942F-67BD3D5646CA}" dt="2026-03-14T07:42:39.240" v="308" actId="20577"/>
          <ac:spMkLst>
            <pc:docMk/>
            <pc:sldMk cId="3627087379" sldId="2147480765"/>
            <ac:spMk id="17" creationId="{87C8916F-BAAF-C2F0-88E0-42AE5D066C5F}"/>
          </ac:spMkLst>
        </pc:spChg>
        <pc:spChg chg="add mod">
          <ac:chgData name="福元 允亮" userId="12e1d508-426e-4c6a-b43b-7681266f9ca9" providerId="ADAL" clId="{400F6241-7E3F-F64A-942F-67BD3D5646CA}" dt="2026-03-14T07:43:02.696" v="314" actId="3064"/>
          <ac:spMkLst>
            <pc:docMk/>
            <pc:sldMk cId="3627087379" sldId="2147480765"/>
            <ac:spMk id="18" creationId="{F8151822-A3B0-F185-46AC-2BD52BF52CB6}"/>
          </ac:spMkLst>
        </pc:spChg>
        <pc:spChg chg="mod">
          <ac:chgData name="福元 允亮" userId="12e1d508-426e-4c6a-b43b-7681266f9ca9" providerId="ADAL" clId="{400F6241-7E3F-F64A-942F-67BD3D5646CA}" dt="2026-03-14T07:42:43.638" v="310" actId="20577"/>
          <ac:spMkLst>
            <pc:docMk/>
            <pc:sldMk cId="3627087379" sldId="2147480765"/>
            <ac:spMk id="19" creationId="{8DABACC5-C1BC-26DC-E3E3-61AF2E9305FC}"/>
          </ac:spMkLst>
        </pc:spChg>
        <pc:spChg chg="mod">
          <ac:chgData name="福元 允亮" userId="12e1d508-426e-4c6a-b43b-7681266f9ca9" providerId="ADAL" clId="{400F6241-7E3F-F64A-942F-67BD3D5646CA}" dt="2026-03-14T07:42:47.005" v="312" actId="20577"/>
          <ac:spMkLst>
            <pc:docMk/>
            <pc:sldMk cId="3627087379" sldId="2147480765"/>
            <ac:spMk id="20" creationId="{FEF09428-8B24-7B31-5611-13C5D58EE218}"/>
          </ac:spMkLst>
        </pc:spChg>
        <pc:spChg chg="add mod">
          <ac:chgData name="福元 允亮" userId="12e1d508-426e-4c6a-b43b-7681266f9ca9" providerId="ADAL" clId="{400F6241-7E3F-F64A-942F-67BD3D5646CA}" dt="2026-03-14T07:42:33.183" v="306" actId="20577"/>
          <ac:spMkLst>
            <pc:docMk/>
            <pc:sldMk cId="3627087379" sldId="2147480765"/>
            <ac:spMk id="21" creationId="{BAB07A0C-C996-E035-4213-3B8DAD2B584D}"/>
          </ac:spMkLst>
        </pc:spChg>
        <pc:spChg chg="add mod">
          <ac:chgData name="福元 允亮" userId="12e1d508-426e-4c6a-b43b-7681266f9ca9" providerId="ADAL" clId="{400F6241-7E3F-F64A-942F-67BD3D5646CA}" dt="2026-03-14T07:29:38.758" v="250" actId="12788"/>
          <ac:spMkLst>
            <pc:docMk/>
            <pc:sldMk cId="3627087379" sldId="2147480765"/>
            <ac:spMk id="22" creationId="{416E7B88-7563-BD5D-A8BD-EB501B8C1A51}"/>
          </ac:spMkLst>
        </pc:spChg>
        <pc:spChg chg="add del mod modVis">
          <ac:chgData name="福元 允亮" userId="12e1d508-426e-4c6a-b43b-7681266f9ca9" providerId="ADAL" clId="{400F6241-7E3F-F64A-942F-67BD3D5646CA}" dt="2026-03-14T07:29:20.652" v="231"/>
          <ac:spMkLst>
            <pc:docMk/>
            <pc:sldMk cId="3627087379" sldId="2147480765"/>
            <ac:spMk id="23" creationId="{0872F545-2AD3-F131-0F8C-39ED6D597472}"/>
          </ac:spMkLst>
        </pc:spChg>
        <pc:graphicFrameChg chg="mod">
          <ac:chgData name="福元 允亮" userId="12e1d508-426e-4c6a-b43b-7681266f9ca9" providerId="ADAL" clId="{400F6241-7E3F-F64A-942F-67BD3D5646CA}" dt="2026-03-14T07:29:20.870" v="244"/>
          <ac:graphicFrameMkLst>
            <pc:docMk/>
            <pc:sldMk cId="3627087379" sldId="2147480765"/>
            <ac:graphicFrameMk id="8" creationId="{F9B94689-5CAA-91CB-0FA1-1ADD940713EB}"/>
          </ac:graphicFrameMkLst>
        </pc:graphicFrameChg>
        <pc:cxnChg chg="add del mod">
          <ac:chgData name="福元 允亮" userId="12e1d508-426e-4c6a-b43b-7681266f9ca9" providerId="ADAL" clId="{400F6241-7E3F-F64A-942F-67BD3D5646CA}" dt="2026-03-14T07:27:57.913" v="172" actId="478"/>
          <ac:cxnSpMkLst>
            <pc:docMk/>
            <pc:sldMk cId="3627087379" sldId="2147480765"/>
            <ac:cxnSpMk id="10" creationId="{5C9EF2AA-26C4-0FF3-E2FF-48E2496F7533}"/>
          </ac:cxnSpMkLst>
        </pc:cxnChg>
        <pc:cxnChg chg="del mod">
          <ac:chgData name="福元 允亮" userId="12e1d508-426e-4c6a-b43b-7681266f9ca9" providerId="ADAL" clId="{400F6241-7E3F-F64A-942F-67BD3D5646CA}" dt="2026-03-14T07:26:45.464" v="159" actId="478"/>
          <ac:cxnSpMkLst>
            <pc:docMk/>
            <pc:sldMk cId="3627087379" sldId="2147480765"/>
            <ac:cxnSpMk id="12" creationId="{B19BD08F-FD2B-1840-0F64-98D7E7B10988}"/>
          </ac:cxnSpMkLst>
        </pc:cxnChg>
        <pc:cxnChg chg="del mod">
          <ac:chgData name="福元 允亮" userId="12e1d508-426e-4c6a-b43b-7681266f9ca9" providerId="ADAL" clId="{400F6241-7E3F-F64A-942F-67BD3D5646CA}" dt="2026-03-14T07:27:57.913" v="172" actId="478"/>
          <ac:cxnSpMkLst>
            <pc:docMk/>
            <pc:sldMk cId="3627087379" sldId="2147480765"/>
            <ac:cxnSpMk id="13" creationId="{95F21086-4AD7-7181-D5BF-6C2EB66488B2}"/>
          </ac:cxnSpMkLst>
        </pc:cxnChg>
        <pc:cxnChg chg="add mod">
          <ac:chgData name="福元 允亮" userId="12e1d508-426e-4c6a-b43b-7681266f9ca9" providerId="ADAL" clId="{400F6241-7E3F-F64A-942F-67BD3D5646CA}" dt="2026-03-14T07:30:08.520" v="274" actId="465"/>
          <ac:cxnSpMkLst>
            <pc:docMk/>
            <pc:sldMk cId="3627087379" sldId="2147480765"/>
            <ac:cxnSpMk id="25" creationId="{221113CE-0068-730B-2F7D-BACC99EBB3DA}"/>
          </ac:cxnSpMkLst>
        </pc:cxnChg>
        <pc:cxnChg chg="add mod">
          <ac:chgData name="福元 允亮" userId="12e1d508-426e-4c6a-b43b-7681266f9ca9" providerId="ADAL" clId="{400F6241-7E3F-F64A-942F-67BD3D5646CA}" dt="2026-03-14T07:30:08.520" v="274" actId="465"/>
          <ac:cxnSpMkLst>
            <pc:docMk/>
            <pc:sldMk cId="3627087379" sldId="2147480765"/>
            <ac:cxnSpMk id="26" creationId="{C6465F2F-C764-D80C-C48C-CB7CF9E1689B}"/>
          </ac:cxnSpMkLst>
        </pc:cxnChg>
      </pc:sldChg>
    </pc:docChg>
  </pc:docChgLst>
  <pc:docChgLst>
    <pc:chgData name="福元 允亮" userId="12e1d508-426e-4c6a-b43b-7681266f9ca9" providerId="ADAL" clId="{677DA6F4-90AE-E448-B5D9-A10FB8393A34}"/>
    <pc:docChg chg="custSel modSld">
      <pc:chgData name="福元 允亮" userId="12e1d508-426e-4c6a-b43b-7681266f9ca9" providerId="ADAL" clId="{677DA6F4-90AE-E448-B5D9-A10FB8393A34}" dt="2026-03-12T04:36:20.054" v="169" actId="403"/>
      <pc:docMkLst>
        <pc:docMk/>
      </pc:docMkLst>
      <pc:sldChg chg="addSp delSp modSp mod">
        <pc:chgData name="福元 允亮" userId="12e1d508-426e-4c6a-b43b-7681266f9ca9" providerId="ADAL" clId="{677DA6F4-90AE-E448-B5D9-A10FB8393A34}" dt="2026-03-12T04:36:20.054" v="169" actId="403"/>
        <pc:sldMkLst>
          <pc:docMk/>
          <pc:sldMk cId="3001053428" sldId="214748076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2026/3/14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D0573-97C7-027C-07D2-9B0ABC861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45EB8-95EA-C8A3-8F9A-EDE0E3222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BF3BA-9606-0489-FBE2-DF0B9E4899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  <p:sp>
        <p:nvSpPr>
          <p:cNvPr id="4" name="Pyramid Diagram Area"/>
          <p:cNvSpPr/>
          <p:nvPr/>
        </p:nvSpPr>
        <p:spPr>
          <a:xfrm>
            <a:off x="274320" y="1404545"/>
            <a:ext cx="11643360" cy="517913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CCCCCC"/>
                </a:solidFill>
              </a:rPr>
              <a:t>[ピラミッド図エリア - ここに画像が挿入されます]</a:t>
            </a:r>
          </a:p>
        </p:txBody>
      </p:sp>
    </p:spTree>
    <p:extLst>
      <p:ext uri="{BB962C8B-B14F-4D97-AF65-F5344CB8AC3E}">
        <p14:creationId xmlns:p14="http://schemas.microsoft.com/office/powerpoint/2010/main" val="36270873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Props1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F19364-6506-4AE9-B1C7-2E3E6444FD05}">
  <ds:schemaRefs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0ae734c6-b731-48fe-9f9a-77498299e3e1"/>
    <ds:schemaRef ds:uri="17f56e19-48dc-4865-971f-f3b491f58a8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51</TotalTime>
  <Words>43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2026-03-14T07:43:04Z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