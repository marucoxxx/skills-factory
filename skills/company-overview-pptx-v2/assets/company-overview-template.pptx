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24"/>
    <p:restoredTop sz="94660"/>
  </p:normalViewPr>
  <p:slideViewPr>
    <p:cSldViewPr snapToGrid="0">
      <p:cViewPr>
        <p:scale>
          <a:sx n="75" d="100"/>
          <a:sy n="75" d="100"/>
        </p:scale>
        <p:origin x="14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2026/3/22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B876925-78A3-0D6D-A136-2CE4548C6FD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3509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876925-78A3-0D6D-A136-2CE4548C6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graphicFrame>
        <p:nvGraphicFramePr>
          <p:cNvPr id="9" name="Overview Table"/>
          <p:cNvGraphicFramePr>
            <a:graphicFrameLocks noGrp="1"/>
          </p:cNvGraphicFramePr>
          <p:nvPr/>
        </p:nvGraphicFramePr>
        <p:xfrm>
          <a:off x="374904" y="1371600"/>
          <a:ext cx="6583680" cy="4937760"/>
        </p:xfrm>
        <a:graphic>
          <a:graphicData uri="http://schemas.openxmlformats.org/drawingml/2006/table">
            <a:tbl>
              <a:tblPr bandRow="1"/>
              <a:tblGrid>
                <a:gridCol w="1645920"/>
                <a:gridCol w="4937760"/>
              </a:tblGrid>
              <a:tr h="1645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+mn-ea"/>
                          <a:ea typeface="+mn-ea"/>
                        </a:rPr>
                        <a:t>Label1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Value1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+mn-ea"/>
                          <a:ea typeface="+mn-ea"/>
                        </a:rPr>
                        <a:t>Label2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Value2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</a:tr>
              <a:tr h="1645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A1A2E"/>
                          </a:solidFill>
                          <a:latin typeface="+mn-ea"/>
                          <a:ea typeface="+mn-ea"/>
                        </a:rPr>
                        <a:t>Label3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+mn-ea"/>
                          <a:ea typeface="+mn-ea"/>
                        </a:rPr>
                        <a:t>Value3</a:t>
                      </a:r>
                    </a:p>
                  </a:txBody>
                  <a:tcPr anchor="ctr" marL="76200" marR="76200" marT="38100" marB="38100">
                    <a:solidFill>
                      <a:srgbClr val="F0F1F5"/>
                    </a:solidFill>
                    <a:lnL w="6350">
                      <a:solidFill>
                        <a:srgbClr val="D0D0D8"/>
                      </a:solidFill>
                    </a:lnL>
                    <a:lnR w="6350">
                      <a:solidFill>
                        <a:srgbClr val="D0D0D8"/>
                      </a:solidFill>
                    </a:lnR>
                    <a:lnT w="6350">
                      <a:solidFill>
                        <a:srgbClr val="D0D0D8"/>
                      </a:solidFill>
                    </a:lnT>
                    <a:lnB w="6350">
                      <a:solidFill>
                        <a:srgbClr val="D0D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Photo Caption 1"/>
          <p:cNvSpPr txBox="1"/>
          <p:nvPr/>
        </p:nvSpPr>
        <p:spPr>
          <a:xfrm>
            <a:off x="7132320" y="1371600"/>
            <a:ext cx="4690872" cy="32004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+mn-ea"/>
                <a:ea typeface="+mn-ea"/>
              </a:rPr>
              <a:t>本社家屋</a:t>
            </a:r>
          </a:p>
        </p:txBody>
      </p:sp>
      <p:sp>
        <p:nvSpPr>
          <p:cNvPr id="11" name="Photo Area 1"/>
          <p:cNvSpPr/>
          <p:nvPr/>
        </p:nvSpPr>
        <p:spPr>
          <a:xfrm>
            <a:off x="7132320" y="1691640"/>
            <a:ext cx="4690872" cy="2212848"/>
          </a:xfrm>
          <a:prstGeom prst="rect">
            <a:avLst/>
          </a:prstGeom>
          <a:solidFill>
            <a:srgbClr val="F8F8FA"/>
          </a:solidFill>
          <a:ln w="6350">
            <a:solidFill>
              <a:srgbClr val="C0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hoto Caption 2"/>
          <p:cNvSpPr txBox="1"/>
          <p:nvPr/>
        </p:nvSpPr>
        <p:spPr>
          <a:xfrm>
            <a:off x="7132320" y="4069080"/>
            <a:ext cx="4690872" cy="320040"/>
          </a:xfrm>
          <a:prstGeom prst="rect">
            <a:avLst/>
          </a:prstGeom>
          <a:solidFill>
            <a:srgbClr val="1A1A2E"/>
          </a:solidFill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+mn-ea"/>
                <a:ea typeface="+mn-ea"/>
              </a:rPr>
              <a:t>主要製品/サービス</a:t>
            </a:r>
          </a:p>
        </p:txBody>
      </p:sp>
      <p:sp>
        <p:nvSpPr>
          <p:cNvPr id="13" name="Photo Area 2"/>
          <p:cNvSpPr/>
          <p:nvPr/>
        </p:nvSpPr>
        <p:spPr>
          <a:xfrm>
            <a:off x="7132320" y="4389120"/>
            <a:ext cx="4690872" cy="1920240"/>
          </a:xfrm>
          <a:prstGeom prst="rect">
            <a:avLst/>
          </a:prstGeom>
          <a:solidFill>
            <a:srgbClr val="F8F8FA"/>
          </a:solidFill>
          <a:ln w="6350">
            <a:solidFill>
              <a:srgbClr val="C0C0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ource"/>
          <p:cNvSpPr txBox="1"/>
          <p:nvPr/>
        </p:nvSpPr>
        <p:spPr>
          <a:xfrm>
            <a:off x="374904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666666"/>
                </a:solidFill>
                <a:latin typeface="+mn-ea"/>
                <a:ea typeface="+mn-ea"/>
              </a:rPr>
              <a:t>出典：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17f56e19-48dc-4865-971f-f3b491f58a87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0ae734c6-b731-48fe-9f9a-77498299e3e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42</TotalTime>
  <Words>9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2026-03-22T07:57:07Z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