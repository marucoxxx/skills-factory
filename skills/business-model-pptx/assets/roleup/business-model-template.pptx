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0691813" cy="7559675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22F52D-8D55-644B-9283-27EE51DD72F6}" v="1" dt="2026-03-22T07:54:57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24"/>
    <p:restoredTop sz="94660"/>
  </p:normalViewPr>
  <p:slideViewPr>
    <p:cSldViewPr snapToGrid="0">
      <p:cViewPr>
        <p:scale>
          <a:sx n="75" d="100"/>
          <a:sy n="75" d="100"/>
        </p:scale>
        <p:origin x="14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  <pc:docChgLst>
    <pc:chgData name="福元 允亮" userId="12e1d508-426e-4c6a-b43b-7681266f9ca9" providerId="ADAL" clId="{BA46FE6B-DFBB-DD4A-A67B-362D8C1E4B9F}"/>
    <pc:docChg chg="undo custSel modSld">
      <pc:chgData name="福元 允亮" userId="12e1d508-426e-4c6a-b43b-7681266f9ca9" providerId="ADAL" clId="{BA46FE6B-DFBB-DD4A-A67B-362D8C1E4B9F}" dt="2026-03-13T04:37:38.033" v="292" actId="478"/>
      <pc:docMkLst>
        <pc:docMk/>
      </pc:docMkLst>
      <pc:sldChg chg="addSp delSp modSp mod">
        <pc:chgData name="福元 允亮" userId="12e1d508-426e-4c6a-b43b-7681266f9ca9" providerId="ADAL" clId="{BA46FE6B-DFBB-DD4A-A67B-362D8C1E4B9F}" dt="2026-03-13T04:37:38.033" v="292" actId="478"/>
        <pc:sldMkLst>
          <pc:docMk/>
          <pc:sldMk cId="3001053428" sldId="2147480764"/>
        </pc:sldMkLst>
        <pc:spChg chg="add mod">
          <ac:chgData name="福元 允亮" userId="12e1d508-426e-4c6a-b43b-7681266f9ca9" providerId="ADAL" clId="{BA46FE6B-DFBB-DD4A-A67B-362D8C1E4B9F}" dt="2026-03-12T06:37:01.825" v="160" actId="1035"/>
          <ac:spMkLst>
            <pc:docMk/>
            <pc:sldMk cId="3001053428" sldId="2147480764"/>
            <ac:spMk id="4" creationId="{A41518AA-1C1A-DA33-6FA9-723EECF5C725}"/>
          </ac:spMkLst>
        </pc:spChg>
        <pc:spChg chg="add mod">
          <ac:chgData name="福元 允亮" userId="12e1d508-426e-4c6a-b43b-7681266f9ca9" providerId="ADAL" clId="{BA46FE6B-DFBB-DD4A-A67B-362D8C1E4B9F}" dt="2026-03-12T07:06:36.055" v="280" actId="3064"/>
          <ac:spMkLst>
            <pc:docMk/>
            <pc:sldMk cId="3001053428" sldId="2147480764"/>
            <ac:spMk id="10" creationId="{416129BB-F894-C51D-D6D2-DA0DAAFDA083}"/>
          </ac:spMkLst>
        </pc:spChg>
        <pc:spChg chg="mod topLvl">
          <ac:chgData name="福元 允亮" userId="12e1d508-426e-4c6a-b43b-7681266f9ca9" providerId="ADAL" clId="{BA46FE6B-DFBB-DD4A-A67B-362D8C1E4B9F}" dt="2026-03-12T06:40:48.844" v="259" actId="165"/>
          <ac:spMkLst>
            <pc:docMk/>
            <pc:sldMk cId="3001053428" sldId="2147480764"/>
            <ac:spMk id="11" creationId="{C8567CF8-291A-D428-8755-8F667602279B}"/>
          </ac:spMkLst>
        </pc:spChg>
        <pc:spChg chg="mod topLvl">
          <ac:chgData name="福元 允亮" userId="12e1d508-426e-4c6a-b43b-7681266f9ca9" providerId="ADAL" clId="{BA46FE6B-DFBB-DD4A-A67B-362D8C1E4B9F}" dt="2026-03-13T04:37:10.927" v="285" actId="113"/>
          <ac:spMkLst>
            <pc:docMk/>
            <pc:sldMk cId="3001053428" sldId="2147480764"/>
            <ac:spMk id="18" creationId="{C5780C6E-FAE4-EDA4-D73B-AA75E3CD5161}"/>
          </ac:spMkLst>
        </pc:spChg>
        <pc:spChg chg="mod topLvl">
          <ac:chgData name="福元 允亮" userId="12e1d508-426e-4c6a-b43b-7681266f9ca9" providerId="ADAL" clId="{BA46FE6B-DFBB-DD4A-A67B-362D8C1E4B9F}" dt="2026-03-13T04:37:35.417" v="291" actId="404"/>
          <ac:spMkLst>
            <pc:docMk/>
            <pc:sldMk cId="3001053428" sldId="2147480764"/>
            <ac:spMk id="21" creationId="{461C2B07-B5D0-F3CF-428F-58D5CF9E615E}"/>
          </ac:spMkLst>
        </pc:spChg>
        <pc:spChg chg="mod">
          <ac:chgData name="福元 允亮" userId="12e1d508-426e-4c6a-b43b-7681266f9ca9" providerId="ADAL" clId="{BA46FE6B-DFBB-DD4A-A67B-362D8C1E4B9F}" dt="2026-03-13T04:37:02.477" v="283" actId="552"/>
          <ac:spMkLst>
            <pc:docMk/>
            <pc:sldMk cId="3001053428" sldId="2147480764"/>
            <ac:spMk id="23" creationId="{CF5A2BEE-E40D-41A4-5432-F5E1E4EA7249}"/>
          </ac:spMkLst>
        </pc:spChg>
        <pc:spChg chg="mod topLvl">
          <ac:chgData name="福元 允亮" userId="12e1d508-426e-4c6a-b43b-7681266f9ca9" providerId="ADAL" clId="{BA46FE6B-DFBB-DD4A-A67B-362D8C1E4B9F}" dt="2026-03-12T06:40:51.326" v="261" actId="20577"/>
          <ac:spMkLst>
            <pc:docMk/>
            <pc:sldMk cId="3001053428" sldId="2147480764"/>
            <ac:spMk id="24" creationId="{0A33AA27-D06B-76A0-5E63-E60329755492}"/>
          </ac:spMkLst>
        </pc:spChg>
        <pc:spChg chg="mod">
          <ac:chgData name="福元 允亮" userId="12e1d508-426e-4c6a-b43b-7681266f9ca9" providerId="ADAL" clId="{BA46FE6B-DFBB-DD4A-A67B-362D8C1E4B9F}" dt="2026-03-13T04:37:29.077" v="290" actId="552"/>
          <ac:spMkLst>
            <pc:docMk/>
            <pc:sldMk cId="3001053428" sldId="2147480764"/>
            <ac:spMk id="25" creationId="{EA20B274-E7EE-9086-404B-837948643604}"/>
          </ac:spMkLst>
        </pc:spChg>
        <pc:spChg chg="mod topLvl">
          <ac:chgData name="福元 允亮" userId="12e1d508-426e-4c6a-b43b-7681266f9ca9" providerId="ADAL" clId="{BA46FE6B-DFBB-DD4A-A67B-362D8C1E4B9F}" dt="2026-03-13T04:37:10.927" v="285" actId="113"/>
          <ac:spMkLst>
            <pc:docMk/>
            <pc:sldMk cId="3001053428" sldId="2147480764"/>
            <ac:spMk id="26" creationId="{876A2651-5ACA-7D32-3293-3C028515778B}"/>
          </ac:spMkLst>
        </pc:spChg>
        <pc:spChg chg="mod topLvl">
          <ac:chgData name="福元 允亮" userId="12e1d508-426e-4c6a-b43b-7681266f9ca9" providerId="ADAL" clId="{BA46FE6B-DFBB-DD4A-A67B-362D8C1E4B9F}" dt="2026-03-13T04:37:35.417" v="291" actId="404"/>
          <ac:spMkLst>
            <pc:docMk/>
            <pc:sldMk cId="3001053428" sldId="2147480764"/>
            <ac:spMk id="28" creationId="{A2733814-C9C4-33DA-D8C3-0790F6E66858}"/>
          </ac:spMkLst>
        </pc:spChg>
        <pc:spChg chg="mod topLvl">
          <ac:chgData name="福元 允亮" userId="12e1d508-426e-4c6a-b43b-7681266f9ca9" providerId="ADAL" clId="{BA46FE6B-DFBB-DD4A-A67B-362D8C1E4B9F}" dt="2026-03-12T06:40:53.071" v="263" actId="20577"/>
          <ac:spMkLst>
            <pc:docMk/>
            <pc:sldMk cId="3001053428" sldId="2147480764"/>
            <ac:spMk id="30" creationId="{4158A282-19BE-62B6-B728-D963FB7491EC}"/>
          </ac:spMkLst>
        </pc:spChg>
        <pc:spChg chg="mod topLvl">
          <ac:chgData name="福元 允亮" userId="12e1d508-426e-4c6a-b43b-7681266f9ca9" providerId="ADAL" clId="{BA46FE6B-DFBB-DD4A-A67B-362D8C1E4B9F}" dt="2026-03-13T04:37:10.927" v="285" actId="113"/>
          <ac:spMkLst>
            <pc:docMk/>
            <pc:sldMk cId="3001053428" sldId="2147480764"/>
            <ac:spMk id="31" creationId="{63D5BBF3-3025-A844-AB32-38D7BF94EF51}"/>
          </ac:spMkLst>
        </pc:spChg>
        <pc:spChg chg="mod topLvl">
          <ac:chgData name="福元 允亮" userId="12e1d508-426e-4c6a-b43b-7681266f9ca9" providerId="ADAL" clId="{BA46FE6B-DFBB-DD4A-A67B-362D8C1E4B9F}" dt="2026-03-13T04:37:35.417" v="291" actId="404"/>
          <ac:spMkLst>
            <pc:docMk/>
            <pc:sldMk cId="3001053428" sldId="2147480764"/>
            <ac:spMk id="32" creationId="{4BB6AF90-9948-5950-2D09-4042B9210917}"/>
          </ac:spMkLst>
        </pc:spChg>
        <pc:cxnChg chg="mod topLvl">
          <ac:chgData name="福元 允亮" userId="12e1d508-426e-4c6a-b43b-7681266f9ca9" providerId="ADAL" clId="{BA46FE6B-DFBB-DD4A-A67B-362D8C1E4B9F}" dt="2026-03-12T06:40:16.271" v="254" actId="465"/>
          <ac:cxnSpMkLst>
            <pc:docMk/>
            <pc:sldMk cId="3001053428" sldId="2147480764"/>
            <ac:cxnSpMk id="14" creationId="{AA3329D2-F079-3432-90D0-AFC357ED7A56}"/>
          </ac:cxnSpMkLst>
        </pc:cxnChg>
        <pc:cxnChg chg="mod topLvl">
          <ac:chgData name="福元 允亮" userId="12e1d508-426e-4c6a-b43b-7681266f9ca9" providerId="ADAL" clId="{BA46FE6B-DFBB-DD4A-A67B-362D8C1E4B9F}" dt="2026-03-12T06:39:50.264" v="246" actId="165"/>
          <ac:cxnSpMkLst>
            <pc:docMk/>
            <pc:sldMk cId="3001053428" sldId="2147480764"/>
            <ac:cxnSpMk id="27" creationId="{7C46F714-70A5-C921-7CCA-8693858A63E8}"/>
          </ac:cxnSpMkLst>
        </pc:cxnChg>
        <pc:cxnChg chg="add mod">
          <ac:chgData name="福元 允亮" userId="12e1d508-426e-4c6a-b43b-7681266f9ca9" providerId="ADAL" clId="{BA46FE6B-DFBB-DD4A-A67B-362D8C1E4B9F}" dt="2026-03-12T06:40:44.017" v="258" actId="465"/>
          <ac:cxnSpMkLst>
            <pc:docMk/>
            <pc:sldMk cId="3001053428" sldId="2147480764"/>
            <ac:cxnSpMk id="36" creationId="{1AF83BDB-F708-A105-B896-15734BB3F6D9}"/>
          </ac:cxnSpMkLst>
        </pc:cxnChg>
      </pc:sldChg>
    </pc:docChg>
  </pc:docChgLst>
  <pc:docChgLst>
    <pc:chgData name="福元 允亮" userId="12e1d508-426e-4c6a-b43b-7681266f9ca9" providerId="ADAL" clId="{8F22F52D-8D55-644B-9283-27EE51DD72F6}"/>
    <pc:docChg chg="custSel modSld">
      <pc:chgData name="福元 允亮" userId="12e1d508-426e-4c6a-b43b-7681266f9ca9" providerId="ADAL" clId="{8F22F52D-8D55-644B-9283-27EE51DD72F6}" dt="2026-03-22T07:57:04.470" v="58" actId="207"/>
      <pc:docMkLst>
        <pc:docMk/>
      </pc:docMkLst>
      <pc:sldChg chg="addSp delSp modSp mod">
        <pc:chgData name="福元 允亮" userId="12e1d508-426e-4c6a-b43b-7681266f9ca9" providerId="ADAL" clId="{8F22F52D-8D55-644B-9283-27EE51DD72F6}" dt="2026-03-22T07:57:04.470" v="58" actId="207"/>
        <pc:sldMkLst>
          <pc:docMk/>
          <pc:sldMk cId="3001053428" sldId="2147480764"/>
        </pc:sldMkLst>
        <pc:spChg chg="del mod">
          <ac:chgData name="福元 允亮" userId="12e1d508-426e-4c6a-b43b-7681266f9ca9" providerId="ADAL" clId="{8F22F52D-8D55-644B-9283-27EE51DD72F6}" dt="2026-03-22T07:56:50.908" v="54" actId="478"/>
          <ac:spMkLst>
            <pc:docMk/>
            <pc:sldMk cId="3001053428" sldId="2147480764"/>
            <ac:spMk id="4" creationId="{A41518AA-1C1A-DA33-6FA9-723EECF5C725}"/>
          </ac:spMkLst>
        </pc:spChg>
        <pc:spChg chg="add mod">
          <ac:chgData name="福元 允亮" userId="12e1d508-426e-4c6a-b43b-7681266f9ca9" providerId="ADAL" clId="{8F22F52D-8D55-644B-9283-27EE51DD72F6}" dt="2026-03-22T07:57:04.470" v="58" actId="207"/>
          <ac:spMkLst>
            <pc:docMk/>
            <pc:sldMk cId="3001053428" sldId="2147480764"/>
            <ac:spMk id="5" creationId="{3A7F7E99-247D-A1E7-B8D7-48C0261EC454}"/>
          </ac:spMkLst>
        </pc:spChg>
        <pc:spChg chg="del">
          <ac:chgData name="福元 允亮" userId="12e1d508-426e-4c6a-b43b-7681266f9ca9" providerId="ADAL" clId="{8F22F52D-8D55-644B-9283-27EE51DD72F6}" dt="2026-03-22T07:55:20.655" v="1" actId="478"/>
          <ac:spMkLst>
            <pc:docMk/>
            <pc:sldMk cId="3001053428" sldId="2147480764"/>
            <ac:spMk id="11" creationId="{C8567CF8-291A-D428-8755-8F667602279B}"/>
          </ac:spMkLst>
        </pc:spChg>
        <pc:spChg chg="del">
          <ac:chgData name="福元 允亮" userId="12e1d508-426e-4c6a-b43b-7681266f9ca9" providerId="ADAL" clId="{8F22F52D-8D55-644B-9283-27EE51DD72F6}" dt="2026-03-22T07:55:20.655" v="1" actId="478"/>
          <ac:spMkLst>
            <pc:docMk/>
            <pc:sldMk cId="3001053428" sldId="2147480764"/>
            <ac:spMk id="18" creationId="{C5780C6E-FAE4-EDA4-D73B-AA75E3CD5161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1" creationId="{461C2B07-B5D0-F3CF-428F-58D5CF9E615E}"/>
          </ac:spMkLst>
        </pc:spChg>
        <pc:spChg chg="del">
          <ac:chgData name="福元 允亮" userId="12e1d508-426e-4c6a-b43b-7681266f9ca9" providerId="ADAL" clId="{8F22F52D-8D55-644B-9283-27EE51DD72F6}" dt="2026-03-22T07:55:23.111" v="2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4" creationId="{0A33AA27-D06B-76A0-5E63-E60329755492}"/>
          </ac:spMkLst>
        </pc:spChg>
        <pc:spChg chg="del">
          <ac:chgData name="福元 允亮" userId="12e1d508-426e-4c6a-b43b-7681266f9ca9" providerId="ADAL" clId="{8F22F52D-8D55-644B-9283-27EE51DD72F6}" dt="2026-03-22T07:55:23.111" v="2" actId="478"/>
          <ac:spMkLst>
            <pc:docMk/>
            <pc:sldMk cId="3001053428" sldId="2147480764"/>
            <ac:spMk id="25" creationId="{EA20B274-E7EE-9086-404B-837948643604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6" creationId="{876A2651-5ACA-7D32-3293-3C028515778B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8" creationId="{A2733814-C9C4-33DA-D8C3-0790F6E66858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30" creationId="{4158A282-19BE-62B6-B728-D963FB7491EC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31" creationId="{63D5BBF3-3025-A844-AB32-38D7BF94EF51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32" creationId="{4BB6AF90-9948-5950-2D09-4042B9210917}"/>
          </ac:spMkLst>
        </pc:spChg>
        <pc:cxnChg chg="del">
          <ac:chgData name="福元 允亮" userId="12e1d508-426e-4c6a-b43b-7681266f9ca9" providerId="ADAL" clId="{8F22F52D-8D55-644B-9283-27EE51DD72F6}" dt="2026-03-22T07:55:18.781" v="0" actId="478"/>
          <ac:cxnSpMkLst>
            <pc:docMk/>
            <pc:sldMk cId="3001053428" sldId="2147480764"/>
            <ac:cxnSpMk id="14" creationId="{AA3329D2-F079-3432-90D0-AFC357ED7A56}"/>
          </ac:cxnSpMkLst>
        </pc:cxnChg>
        <pc:cxnChg chg="del">
          <ac:chgData name="福元 允亮" userId="12e1d508-426e-4c6a-b43b-7681266f9ca9" providerId="ADAL" clId="{8F22F52D-8D55-644B-9283-27EE51DD72F6}" dt="2026-03-22T07:56:50.908" v="54" actId="478"/>
          <ac:cxnSpMkLst>
            <pc:docMk/>
            <pc:sldMk cId="3001053428" sldId="2147480764"/>
            <ac:cxnSpMk id="27" creationId="{7C46F714-70A5-C921-7CCA-8693858A63E8}"/>
          </ac:cxnSpMkLst>
        </pc:cxnChg>
        <pc:cxnChg chg="del">
          <ac:chgData name="福元 允亮" userId="12e1d508-426e-4c6a-b43b-7681266f9ca9" providerId="ADAL" clId="{8F22F52D-8D55-644B-9283-27EE51DD72F6}" dt="2026-03-22T07:55:18.781" v="0" actId="478"/>
          <ac:cxnSpMkLst>
            <pc:docMk/>
            <pc:sldMk cId="3001053428" sldId="2147480764"/>
            <ac:cxnSpMk id="36" creationId="{1AF83BDB-F708-A105-B896-15734BB3F6D9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11" creationId="{C8567CF8-291A-D428-8755-8F667602279B}"/>
          </ac:spMkLst>
        </pc:spChg>
        <pc:spChg chg="add mod topLvl">
          <ac:chgData name="福元 允亮" userId="12e1d508-426e-4c6a-b43b-7681266f9ca9" providerId="ADAL" clId="{677DA6F4-90AE-E448-B5D9-A10FB8393A34}" dt="2026-03-12T04:36:12.437" v="168" actId="404"/>
          <ac:spMkLst>
            <pc:docMk/>
            <pc:sldMk cId="3001053428" sldId="2147480764"/>
            <ac:spMk id="18" creationId="{C5780C6E-FAE4-EDA4-D73B-AA75E3CD5161}"/>
          </ac:spMkLst>
        </pc:spChg>
        <pc:spChg chg="add mod topLvl">
          <ac:chgData name="福元 允亮" userId="12e1d508-426e-4c6a-b43b-7681266f9ca9" providerId="ADAL" clId="{677DA6F4-90AE-E448-B5D9-A10FB8393A34}" dt="2026-03-12T04:36:12.437" v="168" actId="404"/>
          <ac:spMkLst>
            <pc:docMk/>
            <pc:sldMk cId="3001053428" sldId="2147480764"/>
            <ac:spMk id="21" creationId="{461C2B07-B5D0-F3CF-428F-58D5CF9E615E}"/>
          </ac:spMkLst>
        </pc:spChg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23" creationId="{CF5A2BEE-E40D-41A4-5432-F5E1E4EA7249}"/>
          </ac:spMkLst>
        </pc:spChg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25" creationId="{EA20B274-E7EE-9086-404B-837948643604}"/>
          </ac:spMkLst>
        </pc:spChg>
        <pc:cxnChg chg="add mod">
          <ac:chgData name="福元 允亮" userId="12e1d508-426e-4c6a-b43b-7681266f9ca9" providerId="ADAL" clId="{677DA6F4-90AE-E448-B5D9-A10FB8393A34}" dt="2026-03-12T04:33:39.817" v="112" actId="1076"/>
          <ac:cxnSpMkLst>
            <pc:docMk/>
            <pc:sldMk cId="3001053428" sldId="2147480764"/>
            <ac:cxnSpMk id="14" creationId="{AA3329D2-F079-3432-90D0-AFC357ED7A56}"/>
          </ac:cxnSpMkLst>
        </pc:cxnChg>
        <pc:cxnChg chg="add mod">
          <ac:chgData name="福元 允亮" userId="12e1d508-426e-4c6a-b43b-7681266f9ca9" providerId="ADAL" clId="{677DA6F4-90AE-E448-B5D9-A10FB8393A34}" dt="2026-03-12T04:33:15.987" v="110" actId="692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2026/3/22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74904"/>
            <a:ext cx="9939528" cy="457200"/>
          </a:xfrm>
        </p:spPr>
        <p:txBody>
          <a:bodyPr vert="horz"/>
          <a:lstStyle/>
          <a:p>
            <a:r>
              <a:rPr lang="en-GB" sz="2200" b="1">
                <a:solidFill>
                  <a:srgbClr val="241A17"/>
                </a:solidFill>
                <a:latin typeface="Yu Gothic UI"/>
                <a:ea typeface="Yu Gothic UI"/>
              </a:rPr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4904" y="914400"/>
            <a:ext cx="9939528" cy="329184"/>
          </a:xfrm>
        </p:spPr>
        <p:txBody>
          <a:bodyPr/>
          <a:lstStyle/>
          <a:p>
            <a:r>
              <a:rPr lang="en-GB" sz="1200" b="0">
                <a:solidFill>
                  <a:srgbClr val="897141"/>
                </a:solidFill>
                <a:latin typeface="Yu Gothic UI"/>
                <a:ea typeface="Yu Gothic UI"/>
              </a:rPr>
              <a:t>Chart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6129BB-F894-C51D-D6D2-DA0DAAFDA083}"/>
              </a:ext>
            </a:extLst>
          </p:cNvPr>
          <p:cNvSpPr txBox="1"/>
          <p:nvPr/>
        </p:nvSpPr>
        <p:spPr>
          <a:xfrm>
            <a:off x="7315200" y="1417320"/>
            <a:ext cx="2999232" cy="4937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algn="l" defTabSz="288000">
              <a:spcAft>
                <a:spcPts val="600"/>
              </a:spcAft>
            </a:pPr>
            <a:r>
              <a:rPr lang="en-JP" sz="1200" b="1">
                <a:solidFill>
                  <a:srgbClr val="241A17"/>
                </a:solidFill>
                <a:latin typeface="Yu Gothic UI"/>
                <a:ea typeface="Yu Gothic UI"/>
              </a:rPr>
              <a:t>意味合い</a:t>
            </a:r>
            <a:endParaRPr kumimoji="1" lang="en-JP" sz="2000" b="1">
              <a:latin typeface="+mn-ea"/>
            </a:endParaRPr>
          </a:p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000" b="0">
                <a:solidFill>
                  <a:srgbClr val="241A17"/>
                </a:solidFill>
                <a:latin typeface="Yu Gothic UI"/>
                <a:ea typeface="Yu Gothic UI"/>
              </a:rPr>
              <a:t>Implication1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000" b="0">
                <a:solidFill>
                  <a:srgbClr val="241A17"/>
                </a:solidFill>
                <a:latin typeface="Yu Gothic UI"/>
                <a:ea typeface="Yu Gothic UI"/>
              </a:rPr>
              <a:t>Implication2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000" b="0">
                <a:solidFill>
                  <a:srgbClr val="241A17"/>
                </a:solidFill>
                <a:latin typeface="Yu Gothic UI"/>
                <a:ea typeface="Yu Gothic UI"/>
              </a:rPr>
              <a:t>Implication3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7F7E99-247D-A1E7-B8D7-48C0261EC454}"/>
              </a:ext>
            </a:extLst>
          </p:cNvPr>
          <p:cNvSpPr/>
          <p:nvPr/>
        </p:nvSpPr>
        <p:spPr>
          <a:xfrm>
            <a:off x="374904" y="1417320"/>
            <a:ext cx="6766560" cy="493776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GB" b="1" dirty="0" err="1">
                <a:solidFill>
                  <a:schemeClr val="tx1"/>
                </a:solidFill>
              </a:rPr>
              <a:t>事業モデル概要</a:t>
            </a:r>
          </a:p>
        </p:txBody>
      </p:sp>
      <p:sp>
        <p:nvSpPr>
          <p:cNvPr id="11" name="Source 3"/>
          <p:cNvSpPr txBox="1"/>
          <p:nvPr/>
        </p:nvSpPr>
        <p:spPr>
          <a:xfrm>
            <a:off x="374904" y="6675120"/>
            <a:ext cx="9939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3E3A39"/>
                </a:solidFill>
                <a:latin typeface="Yu Gothic UI"/>
                <a:ea typeface="Yu Gothic UI"/>
              </a:rPr>
              <a:t>出典: 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17f56e19-48dc-4865-971f-f3b491f58a87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0ae734c6-b731-48fe-9f9a-77498299e3e1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42</TotalTime>
  <Words>9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2026-03-22T07:57:07Z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